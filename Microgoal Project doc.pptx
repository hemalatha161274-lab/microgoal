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8.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48.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22.xml" ContentType="application/vnd.openxmlformats-officedocument.presentationml.slideLayout+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48.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8.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36.xml.rels" ContentType="application/vnd.openxmlformats-package.relationships+xml"/>
  <Override PartName="/ppt/slideLayouts/_rels/slideLayout24.xml.rels" ContentType="application/vnd.openxmlformats-package.relationships+xml"/>
  <Override PartName="/ppt/slideLayouts/_rels/slideLayout27.xml.rels" ContentType="application/vnd.openxmlformats-package.relationships+xml"/>
  <Override PartName="/ppt/slideLayouts/_rels/slideLayout39.xml.rels" ContentType="application/vnd.openxmlformats-package.relationships+xml"/>
  <Override PartName="/ppt/slideLayouts/_rels/slideLayout41.xml.rels" ContentType="application/vnd.openxmlformats-package.relationships+xml"/>
  <Override PartName="/ppt/slideLayouts/_rels/slideLayout35.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33.xml.rels" ContentType="application/vnd.openxmlformats-package.relationships+xml"/>
  <Override PartName="/ppt/slideLayouts/_rels/slideLayout45.xml.rels" ContentType="application/vnd.openxmlformats-package.relationships+xml"/>
  <Override PartName="/ppt/slideLayouts/_rels/slideLayout34.xml.rels" ContentType="application/vnd.openxmlformats-package.relationships+xml"/>
  <Override PartName="/ppt/slideLayouts/_rels/slideLayout1.xml.rels" ContentType="application/vnd.openxmlformats-package.relationships+xml"/>
  <Override PartName="/ppt/slideLayouts/_rels/slideLayout46.xml.rels" ContentType="application/vnd.openxmlformats-package.relationships+xml"/>
  <Override PartName="/ppt/slideLayouts/_rels/slideLayout32.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2.png" ContentType="image/png"/>
  <Override PartName="/ppt/media/image3.png" ContentType="image/png"/>
  <Override PartName="/ppt/media/image4.png" ContentType="image/png"/>
  <Override PartName="/ppt/media/image5.png" ContentType="image/png"/>
  <Override PartName="/ppt/media/image6.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96"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48.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tBDfr" TargetMode="Externa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Google Shape;9;p2"/>
          <p:cNvSpPr/>
          <p:nvPr/>
        </p:nvSpPr>
        <p:spPr>
          <a:xfrm flipH="1">
            <a:off x="-643320" y="243720"/>
            <a:ext cx="6568560" cy="4899600"/>
          </a:xfrm>
          <a:custGeom>
            <a:avLst/>
            <a:gdLst>
              <a:gd name="textAreaLeft" fmla="*/ 360 w 6568560"/>
              <a:gd name="textAreaRight" fmla="*/ 6569280 w 6568560"/>
              <a:gd name="textAreaTop" fmla="*/ 0 h 4899600"/>
              <a:gd name="textAreaBottom" fmla="*/ 4899960 h 489960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 name="PlaceHolder 1"/>
          <p:cNvSpPr>
            <a:spLocks noGrp="1"/>
          </p:cNvSpPr>
          <p:nvPr>
            <p:ph type="title"/>
          </p:nvPr>
        </p:nvSpPr>
        <p:spPr>
          <a:xfrm>
            <a:off x="581040" y="644400"/>
            <a:ext cx="4353480" cy="2751120"/>
          </a:xfrm>
          <a:prstGeom prst="rect">
            <a:avLst/>
          </a:prstGeom>
          <a:noFill/>
          <a:ln w="0">
            <a:noFill/>
          </a:ln>
        </p:spPr>
        <p:txBody>
          <a:bodyPr lIns="91440" rIns="91440" tIns="91440" bIns="91440" anchor="t">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993240" y="1692000"/>
            <a:ext cx="6883200" cy="1332720"/>
          </a:xfrm>
          <a:prstGeom prst="rect">
            <a:avLst/>
          </a:prstGeom>
          <a:noFill/>
          <a:ln w="0">
            <a:noFill/>
          </a:ln>
        </p:spPr>
        <p:txBody>
          <a:bodyPr lIns="91440" rIns="91440" tIns="91440" bIns="91440" anchor="ctr">
            <a:noAutofit/>
          </a:bodyPr>
          <a:p>
            <a:pPr indent="0" algn="ctr">
              <a:lnSpc>
                <a:spcPct val="100000"/>
              </a:lnSpc>
              <a:buNone/>
            </a:pPr>
            <a:r>
              <a:rPr b="0" lang="fr-FR" sz="10000" strike="noStrike" u="none">
                <a:solidFill>
                  <a:schemeClr val="accent1"/>
                </a:solidFill>
                <a:effectLst/>
                <a:uFillTx/>
                <a:latin typeface="Overpass Black"/>
                <a:ea typeface="Overpass Black"/>
              </a:rPr>
              <a:t>xx%</a:t>
            </a:r>
            <a:endParaRPr b="0" lang="fr-FR" sz="10000" strike="noStrike" u="none">
              <a:solidFill>
                <a:schemeClr val="dk1"/>
              </a:solidFill>
              <a:effectLst/>
              <a:uFillTx/>
              <a:latin typeface="Arial"/>
            </a:endParaRPr>
          </a:p>
        </p:txBody>
      </p:sp>
      <p:sp>
        <p:nvSpPr>
          <p:cNvPr id="4" name="Google Shape;55;p11"/>
          <p:cNvSpPr/>
          <p:nvPr/>
        </p:nvSpPr>
        <p:spPr>
          <a:xfrm>
            <a:off x="6529320" y="2881800"/>
            <a:ext cx="2650680" cy="2269440"/>
          </a:xfrm>
          <a:custGeom>
            <a:avLst/>
            <a:gdLst>
              <a:gd name="textAreaLeft" fmla="*/ 0 w 2650680"/>
              <a:gd name="textAreaRight" fmla="*/ 265104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 name="Google Shape;56;p11"/>
          <p:cNvSpPr/>
          <p:nvPr/>
        </p:nvSpPr>
        <p:spPr>
          <a:xfrm rot="10800000">
            <a:off x="-26640" y="360"/>
            <a:ext cx="2650680" cy="2269440"/>
          </a:xfrm>
          <a:custGeom>
            <a:avLst/>
            <a:gdLst>
              <a:gd name="textAreaLeft" fmla="*/ 0 w 2650680"/>
              <a:gd name="textAreaRight" fmla="*/ 265104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5">
    <p:bg>
      <p:bgPr>
        <a:solidFill>
          <a:schemeClr val="lt1"/>
        </a:solidFill>
      </p:bgPr>
    </p:bg>
    <p:spTree>
      <p:nvGrpSpPr>
        <p:cNvPr id="1" name=""/>
        <p:cNvGrpSpPr/>
        <p:nvPr/>
      </p:nvGrpSpPr>
      <p:grpSpPr>
        <a:xfrm>
          <a:off x="0" y="0"/>
          <a:ext cx="0" cy="0"/>
          <a:chOff x="0" y="0"/>
          <a:chExt cx="0" cy="0"/>
        </a:xfrm>
      </p:grpSpPr>
      <p:sp>
        <p:nvSpPr>
          <p:cNvPr id="6" name="Google Shape;59;p13"/>
          <p:cNvSpPr/>
          <p:nvPr/>
        </p:nvSpPr>
        <p:spPr>
          <a:xfrm flipH="1" rot="21291000">
            <a:off x="3375720" y="154080"/>
            <a:ext cx="8068680" cy="5527800"/>
          </a:xfrm>
          <a:custGeom>
            <a:avLst/>
            <a:gdLst>
              <a:gd name="textAreaLeft" fmla="*/ -360 w 8068680"/>
              <a:gd name="textAreaRight" fmla="*/ 8068680 w 8068680"/>
              <a:gd name="textAreaTop" fmla="*/ 0 h 5527800"/>
              <a:gd name="textAreaBottom" fmla="*/ 5528160 h 552780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8" name="PlaceHolder 2"/>
          <p:cNvSpPr>
            <a:spLocks noGrp="1"/>
          </p:cNvSpPr>
          <p:nvPr>
            <p:ph type="title"/>
          </p:nvPr>
        </p:nvSpPr>
        <p:spPr>
          <a:xfrm>
            <a:off x="830880" y="1780920"/>
            <a:ext cx="784080" cy="526320"/>
          </a:xfrm>
          <a:prstGeom prst="rect">
            <a:avLst/>
          </a:prstGeom>
          <a:noFill/>
          <a:ln w="0">
            <a:noFill/>
          </a:ln>
        </p:spPr>
        <p:txBody>
          <a:bodyPr lIns="91440" rIns="91440" tIns="91440" bIns="91440" anchor="ctr">
            <a:noAutofit/>
          </a:bodyPr>
          <a:p>
            <a:pPr indent="0">
              <a:lnSpc>
                <a:spcPct val="100000"/>
              </a:lnSpc>
              <a:buNone/>
            </a:pPr>
            <a:r>
              <a:rPr b="0" lang="fr-FR" sz="3000" strike="noStrike" u="none">
                <a:solidFill>
                  <a:schemeClr val="accent1"/>
                </a:solidFill>
                <a:effectLst/>
                <a:uFillTx/>
                <a:latin typeface="Overpass Black"/>
                <a:ea typeface="Overpass Black"/>
              </a:rPr>
              <a:t>xx%</a:t>
            </a:r>
            <a:endParaRPr b="0" lang="fr-FR" sz="3000" strike="noStrike" u="none">
              <a:solidFill>
                <a:schemeClr val="dk1"/>
              </a:solidFill>
              <a:effectLst/>
              <a:uFillTx/>
              <a:latin typeface="Arial"/>
            </a:endParaRPr>
          </a:p>
        </p:txBody>
      </p:sp>
      <p:sp>
        <p:nvSpPr>
          <p:cNvPr id="9" name="PlaceHolder 3"/>
          <p:cNvSpPr>
            <a:spLocks noGrp="1"/>
          </p:cNvSpPr>
          <p:nvPr>
            <p:ph type="title"/>
          </p:nvPr>
        </p:nvSpPr>
        <p:spPr>
          <a:xfrm>
            <a:off x="4790520" y="1780920"/>
            <a:ext cx="784080" cy="526320"/>
          </a:xfrm>
          <a:prstGeom prst="rect">
            <a:avLst/>
          </a:prstGeom>
          <a:noFill/>
          <a:ln w="0">
            <a:noFill/>
          </a:ln>
        </p:spPr>
        <p:txBody>
          <a:bodyPr lIns="91440" rIns="91440" tIns="91440" bIns="91440" anchor="ctr">
            <a:noAutofit/>
          </a:bodyPr>
          <a:p>
            <a:pPr indent="0">
              <a:lnSpc>
                <a:spcPct val="100000"/>
              </a:lnSpc>
              <a:buNone/>
            </a:pPr>
            <a:r>
              <a:rPr b="0" lang="fr-FR" sz="3000" strike="noStrike" u="none">
                <a:solidFill>
                  <a:schemeClr val="accent1"/>
                </a:solidFill>
                <a:effectLst/>
                <a:uFillTx/>
                <a:latin typeface="Overpass Black"/>
                <a:ea typeface="Overpass Black"/>
              </a:rPr>
              <a:t>xx%</a:t>
            </a:r>
            <a:endParaRPr b="0" lang="fr-FR" sz="3000" strike="noStrike" u="none">
              <a:solidFill>
                <a:schemeClr val="dk1"/>
              </a:solidFill>
              <a:effectLst/>
              <a:uFillTx/>
              <a:latin typeface="Arial"/>
            </a:endParaRPr>
          </a:p>
        </p:txBody>
      </p:sp>
      <p:sp>
        <p:nvSpPr>
          <p:cNvPr id="10" name="PlaceHolder 4"/>
          <p:cNvSpPr>
            <a:spLocks noGrp="1"/>
          </p:cNvSpPr>
          <p:nvPr>
            <p:ph type="title"/>
          </p:nvPr>
        </p:nvSpPr>
        <p:spPr>
          <a:xfrm>
            <a:off x="830880" y="3456360"/>
            <a:ext cx="784080" cy="526320"/>
          </a:xfrm>
          <a:prstGeom prst="rect">
            <a:avLst/>
          </a:prstGeom>
          <a:noFill/>
          <a:ln w="0">
            <a:noFill/>
          </a:ln>
        </p:spPr>
        <p:txBody>
          <a:bodyPr lIns="91440" rIns="91440" tIns="91440" bIns="91440" anchor="ctr">
            <a:noAutofit/>
          </a:bodyPr>
          <a:p>
            <a:pPr indent="0">
              <a:lnSpc>
                <a:spcPct val="100000"/>
              </a:lnSpc>
              <a:buNone/>
            </a:pPr>
            <a:r>
              <a:rPr b="0" lang="fr-FR" sz="3000" strike="noStrike" u="none">
                <a:solidFill>
                  <a:schemeClr val="accent1"/>
                </a:solidFill>
                <a:effectLst/>
                <a:uFillTx/>
                <a:latin typeface="Overpass Black"/>
                <a:ea typeface="Overpass Black"/>
              </a:rPr>
              <a:t>xx%</a:t>
            </a:r>
            <a:endParaRPr b="0" lang="fr-FR" sz="3000" strike="noStrike" u="none">
              <a:solidFill>
                <a:schemeClr val="dk1"/>
              </a:solidFill>
              <a:effectLst/>
              <a:uFillTx/>
              <a:latin typeface="Arial"/>
            </a:endParaRPr>
          </a:p>
        </p:txBody>
      </p:sp>
      <p:sp>
        <p:nvSpPr>
          <p:cNvPr id="11" name="PlaceHolder 5"/>
          <p:cNvSpPr>
            <a:spLocks noGrp="1"/>
          </p:cNvSpPr>
          <p:nvPr>
            <p:ph type="title"/>
          </p:nvPr>
        </p:nvSpPr>
        <p:spPr>
          <a:xfrm>
            <a:off x="4790520" y="3456360"/>
            <a:ext cx="784080" cy="526320"/>
          </a:xfrm>
          <a:prstGeom prst="rect">
            <a:avLst/>
          </a:prstGeom>
          <a:noFill/>
          <a:ln w="0">
            <a:noFill/>
          </a:ln>
        </p:spPr>
        <p:txBody>
          <a:bodyPr lIns="91440" rIns="91440" tIns="91440" bIns="91440" anchor="ctr">
            <a:noAutofit/>
          </a:bodyPr>
          <a:p>
            <a:pPr indent="0">
              <a:lnSpc>
                <a:spcPct val="100000"/>
              </a:lnSpc>
              <a:buNone/>
            </a:pPr>
            <a:r>
              <a:rPr b="0" lang="fr-FR" sz="3000" strike="noStrike" u="none">
                <a:solidFill>
                  <a:schemeClr val="accent1"/>
                </a:solidFill>
                <a:effectLst/>
                <a:uFillTx/>
                <a:latin typeface="Overpass Black"/>
                <a:ea typeface="Overpass Black"/>
              </a:rPr>
              <a:t>xx%</a:t>
            </a:r>
            <a:endParaRPr b="0" lang="fr-FR" sz="30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5_1">
    <p:bg>
      <p:bgPr>
        <a:solidFill>
          <a:schemeClr val="lt1"/>
        </a:solidFill>
      </p:bgPr>
    </p:bg>
    <p:spTree>
      <p:nvGrpSpPr>
        <p:cNvPr id="1" name=""/>
        <p:cNvGrpSpPr/>
        <p:nvPr/>
      </p:nvGrpSpPr>
      <p:grpSpPr>
        <a:xfrm>
          <a:off x="0" y="0"/>
          <a:ext cx="0" cy="0"/>
          <a:chOff x="0" y="0"/>
          <a:chExt cx="0" cy="0"/>
        </a:xfrm>
      </p:grpSpPr>
      <p:sp>
        <p:nvSpPr>
          <p:cNvPr id="12" name="Google Shape;74;p14"/>
          <p:cNvSpPr/>
          <p:nvPr/>
        </p:nvSpPr>
        <p:spPr>
          <a:xfrm flipH="1" rot="21291000">
            <a:off x="3375720" y="154080"/>
            <a:ext cx="8068680" cy="5527800"/>
          </a:xfrm>
          <a:custGeom>
            <a:avLst/>
            <a:gdLst>
              <a:gd name="textAreaLeft" fmla="*/ -360 w 8068680"/>
              <a:gd name="textAreaRight" fmla="*/ 8068680 w 8068680"/>
              <a:gd name="textAreaTop" fmla="*/ 0 h 5527800"/>
              <a:gd name="textAreaBottom" fmla="*/ 5528160 h 552780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4" name="PlaceHolder 2"/>
          <p:cNvSpPr>
            <a:spLocks noGrp="1"/>
          </p:cNvSpPr>
          <p:nvPr>
            <p:ph type="title"/>
          </p:nvPr>
        </p:nvSpPr>
        <p:spPr>
          <a:xfrm>
            <a:off x="720000" y="1254600"/>
            <a:ext cx="784080" cy="526320"/>
          </a:xfrm>
          <a:prstGeom prst="rect">
            <a:avLst/>
          </a:prstGeom>
          <a:noFill/>
          <a:ln w="0">
            <a:noFill/>
          </a:ln>
        </p:spPr>
        <p:txBody>
          <a:bodyPr lIns="91440" rIns="91440" tIns="91440" bIns="91440" anchor="ctr">
            <a:noAutofit/>
          </a:bodyPr>
          <a:p>
            <a:pPr indent="0">
              <a:lnSpc>
                <a:spcPct val="100000"/>
              </a:lnSpc>
              <a:buNone/>
            </a:pPr>
            <a:r>
              <a:rPr b="0" lang="fr-FR" sz="3000" strike="noStrike" u="none">
                <a:solidFill>
                  <a:schemeClr val="accent1"/>
                </a:solidFill>
                <a:effectLst/>
                <a:uFillTx/>
                <a:latin typeface="Overpass Black"/>
                <a:ea typeface="Overpass Black"/>
              </a:rPr>
              <a:t>xx%</a:t>
            </a:r>
            <a:endParaRPr b="0" lang="fr-FR" sz="3000" strike="noStrike" u="none">
              <a:solidFill>
                <a:schemeClr val="dk1"/>
              </a:solidFill>
              <a:effectLst/>
              <a:uFillTx/>
              <a:latin typeface="Arial"/>
            </a:endParaRPr>
          </a:p>
        </p:txBody>
      </p:sp>
      <p:sp>
        <p:nvSpPr>
          <p:cNvPr id="15" name="PlaceHolder 3"/>
          <p:cNvSpPr>
            <a:spLocks noGrp="1"/>
          </p:cNvSpPr>
          <p:nvPr>
            <p:ph type="title"/>
          </p:nvPr>
        </p:nvSpPr>
        <p:spPr>
          <a:xfrm>
            <a:off x="6009480" y="1254600"/>
            <a:ext cx="784080" cy="526320"/>
          </a:xfrm>
          <a:prstGeom prst="rect">
            <a:avLst/>
          </a:prstGeom>
          <a:noFill/>
          <a:ln w="0">
            <a:noFill/>
          </a:ln>
        </p:spPr>
        <p:txBody>
          <a:bodyPr lIns="91440" rIns="91440" tIns="91440" bIns="91440" anchor="ctr">
            <a:noAutofit/>
          </a:bodyPr>
          <a:p>
            <a:pPr indent="0">
              <a:lnSpc>
                <a:spcPct val="100000"/>
              </a:lnSpc>
              <a:buNone/>
            </a:pPr>
            <a:r>
              <a:rPr b="0" lang="fr-FR" sz="3000" strike="noStrike" u="none">
                <a:solidFill>
                  <a:schemeClr val="accent1"/>
                </a:solidFill>
                <a:effectLst/>
                <a:uFillTx/>
                <a:latin typeface="Overpass Black"/>
                <a:ea typeface="Overpass Black"/>
              </a:rPr>
              <a:t>xx%</a:t>
            </a:r>
            <a:endParaRPr b="0" lang="fr-FR" sz="3000" strike="noStrike" u="none">
              <a:solidFill>
                <a:schemeClr val="dk1"/>
              </a:solidFill>
              <a:effectLst/>
              <a:uFillTx/>
              <a:latin typeface="Arial"/>
            </a:endParaRPr>
          </a:p>
        </p:txBody>
      </p:sp>
      <p:sp>
        <p:nvSpPr>
          <p:cNvPr id="16" name="PlaceHolder 4"/>
          <p:cNvSpPr>
            <a:spLocks noGrp="1"/>
          </p:cNvSpPr>
          <p:nvPr>
            <p:ph type="title"/>
          </p:nvPr>
        </p:nvSpPr>
        <p:spPr>
          <a:xfrm>
            <a:off x="720000" y="2930040"/>
            <a:ext cx="784080" cy="526320"/>
          </a:xfrm>
          <a:prstGeom prst="rect">
            <a:avLst/>
          </a:prstGeom>
          <a:noFill/>
          <a:ln w="0">
            <a:noFill/>
          </a:ln>
        </p:spPr>
        <p:txBody>
          <a:bodyPr lIns="91440" rIns="91440" tIns="91440" bIns="91440" anchor="ctr">
            <a:noAutofit/>
          </a:bodyPr>
          <a:p>
            <a:pPr indent="0">
              <a:lnSpc>
                <a:spcPct val="100000"/>
              </a:lnSpc>
              <a:buNone/>
            </a:pPr>
            <a:r>
              <a:rPr b="0" lang="fr-FR" sz="3000" strike="noStrike" u="none">
                <a:solidFill>
                  <a:schemeClr val="accent1"/>
                </a:solidFill>
                <a:effectLst/>
                <a:uFillTx/>
                <a:latin typeface="Overpass Black"/>
                <a:ea typeface="Overpass Black"/>
              </a:rPr>
              <a:t>xx%</a:t>
            </a:r>
            <a:endParaRPr b="0" lang="fr-FR" sz="3000" strike="noStrike" u="none">
              <a:solidFill>
                <a:schemeClr val="dk1"/>
              </a:solidFill>
              <a:effectLst/>
              <a:uFillTx/>
              <a:latin typeface="Arial"/>
            </a:endParaRPr>
          </a:p>
        </p:txBody>
      </p:sp>
      <p:sp>
        <p:nvSpPr>
          <p:cNvPr id="17" name="PlaceHolder 5"/>
          <p:cNvSpPr>
            <a:spLocks noGrp="1"/>
          </p:cNvSpPr>
          <p:nvPr>
            <p:ph type="title"/>
          </p:nvPr>
        </p:nvSpPr>
        <p:spPr>
          <a:xfrm>
            <a:off x="6009480" y="2930040"/>
            <a:ext cx="784080" cy="526320"/>
          </a:xfrm>
          <a:prstGeom prst="rect">
            <a:avLst/>
          </a:prstGeom>
          <a:noFill/>
          <a:ln w="0">
            <a:noFill/>
          </a:ln>
        </p:spPr>
        <p:txBody>
          <a:bodyPr lIns="91440" rIns="91440" tIns="91440" bIns="91440" anchor="ctr">
            <a:noAutofit/>
          </a:bodyPr>
          <a:p>
            <a:pPr indent="0">
              <a:lnSpc>
                <a:spcPct val="100000"/>
              </a:lnSpc>
              <a:buNone/>
            </a:pPr>
            <a:r>
              <a:rPr b="0" lang="fr-FR" sz="3000" strike="noStrike" u="none">
                <a:solidFill>
                  <a:schemeClr val="accent1"/>
                </a:solidFill>
                <a:effectLst/>
                <a:uFillTx/>
                <a:latin typeface="Overpass Black"/>
                <a:ea typeface="Overpass Black"/>
              </a:rPr>
              <a:t>xx%</a:t>
            </a:r>
            <a:endParaRPr b="0" lang="fr-FR" sz="3000" strike="noStrike" u="none">
              <a:solidFill>
                <a:schemeClr val="dk1"/>
              </a:solidFill>
              <a:effectLst/>
              <a:uFillTx/>
              <a:latin typeface="Arial"/>
            </a:endParaRPr>
          </a:p>
        </p:txBody>
      </p:sp>
      <p:sp>
        <p:nvSpPr>
          <p:cNvPr id="18" name="PlaceHolder 6"/>
          <p:cNvSpPr>
            <a:spLocks noGrp="1"/>
          </p:cNvSpPr>
          <p:nvPr>
            <p:ph type="title"/>
          </p:nvPr>
        </p:nvSpPr>
        <p:spPr>
          <a:xfrm>
            <a:off x="3364920" y="1254600"/>
            <a:ext cx="784080" cy="526320"/>
          </a:xfrm>
          <a:prstGeom prst="rect">
            <a:avLst/>
          </a:prstGeom>
          <a:noFill/>
          <a:ln w="0">
            <a:noFill/>
          </a:ln>
        </p:spPr>
        <p:txBody>
          <a:bodyPr lIns="91440" rIns="91440" tIns="91440" bIns="91440" anchor="ctr">
            <a:noAutofit/>
          </a:bodyPr>
          <a:p>
            <a:pPr indent="0">
              <a:lnSpc>
                <a:spcPct val="100000"/>
              </a:lnSpc>
              <a:buNone/>
            </a:pPr>
            <a:r>
              <a:rPr b="0" lang="fr-FR" sz="3000" strike="noStrike" u="none">
                <a:solidFill>
                  <a:schemeClr val="accent1"/>
                </a:solidFill>
                <a:effectLst/>
                <a:uFillTx/>
                <a:latin typeface="Overpass Black"/>
                <a:ea typeface="Overpass Black"/>
              </a:rPr>
              <a:t>xx%</a:t>
            </a:r>
            <a:endParaRPr b="0" lang="fr-FR" sz="3000" strike="noStrike" u="none">
              <a:solidFill>
                <a:schemeClr val="dk1"/>
              </a:solidFill>
              <a:effectLst/>
              <a:uFillTx/>
              <a:latin typeface="Arial"/>
            </a:endParaRPr>
          </a:p>
        </p:txBody>
      </p:sp>
      <p:sp>
        <p:nvSpPr>
          <p:cNvPr id="19" name="PlaceHolder 7"/>
          <p:cNvSpPr>
            <a:spLocks noGrp="1"/>
          </p:cNvSpPr>
          <p:nvPr>
            <p:ph type="title"/>
          </p:nvPr>
        </p:nvSpPr>
        <p:spPr>
          <a:xfrm>
            <a:off x="3364920" y="2930040"/>
            <a:ext cx="784080" cy="526320"/>
          </a:xfrm>
          <a:prstGeom prst="rect">
            <a:avLst/>
          </a:prstGeom>
          <a:noFill/>
          <a:ln w="0">
            <a:noFill/>
          </a:ln>
        </p:spPr>
        <p:txBody>
          <a:bodyPr lIns="91440" rIns="91440" tIns="91440" bIns="91440" anchor="ctr">
            <a:noAutofit/>
          </a:bodyPr>
          <a:p>
            <a:pPr indent="0">
              <a:lnSpc>
                <a:spcPct val="100000"/>
              </a:lnSpc>
              <a:buNone/>
            </a:pPr>
            <a:r>
              <a:rPr b="0" lang="fr-FR" sz="3000" strike="noStrike" u="none">
                <a:solidFill>
                  <a:schemeClr val="accent1"/>
                </a:solidFill>
                <a:effectLst/>
                <a:uFillTx/>
                <a:latin typeface="Overpass Black"/>
                <a:ea typeface="Overpass Black"/>
              </a:rPr>
              <a:t>xx%</a:t>
            </a:r>
            <a:endParaRPr b="0" lang="fr-FR" sz="3000" strike="noStrike" u="non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_1_1">
    <p:bg>
      <p:bgPr>
        <a:solidFill>
          <a:schemeClr val="lt1"/>
        </a:solidFill>
      </p:bgPr>
    </p:bg>
    <p:spTree>
      <p:nvGrpSpPr>
        <p:cNvPr id="1" name=""/>
        <p:cNvGrpSpPr/>
        <p:nvPr/>
      </p:nvGrpSpPr>
      <p:grpSpPr>
        <a:xfrm>
          <a:off x="0" y="0"/>
          <a:ext cx="0" cy="0"/>
          <a:chOff x="0" y="0"/>
          <a:chExt cx="0" cy="0"/>
        </a:xfrm>
      </p:grpSpPr>
      <p:sp>
        <p:nvSpPr>
          <p:cNvPr id="20" name="Google Shape;95;p15"/>
          <p:cNvSpPr/>
          <p:nvPr/>
        </p:nvSpPr>
        <p:spPr>
          <a:xfrm flipH="1" rot="10800000">
            <a:off x="6528960" y="36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 name="Google Shape;96;p15"/>
          <p:cNvSpPr/>
          <p:nvPr/>
        </p:nvSpPr>
        <p:spPr>
          <a:xfrm flipH="1">
            <a:off x="-32760" y="2948760"/>
            <a:ext cx="3406680" cy="2206080"/>
          </a:xfrm>
          <a:custGeom>
            <a:avLst/>
            <a:gdLst>
              <a:gd name="textAreaLeft" fmla="*/ -360 w 3406680"/>
              <a:gd name="textAreaRight" fmla="*/ 3406680 w 3406680"/>
              <a:gd name="textAreaTop" fmla="*/ 0 h 2206080"/>
              <a:gd name="textAreaBottom" fmla="*/ 2206440 h 2206080"/>
            </a:gdLst>
            <a:ahLst/>
            <a:cxnLst/>
            <a:rect l="textAreaLeft" t="textAreaTop" r="textAreaRight" b="textAreaBottom"/>
            <a:pathLst>
              <a:path w="86144" h="55786">
                <a:moveTo>
                  <a:pt x="73909" y="1"/>
                </a:moveTo>
                <a:cubicBezTo>
                  <a:pt x="70234" y="1"/>
                  <a:pt x="66970" y="640"/>
                  <a:pt x="66149" y="2785"/>
                </a:cubicBezTo>
                <a:cubicBezTo>
                  <a:pt x="64154" y="7945"/>
                  <a:pt x="83985" y="13331"/>
                  <a:pt x="52678" y="13331"/>
                </a:cubicBezTo>
                <a:cubicBezTo>
                  <a:pt x="51023" y="13331"/>
                  <a:pt x="49224" y="13316"/>
                  <a:pt x="47272" y="13285"/>
                </a:cubicBezTo>
                <a:cubicBezTo>
                  <a:pt x="46348" y="13271"/>
                  <a:pt x="45442" y="13264"/>
                  <a:pt x="44552" y="13264"/>
                </a:cubicBezTo>
                <a:cubicBezTo>
                  <a:pt x="8006" y="13264"/>
                  <a:pt x="1" y="24880"/>
                  <a:pt x="1" y="24880"/>
                </a:cubicBezTo>
                <a:cubicBezTo>
                  <a:pt x="4383" y="30883"/>
                  <a:pt x="35517" y="22712"/>
                  <a:pt x="37183" y="37936"/>
                </a:cubicBezTo>
                <a:cubicBezTo>
                  <a:pt x="38849" y="53138"/>
                  <a:pt x="5068" y="55786"/>
                  <a:pt x="5068" y="55786"/>
                </a:cubicBezTo>
                <a:lnTo>
                  <a:pt x="86144" y="55786"/>
                </a:lnTo>
                <a:lnTo>
                  <a:pt x="86144" y="1530"/>
                </a:lnTo>
                <a:cubicBezTo>
                  <a:pt x="86144" y="1530"/>
                  <a:pt x="79547" y="1"/>
                  <a:pt x="73909"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_1">
    <p:bg>
      <p:bgPr>
        <a:solidFill>
          <a:schemeClr val="lt1"/>
        </a:solidFill>
      </p:bgPr>
    </p:bg>
    <p:spTree>
      <p:nvGrpSpPr>
        <p:cNvPr id="1" name=""/>
        <p:cNvGrpSpPr/>
        <p:nvPr/>
      </p:nvGrpSpPr>
      <p:grpSpPr>
        <a:xfrm>
          <a:off x="0" y="0"/>
          <a:ext cx="0" cy="0"/>
          <a:chOff x="0" y="0"/>
          <a:chExt cx="0" cy="0"/>
        </a:xfrm>
      </p:grpSpPr>
      <p:sp>
        <p:nvSpPr>
          <p:cNvPr id="23" name="Google Shape;105;p16"/>
          <p:cNvSpPr/>
          <p:nvPr/>
        </p:nvSpPr>
        <p:spPr>
          <a:xfrm rot="309000">
            <a:off x="-1672200" y="154080"/>
            <a:ext cx="8068680" cy="5527800"/>
          </a:xfrm>
          <a:custGeom>
            <a:avLst/>
            <a:gdLst>
              <a:gd name="textAreaLeft" fmla="*/ 0 w 8068680"/>
              <a:gd name="textAreaRight" fmla="*/ 8069040 w 8068680"/>
              <a:gd name="textAreaTop" fmla="*/ 0 h 5527800"/>
              <a:gd name="textAreaBottom" fmla="*/ 5528160 h 552780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 name="PlaceHolder 1"/>
          <p:cNvSpPr>
            <a:spLocks noGrp="1"/>
          </p:cNvSpPr>
          <p:nvPr>
            <p:ph type="title"/>
          </p:nvPr>
        </p:nvSpPr>
        <p:spPr>
          <a:xfrm>
            <a:off x="720000" y="587520"/>
            <a:ext cx="4086720" cy="158184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25" name="PlaceHolder 2"/>
          <p:cNvSpPr>
            <a:spLocks noGrp="1"/>
          </p:cNvSpPr>
          <p:nvPr>
            <p:ph type="body"/>
          </p:nvPr>
        </p:nvSpPr>
        <p:spPr>
          <a:xfrm>
            <a:off x="4972320" y="-37080"/>
            <a:ext cx="4171320" cy="518040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_1_1">
    <p:bg>
      <p:bgPr>
        <a:solidFill>
          <a:schemeClr val="lt1"/>
        </a:solidFill>
      </p:bgPr>
    </p:bg>
    <p:spTree>
      <p:nvGrpSpPr>
        <p:cNvPr id="1" name=""/>
        <p:cNvGrpSpPr/>
        <p:nvPr/>
      </p:nvGrpSpPr>
      <p:grpSpPr>
        <a:xfrm>
          <a:off x="0" y="0"/>
          <a:ext cx="0" cy="0"/>
          <a:chOff x="0" y="0"/>
          <a:chExt cx="0" cy="0"/>
        </a:xfrm>
      </p:grpSpPr>
      <p:sp>
        <p:nvSpPr>
          <p:cNvPr id="26" name="Google Shape;110;p17"/>
          <p:cNvSpPr/>
          <p:nvPr/>
        </p:nvSpPr>
        <p:spPr>
          <a:xfrm flipH="1" rot="21291000">
            <a:off x="1732680" y="154080"/>
            <a:ext cx="8068680" cy="5527800"/>
          </a:xfrm>
          <a:custGeom>
            <a:avLst/>
            <a:gdLst>
              <a:gd name="textAreaLeft" fmla="*/ -360 w 8068680"/>
              <a:gd name="textAreaRight" fmla="*/ 8068680 w 8068680"/>
              <a:gd name="textAreaTop" fmla="*/ 0 h 5527800"/>
              <a:gd name="textAreaBottom" fmla="*/ 5528160 h 552780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2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lt1"/>
        </a:solidFill>
      </p:bgPr>
    </p:bg>
    <p:spTree>
      <p:nvGrpSpPr>
        <p:cNvPr id="1" name=""/>
        <p:cNvGrpSpPr/>
        <p:nvPr/>
      </p:nvGrpSpPr>
      <p:grpSpPr>
        <a:xfrm>
          <a:off x="0" y="0"/>
          <a:ext cx="0" cy="0"/>
          <a:chOff x="0" y="0"/>
          <a:chExt cx="0" cy="0"/>
        </a:xfrm>
      </p:grpSpPr>
      <p:sp>
        <p:nvSpPr>
          <p:cNvPr id="29" name="Google Shape;114;p18"/>
          <p:cNvSpPr/>
          <p:nvPr/>
        </p:nvSpPr>
        <p:spPr>
          <a:xfrm rot="10800000">
            <a:off x="-32040" y="360"/>
            <a:ext cx="2650680" cy="2269440"/>
          </a:xfrm>
          <a:custGeom>
            <a:avLst/>
            <a:gdLst>
              <a:gd name="textAreaLeft" fmla="*/ 0 w 2650680"/>
              <a:gd name="textAreaRight" fmla="*/ 265104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0" name="Google Shape;115;p18"/>
          <p:cNvSpPr/>
          <p:nvPr/>
        </p:nvSpPr>
        <p:spPr>
          <a:xfrm>
            <a:off x="5773320" y="2948760"/>
            <a:ext cx="3406680" cy="2206080"/>
          </a:xfrm>
          <a:custGeom>
            <a:avLst/>
            <a:gdLst>
              <a:gd name="textAreaLeft" fmla="*/ 0 w 3406680"/>
              <a:gd name="textAreaRight" fmla="*/ 3407040 w 3406680"/>
              <a:gd name="textAreaTop" fmla="*/ 0 h 2206080"/>
              <a:gd name="textAreaBottom" fmla="*/ 2206440 h 2206080"/>
            </a:gdLst>
            <a:ahLst/>
            <a:cxnLst/>
            <a:rect l="textAreaLeft" t="textAreaTop" r="textAreaRight" b="textAreaBottom"/>
            <a:pathLst>
              <a:path w="86144" h="55786">
                <a:moveTo>
                  <a:pt x="73909" y="1"/>
                </a:moveTo>
                <a:cubicBezTo>
                  <a:pt x="70234" y="1"/>
                  <a:pt x="66970" y="640"/>
                  <a:pt x="66149" y="2785"/>
                </a:cubicBezTo>
                <a:cubicBezTo>
                  <a:pt x="64154" y="7945"/>
                  <a:pt x="83985" y="13331"/>
                  <a:pt x="52678" y="13331"/>
                </a:cubicBezTo>
                <a:cubicBezTo>
                  <a:pt x="51023" y="13331"/>
                  <a:pt x="49224" y="13316"/>
                  <a:pt x="47272" y="13285"/>
                </a:cubicBezTo>
                <a:cubicBezTo>
                  <a:pt x="46348" y="13271"/>
                  <a:pt x="45442" y="13264"/>
                  <a:pt x="44552" y="13264"/>
                </a:cubicBezTo>
                <a:cubicBezTo>
                  <a:pt x="8006" y="13264"/>
                  <a:pt x="1" y="24880"/>
                  <a:pt x="1" y="24880"/>
                </a:cubicBezTo>
                <a:cubicBezTo>
                  <a:pt x="4383" y="30883"/>
                  <a:pt x="35517" y="22712"/>
                  <a:pt x="37183" y="37936"/>
                </a:cubicBezTo>
                <a:cubicBezTo>
                  <a:pt x="38849" y="53138"/>
                  <a:pt x="5068" y="55786"/>
                  <a:pt x="5068" y="55786"/>
                </a:cubicBezTo>
                <a:lnTo>
                  <a:pt x="86144" y="55786"/>
                </a:lnTo>
                <a:lnTo>
                  <a:pt x="86144" y="1530"/>
                </a:lnTo>
                <a:cubicBezTo>
                  <a:pt x="86144" y="1530"/>
                  <a:pt x="79547" y="1"/>
                  <a:pt x="73909"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_2">
    <p:bg>
      <p:bgPr>
        <a:solidFill>
          <a:schemeClr val="lt1"/>
        </a:solidFill>
      </p:bgPr>
    </p:bg>
    <p:spTree>
      <p:nvGrpSpPr>
        <p:cNvPr id="1" name=""/>
        <p:cNvGrpSpPr/>
        <p:nvPr/>
      </p:nvGrpSpPr>
      <p:grpSpPr>
        <a:xfrm>
          <a:off x="0" y="0"/>
          <a:ext cx="0" cy="0"/>
          <a:chOff x="0" y="0"/>
          <a:chExt cx="0" cy="0"/>
        </a:xfrm>
      </p:grpSpPr>
      <p:sp>
        <p:nvSpPr>
          <p:cNvPr id="32" name="Google Shape;126;p19"/>
          <p:cNvSpPr/>
          <p:nvPr/>
        </p:nvSpPr>
        <p:spPr>
          <a:xfrm flipH="1" rot="10800000">
            <a:off x="6573600" y="36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34" name="Google Shape;132;p19"/>
          <p:cNvSpPr/>
          <p:nvPr/>
        </p:nvSpPr>
        <p:spPr>
          <a:xfrm flipH="1">
            <a:off x="-32760" y="291852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8">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36" name="Google Shape;136;p20"/>
          <p:cNvSpPr/>
          <p:nvPr/>
        </p:nvSpPr>
        <p:spPr>
          <a:xfrm flipH="1" rot="10800000">
            <a:off x="5776920" y="-40320"/>
            <a:ext cx="3406680" cy="2016720"/>
          </a:xfrm>
          <a:custGeom>
            <a:avLst/>
            <a:gdLst>
              <a:gd name="textAreaLeft" fmla="*/ -360 w 3406680"/>
              <a:gd name="textAreaRight" fmla="*/ 3406680 w 3406680"/>
              <a:gd name="textAreaTop" fmla="*/ 0 h 2016720"/>
              <a:gd name="textAreaBottom" fmla="*/ 2017080 h 2016720"/>
            </a:gdLst>
            <a:ahLst/>
            <a:cxnLst/>
            <a:rect l="textAreaLeft" t="textAreaTop" r="textAreaRight" b="textAreaBottom"/>
            <a:pathLst>
              <a:path w="86144" h="55786">
                <a:moveTo>
                  <a:pt x="73909" y="1"/>
                </a:moveTo>
                <a:cubicBezTo>
                  <a:pt x="70234" y="1"/>
                  <a:pt x="66970" y="640"/>
                  <a:pt x="66149" y="2785"/>
                </a:cubicBezTo>
                <a:cubicBezTo>
                  <a:pt x="64154" y="7945"/>
                  <a:pt x="83985" y="13331"/>
                  <a:pt x="52678" y="13331"/>
                </a:cubicBezTo>
                <a:cubicBezTo>
                  <a:pt x="51023" y="13331"/>
                  <a:pt x="49224" y="13316"/>
                  <a:pt x="47272" y="13285"/>
                </a:cubicBezTo>
                <a:cubicBezTo>
                  <a:pt x="46348" y="13271"/>
                  <a:pt x="45442" y="13264"/>
                  <a:pt x="44552" y="13264"/>
                </a:cubicBezTo>
                <a:cubicBezTo>
                  <a:pt x="8006" y="13264"/>
                  <a:pt x="1" y="24880"/>
                  <a:pt x="1" y="24880"/>
                </a:cubicBezTo>
                <a:cubicBezTo>
                  <a:pt x="4383" y="30883"/>
                  <a:pt x="35517" y="22712"/>
                  <a:pt x="37183" y="37936"/>
                </a:cubicBezTo>
                <a:cubicBezTo>
                  <a:pt x="38849" y="53138"/>
                  <a:pt x="5068" y="55786"/>
                  <a:pt x="5068" y="55786"/>
                </a:cubicBezTo>
                <a:lnTo>
                  <a:pt x="86144" y="55786"/>
                </a:lnTo>
                <a:lnTo>
                  <a:pt x="86144" y="1530"/>
                </a:lnTo>
                <a:cubicBezTo>
                  <a:pt x="86144" y="1530"/>
                  <a:pt x="79547" y="1"/>
                  <a:pt x="73909"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 name="Google Shape;137;p20"/>
          <p:cNvSpPr/>
          <p:nvPr/>
        </p:nvSpPr>
        <p:spPr>
          <a:xfrm flipH="1">
            <a:off x="-79920" y="291708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39" name="Google Shape;13;p3"/>
          <p:cNvSpPr/>
          <p:nvPr/>
        </p:nvSpPr>
        <p:spPr>
          <a:xfrm>
            <a:off x="2649240" y="243720"/>
            <a:ext cx="6568560" cy="4899600"/>
          </a:xfrm>
          <a:custGeom>
            <a:avLst/>
            <a:gdLst>
              <a:gd name="textAreaLeft" fmla="*/ 0 w 6568560"/>
              <a:gd name="textAreaRight" fmla="*/ 6568920 w 6568560"/>
              <a:gd name="textAreaTop" fmla="*/ 0 h 4899600"/>
              <a:gd name="textAreaBottom" fmla="*/ 4899960 h 489960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 name="Google Shape;14;p3"/>
          <p:cNvSpPr/>
          <p:nvPr/>
        </p:nvSpPr>
        <p:spPr>
          <a:xfrm flipH="1" rot="21291000">
            <a:off x="531720" y="733320"/>
            <a:ext cx="3663720" cy="2509560"/>
          </a:xfrm>
          <a:custGeom>
            <a:avLst/>
            <a:gdLst>
              <a:gd name="textAreaLeft" fmla="*/ -360 w 3663720"/>
              <a:gd name="textAreaRight" fmla="*/ 3663720 w 3663720"/>
              <a:gd name="textAreaTop" fmla="*/ 0 h 2509560"/>
              <a:gd name="textAreaBottom" fmla="*/ 2509920 h 250956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 name="PlaceHolder 1"/>
          <p:cNvSpPr>
            <a:spLocks noGrp="1"/>
          </p:cNvSpPr>
          <p:nvPr>
            <p:ph type="title"/>
          </p:nvPr>
        </p:nvSpPr>
        <p:spPr>
          <a:xfrm>
            <a:off x="4900320" y="1918440"/>
            <a:ext cx="3523320" cy="1307160"/>
          </a:xfrm>
          <a:prstGeom prst="rect">
            <a:avLst/>
          </a:prstGeom>
          <a:noFill/>
          <a:ln w="0">
            <a:noFill/>
          </a:ln>
        </p:spPr>
        <p:txBody>
          <a:bodyPr lIns="91440" rIns="91440" tIns="91440" bIns="91440" anchor="ctr">
            <a:noAutofit/>
          </a:bodyPr>
          <a:p>
            <a:pPr indent="0">
              <a:buNone/>
            </a:pPr>
            <a:r>
              <a:rPr b="0" lang="fr-FR" sz="3600" strike="noStrike" u="none">
                <a:solidFill>
                  <a:schemeClr val="dk1"/>
                </a:solidFill>
                <a:effectLst/>
                <a:uFillTx/>
                <a:latin typeface="Arial"/>
              </a:rPr>
              <a:t>Click to edit the title text format</a:t>
            </a:r>
            <a:endParaRPr b="0" lang="fr-FR" sz="3600" strike="noStrike" u="none">
              <a:solidFill>
                <a:schemeClr val="dk1"/>
              </a:solidFill>
              <a:effectLst/>
              <a:uFillTx/>
              <a:latin typeface="Arial"/>
            </a:endParaRPr>
          </a:p>
        </p:txBody>
      </p:sp>
      <p:sp>
        <p:nvSpPr>
          <p:cNvPr id="42" name="PlaceHolder 2"/>
          <p:cNvSpPr>
            <a:spLocks noGrp="1"/>
          </p:cNvSpPr>
          <p:nvPr>
            <p:ph type="title"/>
          </p:nvPr>
        </p:nvSpPr>
        <p:spPr>
          <a:xfrm>
            <a:off x="7057440" y="1073520"/>
            <a:ext cx="1366200" cy="526320"/>
          </a:xfrm>
          <a:prstGeom prst="rect">
            <a:avLst/>
          </a:prstGeom>
          <a:noFill/>
          <a:ln w="0">
            <a:noFill/>
          </a:ln>
        </p:spPr>
        <p:txBody>
          <a:bodyPr lIns="91440" rIns="91440" tIns="91440" bIns="91440" anchor="ctr">
            <a:noAutofit/>
          </a:bodyPr>
          <a:p>
            <a:pPr indent="0" algn="r">
              <a:lnSpc>
                <a:spcPct val="100000"/>
              </a:lnSpc>
              <a:buNone/>
            </a:pPr>
            <a:r>
              <a:rPr b="0" lang="fr-FR" sz="5000" strike="noStrike" u="none">
                <a:solidFill>
                  <a:schemeClr val="accent1"/>
                </a:solidFill>
                <a:effectLst/>
                <a:uFillTx/>
                <a:latin typeface="Overpass Black"/>
                <a:ea typeface="Overpass Black"/>
              </a:rPr>
              <a:t>xx%</a:t>
            </a:r>
            <a:endParaRPr b="0" lang="fr-FR" sz="5000" strike="noStrike" u="non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8_1">
    <p:bg>
      <p:bgPr>
        <a:solidFill>
          <a:schemeClr val="lt1"/>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44" name="Google Shape;140;p21"/>
          <p:cNvSpPr/>
          <p:nvPr/>
        </p:nvSpPr>
        <p:spPr>
          <a:xfrm flipH="1" rot="10800000">
            <a:off x="5776920" y="-40320"/>
            <a:ext cx="3406680" cy="2016720"/>
          </a:xfrm>
          <a:custGeom>
            <a:avLst/>
            <a:gdLst>
              <a:gd name="textAreaLeft" fmla="*/ -360 w 3406680"/>
              <a:gd name="textAreaRight" fmla="*/ 3406680 w 3406680"/>
              <a:gd name="textAreaTop" fmla="*/ 0 h 2016720"/>
              <a:gd name="textAreaBottom" fmla="*/ 2017080 h 2016720"/>
            </a:gdLst>
            <a:ahLst/>
            <a:cxnLst/>
            <a:rect l="textAreaLeft" t="textAreaTop" r="textAreaRight" b="textAreaBottom"/>
            <a:pathLst>
              <a:path w="86144" h="55786">
                <a:moveTo>
                  <a:pt x="73909" y="1"/>
                </a:moveTo>
                <a:cubicBezTo>
                  <a:pt x="70234" y="1"/>
                  <a:pt x="66970" y="640"/>
                  <a:pt x="66149" y="2785"/>
                </a:cubicBezTo>
                <a:cubicBezTo>
                  <a:pt x="64154" y="7945"/>
                  <a:pt x="83985" y="13331"/>
                  <a:pt x="52678" y="13331"/>
                </a:cubicBezTo>
                <a:cubicBezTo>
                  <a:pt x="51023" y="13331"/>
                  <a:pt x="49224" y="13316"/>
                  <a:pt x="47272" y="13285"/>
                </a:cubicBezTo>
                <a:cubicBezTo>
                  <a:pt x="46348" y="13271"/>
                  <a:pt x="45442" y="13264"/>
                  <a:pt x="44552" y="13264"/>
                </a:cubicBezTo>
                <a:cubicBezTo>
                  <a:pt x="8006" y="13264"/>
                  <a:pt x="1" y="24880"/>
                  <a:pt x="1" y="24880"/>
                </a:cubicBezTo>
                <a:cubicBezTo>
                  <a:pt x="4383" y="30883"/>
                  <a:pt x="35517" y="22712"/>
                  <a:pt x="37183" y="37936"/>
                </a:cubicBezTo>
                <a:cubicBezTo>
                  <a:pt x="38849" y="53138"/>
                  <a:pt x="5068" y="55786"/>
                  <a:pt x="5068" y="55786"/>
                </a:cubicBezTo>
                <a:lnTo>
                  <a:pt x="86144" y="55786"/>
                </a:lnTo>
                <a:lnTo>
                  <a:pt x="86144" y="1530"/>
                </a:lnTo>
                <a:cubicBezTo>
                  <a:pt x="86144" y="1530"/>
                  <a:pt x="79547" y="1"/>
                  <a:pt x="73909"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 name="Google Shape;141;p21"/>
          <p:cNvSpPr/>
          <p:nvPr/>
        </p:nvSpPr>
        <p:spPr>
          <a:xfrm flipH="1">
            <a:off x="-79560" y="540000"/>
            <a:ext cx="5426640" cy="4646520"/>
          </a:xfrm>
          <a:custGeom>
            <a:avLst/>
            <a:gdLst>
              <a:gd name="textAreaLeft" fmla="*/ 360 w 5426640"/>
              <a:gd name="textAreaRight" fmla="*/ 5427360 w 5426640"/>
              <a:gd name="textAreaTop" fmla="*/ 0 h 4646520"/>
              <a:gd name="textAreaBottom" fmla="*/ 4646880 h 464652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_3">
    <p:bg>
      <p:bgPr>
        <a:solidFill>
          <a:schemeClr val="lt1"/>
        </a:solidFill>
      </p:bgPr>
    </p:bg>
    <p:spTree>
      <p:nvGrpSpPr>
        <p:cNvPr id="1" name=""/>
        <p:cNvGrpSpPr/>
        <p:nvPr/>
      </p:nvGrpSpPr>
      <p:grpSpPr>
        <a:xfrm>
          <a:off x="0" y="0"/>
          <a:ext cx="0" cy="0"/>
          <a:chOff x="0" y="0"/>
          <a:chExt cx="0" cy="0"/>
        </a:xfrm>
      </p:grpSpPr>
      <p:sp>
        <p:nvSpPr>
          <p:cNvPr id="46" name="Google Shape;145;p22"/>
          <p:cNvSpPr/>
          <p:nvPr/>
        </p:nvSpPr>
        <p:spPr>
          <a:xfrm flipH="1" rot="10800000">
            <a:off x="6528960" y="36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 name="Google Shape;146;p22"/>
          <p:cNvSpPr/>
          <p:nvPr/>
        </p:nvSpPr>
        <p:spPr>
          <a:xfrm flipH="1">
            <a:off x="-32400" y="2948760"/>
            <a:ext cx="1776240" cy="2206080"/>
          </a:xfrm>
          <a:custGeom>
            <a:avLst/>
            <a:gdLst>
              <a:gd name="textAreaLeft" fmla="*/ 360 w 1776240"/>
              <a:gd name="textAreaRight" fmla="*/ 1776960 w 1776240"/>
              <a:gd name="textAreaTop" fmla="*/ 0 h 2206080"/>
              <a:gd name="textAreaBottom" fmla="*/ 2206440 h 2206080"/>
            </a:gdLst>
            <a:ahLst/>
            <a:cxnLst/>
            <a:rect l="textAreaLeft" t="textAreaTop" r="textAreaRight" b="textAreaBottom"/>
            <a:pathLst>
              <a:path w="86144" h="55786">
                <a:moveTo>
                  <a:pt x="73909" y="1"/>
                </a:moveTo>
                <a:cubicBezTo>
                  <a:pt x="70234" y="1"/>
                  <a:pt x="66970" y="640"/>
                  <a:pt x="66149" y="2785"/>
                </a:cubicBezTo>
                <a:cubicBezTo>
                  <a:pt x="64154" y="7945"/>
                  <a:pt x="83985" y="13331"/>
                  <a:pt x="52678" y="13331"/>
                </a:cubicBezTo>
                <a:cubicBezTo>
                  <a:pt x="51023" y="13331"/>
                  <a:pt x="49224" y="13316"/>
                  <a:pt x="47272" y="13285"/>
                </a:cubicBezTo>
                <a:cubicBezTo>
                  <a:pt x="46348" y="13271"/>
                  <a:pt x="45442" y="13264"/>
                  <a:pt x="44552" y="13264"/>
                </a:cubicBezTo>
                <a:cubicBezTo>
                  <a:pt x="8006" y="13264"/>
                  <a:pt x="1" y="24880"/>
                  <a:pt x="1" y="24880"/>
                </a:cubicBezTo>
                <a:cubicBezTo>
                  <a:pt x="4383" y="30883"/>
                  <a:pt x="35517" y="22712"/>
                  <a:pt x="37183" y="37936"/>
                </a:cubicBezTo>
                <a:cubicBezTo>
                  <a:pt x="38849" y="53138"/>
                  <a:pt x="5068" y="55786"/>
                  <a:pt x="5068" y="55786"/>
                </a:cubicBezTo>
                <a:lnTo>
                  <a:pt x="86144" y="55786"/>
                </a:lnTo>
                <a:lnTo>
                  <a:pt x="86144" y="1530"/>
                </a:lnTo>
                <a:cubicBezTo>
                  <a:pt x="86144" y="1530"/>
                  <a:pt x="79547" y="1"/>
                  <a:pt x="73909"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_1">
    <p:bg>
      <p:bgPr>
        <a:solidFill>
          <a:schemeClr val="lt1"/>
        </a:solidFill>
      </p:bgPr>
    </p:bg>
    <p:spTree>
      <p:nvGrpSpPr>
        <p:cNvPr id="1" name=""/>
        <p:cNvGrpSpPr/>
        <p:nvPr/>
      </p:nvGrpSpPr>
      <p:grpSpPr>
        <a:xfrm>
          <a:off x="0" y="0"/>
          <a:ext cx="0" cy="0"/>
          <a:chOff x="0" y="0"/>
          <a:chExt cx="0" cy="0"/>
        </a:xfrm>
      </p:grpSpPr>
      <p:sp>
        <p:nvSpPr>
          <p:cNvPr id="49" name="PlaceHolder 1"/>
          <p:cNvSpPr>
            <a:spLocks noGrp="1"/>
          </p:cNvSpPr>
          <p:nvPr>
            <p:ph type="body"/>
          </p:nvPr>
        </p:nvSpPr>
        <p:spPr>
          <a:xfrm>
            <a:off x="19440" y="108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50" name="PlaceHolder 2"/>
          <p:cNvSpPr>
            <a:spLocks noGrp="1"/>
          </p:cNvSpPr>
          <p:nvPr>
            <p:ph type="title"/>
          </p:nvPr>
        </p:nvSpPr>
        <p:spPr>
          <a:xfrm>
            <a:off x="713520" y="4038120"/>
            <a:ext cx="7717320" cy="562320"/>
          </a:xfrm>
          <a:prstGeom prst="rect">
            <a:avLst/>
          </a:prstGeom>
          <a:solidFill>
            <a:schemeClr val="lt1"/>
          </a:solidFill>
          <a:ln w="0">
            <a:noFill/>
          </a:ln>
        </p:spPr>
        <p:txBody>
          <a:bodyPr lIns="91440" rIns="91440" tIns="91440" bIns="91440" anchor="ctr">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
    <p:bg>
      <p:bgPr>
        <a:solidFill>
          <a:schemeClr val="lt1"/>
        </a:solidFill>
      </p:bgPr>
    </p:bg>
    <p:spTree>
      <p:nvGrpSpPr>
        <p:cNvPr id="1" name=""/>
        <p:cNvGrpSpPr/>
        <p:nvPr/>
      </p:nvGrpSpPr>
      <p:grpSpPr>
        <a:xfrm>
          <a:off x="0" y="0"/>
          <a:ext cx="0" cy="0"/>
          <a:chOff x="0" y="0"/>
          <a:chExt cx="0" cy="0"/>
        </a:xfrm>
      </p:grpSpPr>
      <p:sp>
        <p:nvSpPr>
          <p:cNvPr id="51" name="Google Shape;160;p24"/>
          <p:cNvSpPr/>
          <p:nvPr/>
        </p:nvSpPr>
        <p:spPr>
          <a:xfrm flipH="1">
            <a:off x="-27720" y="288180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 name="Google Shape;161;p24"/>
          <p:cNvSpPr/>
          <p:nvPr/>
        </p:nvSpPr>
        <p:spPr>
          <a:xfrm flipH="1" rot="10800000">
            <a:off x="6528960" y="36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 name="PlaceHolder 1"/>
          <p:cNvSpPr>
            <a:spLocks noGrp="1"/>
          </p:cNvSpPr>
          <p:nvPr>
            <p:ph type="title"/>
          </p:nvPr>
        </p:nvSpPr>
        <p:spPr>
          <a:xfrm>
            <a:off x="720000" y="54648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_2">
    <p:bg>
      <p:bgPr>
        <a:solidFill>
          <a:schemeClr val="lt1"/>
        </a:solidFill>
      </p:bgPr>
    </p:bg>
    <p:spTree>
      <p:nvGrpSpPr>
        <p:cNvPr id="1" name=""/>
        <p:cNvGrpSpPr/>
        <p:nvPr/>
      </p:nvGrpSpPr>
      <p:grpSpPr>
        <a:xfrm>
          <a:off x="0" y="0"/>
          <a:ext cx="0" cy="0"/>
          <a:chOff x="0" y="0"/>
          <a:chExt cx="0" cy="0"/>
        </a:xfrm>
      </p:grpSpPr>
      <p:sp>
        <p:nvSpPr>
          <p:cNvPr id="54" name="Google Shape;176;p25"/>
          <p:cNvSpPr/>
          <p:nvPr/>
        </p:nvSpPr>
        <p:spPr>
          <a:xfrm>
            <a:off x="6529320" y="2881800"/>
            <a:ext cx="2650680" cy="2269440"/>
          </a:xfrm>
          <a:custGeom>
            <a:avLst/>
            <a:gdLst>
              <a:gd name="textAreaLeft" fmla="*/ 0 w 2650680"/>
              <a:gd name="textAreaRight" fmla="*/ 265104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 name="Google Shape;177;p25"/>
          <p:cNvSpPr/>
          <p:nvPr/>
        </p:nvSpPr>
        <p:spPr>
          <a:xfrm rot="10800000">
            <a:off x="-26640" y="360"/>
            <a:ext cx="2650680" cy="2269440"/>
          </a:xfrm>
          <a:custGeom>
            <a:avLst/>
            <a:gdLst>
              <a:gd name="textAreaLeft" fmla="*/ 0 w 2650680"/>
              <a:gd name="textAreaRight" fmla="*/ 265104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 name="PlaceHolder 1"/>
          <p:cNvSpPr>
            <a:spLocks noGrp="1"/>
          </p:cNvSpPr>
          <p:nvPr>
            <p:ph type="title"/>
          </p:nvPr>
        </p:nvSpPr>
        <p:spPr>
          <a:xfrm>
            <a:off x="720000" y="54648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6">
    <p:bg>
      <p:bgPr>
        <a:solidFill>
          <a:schemeClr val="lt1"/>
        </a:solidFill>
      </p:bgPr>
    </p:bg>
    <p:spTree>
      <p:nvGrpSpPr>
        <p:cNvPr id="1" name=""/>
        <p:cNvGrpSpPr/>
        <p:nvPr/>
      </p:nvGrpSpPr>
      <p:grpSpPr>
        <a:xfrm>
          <a:off x="0" y="0"/>
          <a:ext cx="0" cy="0"/>
          <a:chOff x="0" y="0"/>
          <a:chExt cx="0" cy="0"/>
        </a:xfrm>
      </p:grpSpPr>
      <p:sp>
        <p:nvSpPr>
          <p:cNvPr id="57" name="Google Shape;186;p26"/>
          <p:cNvSpPr/>
          <p:nvPr/>
        </p:nvSpPr>
        <p:spPr>
          <a:xfrm>
            <a:off x="2076480" y="-988200"/>
            <a:ext cx="7160760" cy="6131520"/>
          </a:xfrm>
          <a:custGeom>
            <a:avLst/>
            <a:gdLst>
              <a:gd name="textAreaLeft" fmla="*/ 0 w 7160760"/>
              <a:gd name="textAreaRight" fmla="*/ 7161120 w 7160760"/>
              <a:gd name="textAreaTop" fmla="*/ 0 h 6131520"/>
              <a:gd name="textAreaBottom" fmla="*/ 6131880 h 613152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8" name="PlaceHolder 1"/>
          <p:cNvSpPr>
            <a:spLocks noGrp="1"/>
          </p:cNvSpPr>
          <p:nvPr>
            <p:ph type="title"/>
          </p:nvPr>
        </p:nvSpPr>
        <p:spPr>
          <a:xfrm>
            <a:off x="720000" y="618480"/>
            <a:ext cx="4032360" cy="805680"/>
          </a:xfrm>
          <a:prstGeom prst="rect">
            <a:avLst/>
          </a:prstGeom>
          <a:noFill/>
          <a:ln w="0">
            <a:noFill/>
          </a:ln>
        </p:spPr>
        <p:txBody>
          <a:bodyPr lIns="91440" rIns="91440" tIns="91440" bIns="91440" anchor="ctr">
            <a:noAutofit/>
          </a:bodyPr>
          <a:p>
            <a:pPr indent="0">
              <a:lnSpc>
                <a:spcPct val="100000"/>
              </a:lnSpc>
              <a:buNone/>
            </a:pPr>
            <a:r>
              <a:rPr b="0" lang="fr-FR" sz="4800" strike="noStrike" u="none">
                <a:solidFill>
                  <a:schemeClr val="accent1"/>
                </a:solidFill>
                <a:effectLst/>
                <a:uFillTx/>
                <a:latin typeface="Overpass Black"/>
                <a:ea typeface="Overpass Black"/>
              </a:rPr>
              <a:t>xx%</a:t>
            </a:r>
            <a:endParaRPr b="0" lang="fr-FR" sz="4800" strike="noStrike" u="none">
              <a:solidFill>
                <a:schemeClr val="dk1"/>
              </a:solidFill>
              <a:effectLst/>
              <a:uFillTx/>
              <a:latin typeface="Arial"/>
            </a:endParaRPr>
          </a:p>
        </p:txBody>
      </p:sp>
      <p:sp>
        <p:nvSpPr>
          <p:cNvPr id="59" name="PlaceHolder 2"/>
          <p:cNvSpPr>
            <a:spLocks noGrp="1"/>
          </p:cNvSpPr>
          <p:nvPr>
            <p:ph type="title"/>
          </p:nvPr>
        </p:nvSpPr>
        <p:spPr>
          <a:xfrm>
            <a:off x="720000" y="1955520"/>
            <a:ext cx="4032360" cy="805680"/>
          </a:xfrm>
          <a:prstGeom prst="rect">
            <a:avLst/>
          </a:prstGeom>
          <a:noFill/>
          <a:ln w="0">
            <a:noFill/>
          </a:ln>
        </p:spPr>
        <p:txBody>
          <a:bodyPr lIns="91440" rIns="91440" tIns="91440" bIns="91440" anchor="ctr">
            <a:noAutofit/>
          </a:bodyPr>
          <a:p>
            <a:pPr indent="0">
              <a:lnSpc>
                <a:spcPct val="100000"/>
              </a:lnSpc>
              <a:buNone/>
            </a:pPr>
            <a:r>
              <a:rPr b="0" lang="fr-FR" sz="4800" strike="noStrike" u="none">
                <a:solidFill>
                  <a:schemeClr val="accent1"/>
                </a:solidFill>
                <a:effectLst/>
                <a:uFillTx/>
                <a:latin typeface="Overpass Black"/>
                <a:ea typeface="Overpass Black"/>
              </a:rPr>
              <a:t>xx%</a:t>
            </a:r>
            <a:endParaRPr b="0" lang="fr-FR" sz="4800" strike="noStrike" u="none">
              <a:solidFill>
                <a:schemeClr val="dk1"/>
              </a:solidFill>
              <a:effectLst/>
              <a:uFillTx/>
              <a:latin typeface="Arial"/>
            </a:endParaRPr>
          </a:p>
        </p:txBody>
      </p:sp>
      <p:sp>
        <p:nvSpPr>
          <p:cNvPr id="60" name="PlaceHolder 3"/>
          <p:cNvSpPr>
            <a:spLocks noGrp="1"/>
          </p:cNvSpPr>
          <p:nvPr>
            <p:ph type="title"/>
          </p:nvPr>
        </p:nvSpPr>
        <p:spPr>
          <a:xfrm>
            <a:off x="720000" y="3292920"/>
            <a:ext cx="4032360" cy="805680"/>
          </a:xfrm>
          <a:prstGeom prst="rect">
            <a:avLst/>
          </a:prstGeom>
          <a:noFill/>
          <a:ln w="0">
            <a:noFill/>
          </a:ln>
        </p:spPr>
        <p:txBody>
          <a:bodyPr lIns="91440" rIns="91440" tIns="91440" bIns="91440" anchor="ctr">
            <a:noAutofit/>
          </a:bodyPr>
          <a:p>
            <a:pPr indent="0">
              <a:lnSpc>
                <a:spcPct val="100000"/>
              </a:lnSpc>
              <a:buNone/>
            </a:pPr>
            <a:r>
              <a:rPr b="0" lang="fr-FR" sz="4800" strike="noStrike" u="none">
                <a:solidFill>
                  <a:schemeClr val="accent1"/>
                </a:solidFill>
                <a:effectLst/>
                <a:uFillTx/>
                <a:latin typeface="Overpass Black"/>
                <a:ea typeface="Overpass Black"/>
              </a:rPr>
              <a:t>xx%</a:t>
            </a:r>
            <a:endParaRPr b="0" lang="fr-FR" sz="48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6_1">
    <p:bg>
      <p:bgPr>
        <a:solidFill>
          <a:schemeClr val="lt1"/>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2173680" y="618480"/>
            <a:ext cx="4795920" cy="805680"/>
          </a:xfrm>
          <a:prstGeom prst="rect">
            <a:avLst/>
          </a:prstGeom>
          <a:noFill/>
          <a:ln w="0">
            <a:noFill/>
          </a:ln>
        </p:spPr>
        <p:txBody>
          <a:bodyPr lIns="91440" rIns="91440" tIns="91440" bIns="91440" anchor="ctr">
            <a:noAutofit/>
          </a:bodyPr>
          <a:p>
            <a:pPr indent="0" algn="ctr">
              <a:lnSpc>
                <a:spcPct val="100000"/>
              </a:lnSpc>
              <a:buNone/>
            </a:pPr>
            <a:r>
              <a:rPr b="0" lang="fr-FR" sz="4800" strike="noStrike" u="none">
                <a:solidFill>
                  <a:schemeClr val="accent1"/>
                </a:solidFill>
                <a:effectLst/>
                <a:uFillTx/>
                <a:latin typeface="Overpass Black"/>
                <a:ea typeface="Overpass Black"/>
              </a:rPr>
              <a:t>xx%</a:t>
            </a:r>
            <a:endParaRPr b="0" lang="fr-FR" sz="4800" strike="noStrike" u="none">
              <a:solidFill>
                <a:schemeClr val="dk1"/>
              </a:solidFill>
              <a:effectLst/>
              <a:uFillTx/>
              <a:latin typeface="Arial"/>
            </a:endParaRPr>
          </a:p>
        </p:txBody>
      </p:sp>
      <p:sp>
        <p:nvSpPr>
          <p:cNvPr id="62" name="PlaceHolder 2"/>
          <p:cNvSpPr>
            <a:spLocks noGrp="1"/>
          </p:cNvSpPr>
          <p:nvPr>
            <p:ph type="title"/>
          </p:nvPr>
        </p:nvSpPr>
        <p:spPr>
          <a:xfrm>
            <a:off x="2173680" y="1955520"/>
            <a:ext cx="4795920" cy="805680"/>
          </a:xfrm>
          <a:prstGeom prst="rect">
            <a:avLst/>
          </a:prstGeom>
          <a:noFill/>
          <a:ln w="0">
            <a:noFill/>
          </a:ln>
        </p:spPr>
        <p:txBody>
          <a:bodyPr lIns="91440" rIns="91440" tIns="91440" bIns="91440" anchor="ctr">
            <a:noAutofit/>
          </a:bodyPr>
          <a:p>
            <a:pPr indent="0" algn="ctr">
              <a:lnSpc>
                <a:spcPct val="100000"/>
              </a:lnSpc>
              <a:buNone/>
            </a:pPr>
            <a:r>
              <a:rPr b="0" lang="fr-FR" sz="4800" strike="noStrike" u="none">
                <a:solidFill>
                  <a:schemeClr val="accent1"/>
                </a:solidFill>
                <a:effectLst/>
                <a:uFillTx/>
                <a:latin typeface="Overpass Black"/>
                <a:ea typeface="Overpass Black"/>
              </a:rPr>
              <a:t>xx%</a:t>
            </a:r>
            <a:endParaRPr b="0" lang="fr-FR" sz="4800" strike="noStrike" u="none">
              <a:solidFill>
                <a:schemeClr val="dk1"/>
              </a:solidFill>
              <a:effectLst/>
              <a:uFillTx/>
              <a:latin typeface="Arial"/>
            </a:endParaRPr>
          </a:p>
        </p:txBody>
      </p:sp>
      <p:sp>
        <p:nvSpPr>
          <p:cNvPr id="63" name="PlaceHolder 3"/>
          <p:cNvSpPr>
            <a:spLocks noGrp="1"/>
          </p:cNvSpPr>
          <p:nvPr>
            <p:ph type="title"/>
          </p:nvPr>
        </p:nvSpPr>
        <p:spPr>
          <a:xfrm>
            <a:off x="2173680" y="3292920"/>
            <a:ext cx="4795920" cy="805680"/>
          </a:xfrm>
          <a:prstGeom prst="rect">
            <a:avLst/>
          </a:prstGeom>
          <a:noFill/>
          <a:ln w="0">
            <a:noFill/>
          </a:ln>
        </p:spPr>
        <p:txBody>
          <a:bodyPr lIns="91440" rIns="91440" tIns="91440" bIns="91440" anchor="ctr">
            <a:noAutofit/>
          </a:bodyPr>
          <a:p>
            <a:pPr indent="0" algn="ctr">
              <a:lnSpc>
                <a:spcPct val="100000"/>
              </a:lnSpc>
              <a:buNone/>
            </a:pPr>
            <a:r>
              <a:rPr b="0" lang="fr-FR" sz="4800" strike="noStrike" u="none">
                <a:solidFill>
                  <a:schemeClr val="accent1"/>
                </a:solidFill>
                <a:effectLst/>
                <a:uFillTx/>
                <a:latin typeface="Overpass Black"/>
                <a:ea typeface="Overpass Black"/>
              </a:rPr>
              <a:t>xx%</a:t>
            </a:r>
            <a:endParaRPr b="0" lang="fr-FR" sz="4800" strike="noStrike" u="none">
              <a:solidFill>
                <a:schemeClr val="dk1"/>
              </a:solidFill>
              <a:effectLst/>
              <a:uFillTx/>
              <a:latin typeface="Arial"/>
            </a:endParaRPr>
          </a:p>
        </p:txBody>
      </p:sp>
      <p:sp>
        <p:nvSpPr>
          <p:cNvPr id="64" name="Google Shape;200;p27"/>
          <p:cNvSpPr/>
          <p:nvPr/>
        </p:nvSpPr>
        <p:spPr>
          <a:xfrm>
            <a:off x="6529320" y="2881800"/>
            <a:ext cx="2650680" cy="2269440"/>
          </a:xfrm>
          <a:custGeom>
            <a:avLst/>
            <a:gdLst>
              <a:gd name="textAreaLeft" fmla="*/ 0 w 2650680"/>
              <a:gd name="textAreaRight" fmla="*/ 265104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 name="Google Shape;201;p27"/>
          <p:cNvSpPr/>
          <p:nvPr/>
        </p:nvSpPr>
        <p:spPr>
          <a:xfrm rot="10800000">
            <a:off x="-26640" y="360"/>
            <a:ext cx="2650680" cy="2269440"/>
          </a:xfrm>
          <a:custGeom>
            <a:avLst/>
            <a:gdLst>
              <a:gd name="textAreaLeft" fmla="*/ 0 w 2650680"/>
              <a:gd name="textAreaRight" fmla="*/ 265104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7">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720360" y="1164960"/>
            <a:ext cx="7703280" cy="2031480"/>
          </a:xfrm>
          <a:prstGeom prst="rect">
            <a:avLst/>
          </a:prstGeom>
          <a:noFill/>
          <a:ln w="0">
            <a:noFill/>
          </a:ln>
        </p:spPr>
        <p:txBody>
          <a:bodyPr lIns="91440" rIns="91440" tIns="91440" bIns="91440" anchor="ctr">
            <a:noAutofit/>
          </a:bodyPr>
          <a:p>
            <a:pPr indent="0">
              <a:buNone/>
            </a:pPr>
            <a:r>
              <a:rPr b="0" lang="fr-FR" sz="4800" strike="noStrike" u="none">
                <a:solidFill>
                  <a:schemeClr val="dk1"/>
                </a:solidFill>
                <a:effectLst/>
                <a:uFillTx/>
                <a:latin typeface="Arial"/>
              </a:rPr>
              <a:t>Click to edit the title text format</a:t>
            </a:r>
            <a:endParaRPr b="0" lang="fr-FR" sz="4800" strike="noStrike" u="none">
              <a:solidFill>
                <a:schemeClr val="dk1"/>
              </a:solidFill>
              <a:effectLst/>
              <a:uFillTx/>
              <a:latin typeface="Arial"/>
            </a:endParaRPr>
          </a:p>
        </p:txBody>
      </p:sp>
      <p:sp>
        <p:nvSpPr>
          <p:cNvPr id="67" name="Google Shape;205;p28"/>
          <p:cNvSpPr/>
          <p:nvPr/>
        </p:nvSpPr>
        <p:spPr>
          <a:xfrm flipH="1" rot="10800000">
            <a:off x="5926680" y="360"/>
            <a:ext cx="3256560" cy="2788560"/>
          </a:xfrm>
          <a:custGeom>
            <a:avLst/>
            <a:gdLst>
              <a:gd name="textAreaLeft" fmla="*/ 360 w 3256560"/>
              <a:gd name="textAreaRight" fmla="*/ 3257280 w 3256560"/>
              <a:gd name="textAreaTop" fmla="*/ 0 h 2788560"/>
              <a:gd name="textAreaBottom" fmla="*/ 2788920 h 278856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 name="Google Shape;206;p28"/>
          <p:cNvSpPr/>
          <p:nvPr/>
        </p:nvSpPr>
        <p:spPr>
          <a:xfrm flipH="1">
            <a:off x="-81720" y="2108160"/>
            <a:ext cx="2587680" cy="3034800"/>
          </a:xfrm>
          <a:custGeom>
            <a:avLst/>
            <a:gdLst>
              <a:gd name="textAreaLeft" fmla="*/ 360 w 2587680"/>
              <a:gd name="textAreaRight" fmla="*/ 2588400 w 2587680"/>
              <a:gd name="textAreaTop" fmla="*/ 0 h 3034800"/>
              <a:gd name="textAreaBottom" fmla="*/ 3035160 h 303480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_1_1">
    <p:bg>
      <p:bgPr>
        <a:solidFill>
          <a:schemeClr val="lt1"/>
        </a:solidFill>
      </p:bgPr>
    </p:bg>
    <p:spTree>
      <p:nvGrpSpPr>
        <p:cNvPr id="1" name=""/>
        <p:cNvGrpSpPr/>
        <p:nvPr/>
      </p:nvGrpSpPr>
      <p:grpSpPr>
        <a:xfrm>
          <a:off x="0" y="0"/>
          <a:ext cx="0" cy="0"/>
          <a:chOff x="0" y="0"/>
          <a:chExt cx="0" cy="0"/>
        </a:xfrm>
      </p:grpSpPr>
      <p:sp>
        <p:nvSpPr>
          <p:cNvPr id="69" name="Google Shape;208;p29"/>
          <p:cNvSpPr/>
          <p:nvPr/>
        </p:nvSpPr>
        <p:spPr>
          <a:xfrm flipH="1" rot="21291000">
            <a:off x="-3720240" y="2064960"/>
            <a:ext cx="6814080" cy="4668480"/>
          </a:xfrm>
          <a:custGeom>
            <a:avLst/>
            <a:gdLst>
              <a:gd name="textAreaLeft" fmla="*/ -360 w 6814080"/>
              <a:gd name="textAreaRight" fmla="*/ 6814080 w 6814080"/>
              <a:gd name="textAreaTop" fmla="*/ 0 h 4668480"/>
              <a:gd name="textAreaBottom" fmla="*/ 4668840 h 466848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 name="PlaceHolder 1"/>
          <p:cNvSpPr>
            <a:spLocks noGrp="1"/>
          </p:cNvSpPr>
          <p:nvPr>
            <p:ph type="title"/>
          </p:nvPr>
        </p:nvSpPr>
        <p:spPr>
          <a:xfrm>
            <a:off x="1894320" y="777240"/>
            <a:ext cx="5355000" cy="179856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71" name="Google Shape;211;p29"/>
          <p:cNvSpPr/>
          <p:nvPr/>
        </p:nvSpPr>
        <p:spPr>
          <a:xfrm flipH="1" rot="21291000">
            <a:off x="5694120" y="1900080"/>
            <a:ext cx="6814080" cy="4668480"/>
          </a:xfrm>
          <a:custGeom>
            <a:avLst/>
            <a:gdLst>
              <a:gd name="textAreaLeft" fmla="*/ 360 w 6814080"/>
              <a:gd name="textAreaRight" fmla="*/ 6814800 w 6814080"/>
              <a:gd name="textAreaTop" fmla="*/ 0 h 4668480"/>
              <a:gd name="textAreaBottom" fmla="*/ 4668840 h 466848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_1">
    <p:bg>
      <p:bgPr>
        <a:solidFill>
          <a:schemeClr val="lt1"/>
        </a:solidFill>
      </p:bgPr>
    </p:bg>
    <p:spTree>
      <p:nvGrpSpPr>
        <p:cNvPr id="1" name=""/>
        <p:cNvGrpSpPr/>
        <p:nvPr/>
      </p:nvGrpSpPr>
      <p:grpSpPr>
        <a:xfrm>
          <a:off x="0" y="0"/>
          <a:ext cx="0" cy="0"/>
          <a:chOff x="0" y="0"/>
          <a:chExt cx="0" cy="0"/>
        </a:xfrm>
      </p:grpSpPr>
      <p:sp>
        <p:nvSpPr>
          <p:cNvPr id="72" name="Google Shape;213;p30"/>
          <p:cNvSpPr/>
          <p:nvPr/>
        </p:nvSpPr>
        <p:spPr>
          <a:xfrm>
            <a:off x="3218040" y="0"/>
            <a:ext cx="6006600" cy="5143320"/>
          </a:xfrm>
          <a:custGeom>
            <a:avLst/>
            <a:gdLst>
              <a:gd name="textAreaLeft" fmla="*/ 0 w 6006600"/>
              <a:gd name="textAreaRight" fmla="*/ 6006960 w 6006600"/>
              <a:gd name="textAreaTop" fmla="*/ 0 h 5143320"/>
              <a:gd name="textAreaBottom" fmla="*/ 5143680 h 514332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 name="PlaceHolder 1"/>
          <p:cNvSpPr>
            <a:spLocks noGrp="1"/>
          </p:cNvSpPr>
          <p:nvPr>
            <p:ph type="title"/>
          </p:nvPr>
        </p:nvSpPr>
        <p:spPr>
          <a:xfrm>
            <a:off x="720000" y="365400"/>
            <a:ext cx="3119400" cy="156132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7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75" name="Google Shape;19;p4"/>
          <p:cNvSpPr/>
          <p:nvPr/>
        </p:nvSpPr>
        <p:spPr>
          <a:xfrm>
            <a:off x="-881280" y="1272240"/>
            <a:ext cx="7339680" cy="4170960"/>
          </a:xfrm>
          <a:custGeom>
            <a:avLst/>
            <a:gdLst>
              <a:gd name="textAreaLeft" fmla="*/ 0 w 7339680"/>
              <a:gd name="textAreaRight" fmla="*/ 7340040 w 7339680"/>
              <a:gd name="textAreaTop" fmla="*/ 0 h 4170960"/>
              <a:gd name="textAreaBottom" fmla="*/ 4171320 h 4170960"/>
            </a:gdLst>
            <a:ahLst/>
            <a:cxnLst/>
            <a:rect l="textAreaLeft" t="textAreaTop" r="textAreaRight" b="textAreaBottom"/>
            <a:pathLst>
              <a:path w="135616" h="77069">
                <a:moveTo>
                  <a:pt x="110703" y="61981"/>
                </a:moveTo>
                <a:cubicBezTo>
                  <a:pt x="106869" y="63560"/>
                  <a:pt x="102909" y="64888"/>
                  <a:pt x="99275" y="66893"/>
                </a:cubicBezTo>
                <a:cubicBezTo>
                  <a:pt x="94688" y="69400"/>
                  <a:pt x="90854" y="72633"/>
                  <a:pt x="85640" y="73961"/>
                </a:cubicBezTo>
                <a:cubicBezTo>
                  <a:pt x="82132" y="74863"/>
                  <a:pt x="78397" y="74838"/>
                  <a:pt x="74813" y="75339"/>
                </a:cubicBezTo>
                <a:cubicBezTo>
                  <a:pt x="70878" y="75891"/>
                  <a:pt x="66944" y="76542"/>
                  <a:pt x="62984" y="76793"/>
                </a:cubicBezTo>
                <a:cubicBezTo>
                  <a:pt x="62733" y="76818"/>
                  <a:pt x="62482" y="76818"/>
                  <a:pt x="62257" y="76818"/>
                </a:cubicBezTo>
                <a:cubicBezTo>
                  <a:pt x="61004" y="76893"/>
                  <a:pt x="59776" y="76943"/>
                  <a:pt x="58548" y="76969"/>
                </a:cubicBezTo>
                <a:cubicBezTo>
                  <a:pt x="58322" y="76994"/>
                  <a:pt x="58071" y="76994"/>
                  <a:pt x="57846" y="76994"/>
                </a:cubicBezTo>
                <a:cubicBezTo>
                  <a:pt x="57595" y="76994"/>
                  <a:pt x="57370" y="76994"/>
                  <a:pt x="57119" y="76994"/>
                </a:cubicBezTo>
                <a:cubicBezTo>
                  <a:pt x="56868" y="77019"/>
                  <a:pt x="56618" y="77019"/>
                  <a:pt x="56342" y="77019"/>
                </a:cubicBezTo>
                <a:cubicBezTo>
                  <a:pt x="41129" y="77069"/>
                  <a:pt x="25039" y="74262"/>
                  <a:pt x="12582" y="65039"/>
                </a:cubicBezTo>
                <a:cubicBezTo>
                  <a:pt x="10753" y="63660"/>
                  <a:pt x="8948" y="62131"/>
                  <a:pt x="7946" y="60076"/>
                </a:cubicBezTo>
                <a:cubicBezTo>
                  <a:pt x="7094" y="58322"/>
                  <a:pt x="6918" y="56342"/>
                  <a:pt x="6517" y="54437"/>
                </a:cubicBezTo>
                <a:cubicBezTo>
                  <a:pt x="6041" y="52282"/>
                  <a:pt x="5164" y="50302"/>
                  <a:pt x="3435" y="48848"/>
                </a:cubicBezTo>
                <a:cubicBezTo>
                  <a:pt x="1104" y="46893"/>
                  <a:pt x="1" y="45916"/>
                  <a:pt x="1229" y="42758"/>
                </a:cubicBezTo>
                <a:cubicBezTo>
                  <a:pt x="5089" y="32733"/>
                  <a:pt x="12432" y="24261"/>
                  <a:pt x="21154" y="17996"/>
                </a:cubicBezTo>
                <a:cubicBezTo>
                  <a:pt x="33309" y="9249"/>
                  <a:pt x="48172" y="4286"/>
                  <a:pt x="62808" y="1880"/>
                </a:cubicBezTo>
                <a:cubicBezTo>
                  <a:pt x="70979" y="527"/>
                  <a:pt x="79300" y="1"/>
                  <a:pt x="87595" y="452"/>
                </a:cubicBezTo>
                <a:cubicBezTo>
                  <a:pt x="89575" y="552"/>
                  <a:pt x="91555" y="702"/>
                  <a:pt x="93510" y="928"/>
                </a:cubicBezTo>
                <a:cubicBezTo>
                  <a:pt x="95390" y="1129"/>
                  <a:pt x="97295" y="1605"/>
                  <a:pt x="99149" y="1555"/>
                </a:cubicBezTo>
                <a:cubicBezTo>
                  <a:pt x="103861" y="1404"/>
                  <a:pt x="108874" y="2306"/>
                  <a:pt x="113360" y="3660"/>
                </a:cubicBezTo>
                <a:cubicBezTo>
                  <a:pt x="116367" y="4562"/>
                  <a:pt x="120854" y="5489"/>
                  <a:pt x="122132" y="8773"/>
                </a:cubicBezTo>
                <a:cubicBezTo>
                  <a:pt x="122558" y="9825"/>
                  <a:pt x="123009" y="10778"/>
                  <a:pt x="123736" y="11655"/>
                </a:cubicBezTo>
                <a:cubicBezTo>
                  <a:pt x="124789" y="13008"/>
                  <a:pt x="126493" y="13184"/>
                  <a:pt x="127871" y="13961"/>
                </a:cubicBezTo>
                <a:cubicBezTo>
                  <a:pt x="129400" y="14838"/>
                  <a:pt x="130754" y="16041"/>
                  <a:pt x="131781" y="17469"/>
                </a:cubicBezTo>
                <a:cubicBezTo>
                  <a:pt x="133285" y="19500"/>
                  <a:pt x="134137" y="21956"/>
                  <a:pt x="134563" y="24462"/>
                </a:cubicBezTo>
                <a:cubicBezTo>
                  <a:pt x="135290" y="28372"/>
                  <a:pt x="135616" y="32833"/>
                  <a:pt x="134638" y="36718"/>
                </a:cubicBezTo>
                <a:cubicBezTo>
                  <a:pt x="133636" y="40653"/>
                  <a:pt x="131706" y="44287"/>
                  <a:pt x="129325" y="47520"/>
                </a:cubicBezTo>
                <a:cubicBezTo>
                  <a:pt x="125114" y="53209"/>
                  <a:pt x="119701" y="57896"/>
                  <a:pt x="113285" y="60878"/>
                </a:cubicBezTo>
                <a:cubicBezTo>
                  <a:pt x="112433" y="61254"/>
                  <a:pt x="111555" y="61630"/>
                  <a:pt x="110703" y="6198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77" name="PlaceHolder 2"/>
          <p:cNvSpPr>
            <a:spLocks noGrp="1"/>
          </p:cNvSpPr>
          <p:nvPr>
            <p:ph type="body"/>
          </p:nvPr>
        </p:nvSpPr>
        <p:spPr>
          <a:xfrm>
            <a:off x="720000" y="1152360"/>
            <a:ext cx="770364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sp>
        <p:nvSpPr>
          <p:cNvPr id="78" name="Google Shape;217;p31"/>
          <p:cNvSpPr/>
          <p:nvPr/>
        </p:nvSpPr>
        <p:spPr>
          <a:xfrm flipH="1" rot="10800000">
            <a:off x="6528960" y="36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9" name="Google Shape;218;p31"/>
          <p:cNvSpPr/>
          <p:nvPr/>
        </p:nvSpPr>
        <p:spPr>
          <a:xfrm flipH="1">
            <a:off x="-32040" y="2948760"/>
            <a:ext cx="2861280" cy="2206080"/>
          </a:xfrm>
          <a:custGeom>
            <a:avLst/>
            <a:gdLst>
              <a:gd name="textAreaLeft" fmla="*/ 360 w 2861280"/>
              <a:gd name="textAreaRight" fmla="*/ 2862000 w 2861280"/>
              <a:gd name="textAreaTop" fmla="*/ 0 h 2206080"/>
              <a:gd name="textAreaBottom" fmla="*/ 2206440 h 2206080"/>
            </a:gdLst>
            <a:ahLst/>
            <a:cxnLst/>
            <a:rect l="textAreaLeft" t="textAreaTop" r="textAreaRight" b="textAreaBottom"/>
            <a:pathLst>
              <a:path w="86144" h="55786">
                <a:moveTo>
                  <a:pt x="73909" y="1"/>
                </a:moveTo>
                <a:cubicBezTo>
                  <a:pt x="70234" y="1"/>
                  <a:pt x="66970" y="640"/>
                  <a:pt x="66149" y="2785"/>
                </a:cubicBezTo>
                <a:cubicBezTo>
                  <a:pt x="64154" y="7945"/>
                  <a:pt x="83985" y="13331"/>
                  <a:pt x="52678" y="13331"/>
                </a:cubicBezTo>
                <a:cubicBezTo>
                  <a:pt x="51023" y="13331"/>
                  <a:pt x="49224" y="13316"/>
                  <a:pt x="47272" y="13285"/>
                </a:cubicBezTo>
                <a:cubicBezTo>
                  <a:pt x="46348" y="13271"/>
                  <a:pt x="45442" y="13264"/>
                  <a:pt x="44552" y="13264"/>
                </a:cubicBezTo>
                <a:cubicBezTo>
                  <a:pt x="8006" y="13264"/>
                  <a:pt x="1" y="24880"/>
                  <a:pt x="1" y="24880"/>
                </a:cubicBezTo>
                <a:cubicBezTo>
                  <a:pt x="4383" y="30883"/>
                  <a:pt x="35517" y="22712"/>
                  <a:pt x="37183" y="37936"/>
                </a:cubicBezTo>
                <a:cubicBezTo>
                  <a:pt x="38849" y="53138"/>
                  <a:pt x="5068" y="55786"/>
                  <a:pt x="5068" y="55786"/>
                </a:cubicBezTo>
                <a:lnTo>
                  <a:pt x="86144" y="55786"/>
                </a:lnTo>
                <a:lnTo>
                  <a:pt x="86144" y="1530"/>
                </a:lnTo>
                <a:cubicBezTo>
                  <a:pt x="86144" y="1530"/>
                  <a:pt x="79547" y="1"/>
                  <a:pt x="73909"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_1">
    <p:bg>
      <p:bgPr>
        <a:solidFill>
          <a:schemeClr val="lt1"/>
        </a:solidFill>
      </p:bgPr>
    </p:bg>
    <p:spTree>
      <p:nvGrpSpPr>
        <p:cNvPr id="1" name=""/>
        <p:cNvGrpSpPr/>
        <p:nvPr/>
      </p:nvGrpSpPr>
      <p:grpSpPr>
        <a:xfrm>
          <a:off x="0" y="0"/>
          <a:ext cx="0" cy="0"/>
          <a:chOff x="0" y="0"/>
          <a:chExt cx="0" cy="0"/>
        </a:xfrm>
      </p:grpSpPr>
      <p:sp>
        <p:nvSpPr>
          <p:cNvPr id="81"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82" name="Google Shape;222;p32"/>
          <p:cNvSpPr/>
          <p:nvPr/>
        </p:nvSpPr>
        <p:spPr>
          <a:xfrm>
            <a:off x="3213360" y="1160640"/>
            <a:ext cx="6006600" cy="3982680"/>
          </a:xfrm>
          <a:custGeom>
            <a:avLst/>
            <a:gdLst>
              <a:gd name="textAreaLeft" fmla="*/ 0 w 6006600"/>
              <a:gd name="textAreaRight" fmla="*/ 6006960 w 6006600"/>
              <a:gd name="textAreaTop" fmla="*/ 0 h 3982680"/>
              <a:gd name="textAreaBottom" fmla="*/ 3983040 h 398268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 name="Google Shape;223;p32"/>
          <p:cNvSpPr/>
          <p:nvPr/>
        </p:nvSpPr>
        <p:spPr>
          <a:xfrm flipH="1">
            <a:off x="-97560" y="1160640"/>
            <a:ext cx="6006600" cy="3982680"/>
          </a:xfrm>
          <a:custGeom>
            <a:avLst/>
            <a:gdLst>
              <a:gd name="textAreaLeft" fmla="*/ -360 w 6006600"/>
              <a:gd name="textAreaRight" fmla="*/ 6006600 w 6006600"/>
              <a:gd name="textAreaTop" fmla="*/ 0 h 3982680"/>
              <a:gd name="textAreaBottom" fmla="*/ 3983040 h 398268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bg>
      <p:bgPr>
        <a:solidFill>
          <a:schemeClr val="lt1"/>
        </a:solidFill>
      </p:bgPr>
    </p:bg>
    <p:spTree>
      <p:nvGrpSpPr>
        <p:cNvPr id="1" name=""/>
        <p:cNvGrpSpPr/>
        <p:nvPr/>
      </p:nvGrpSpPr>
      <p:grpSpPr>
        <a:xfrm>
          <a:off x="0" y="0"/>
          <a:ext cx="0" cy="0"/>
          <a:chOff x="0" y="0"/>
          <a:chExt cx="0" cy="0"/>
        </a:xfrm>
      </p:grpSpPr>
      <p:sp>
        <p:nvSpPr>
          <p:cNvPr id="84" name="Google Shape;225;p33"/>
          <p:cNvSpPr/>
          <p:nvPr/>
        </p:nvSpPr>
        <p:spPr>
          <a:xfrm rot="10800000">
            <a:off x="-269280" y="360"/>
            <a:ext cx="2650680" cy="2269440"/>
          </a:xfrm>
          <a:custGeom>
            <a:avLst/>
            <a:gdLst>
              <a:gd name="textAreaLeft" fmla="*/ 0 w 2650680"/>
              <a:gd name="textAreaRight" fmla="*/ 265104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 name="Google Shape;226;p33"/>
          <p:cNvSpPr/>
          <p:nvPr/>
        </p:nvSpPr>
        <p:spPr>
          <a:xfrm>
            <a:off x="3213360" y="0"/>
            <a:ext cx="6006600" cy="5143320"/>
          </a:xfrm>
          <a:custGeom>
            <a:avLst/>
            <a:gdLst>
              <a:gd name="textAreaLeft" fmla="*/ 0 w 6006600"/>
              <a:gd name="textAreaRight" fmla="*/ 6006960 w 6006600"/>
              <a:gd name="textAreaTop" fmla="*/ 0 h 5143320"/>
              <a:gd name="textAreaBottom" fmla="*/ 5143680 h 514332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_1">
    <p:bg>
      <p:bgPr>
        <a:solidFill>
          <a:schemeClr val="lt1"/>
        </a:solidFill>
      </p:bgPr>
    </p:bg>
    <p:spTree>
      <p:nvGrpSpPr>
        <p:cNvPr id="1" name=""/>
        <p:cNvGrpSpPr/>
        <p:nvPr/>
      </p:nvGrpSpPr>
      <p:grpSpPr>
        <a:xfrm>
          <a:off x="0" y="0"/>
          <a:ext cx="0" cy="0"/>
          <a:chOff x="0" y="0"/>
          <a:chExt cx="0" cy="0"/>
        </a:xfrm>
      </p:grpSpPr>
      <p:sp>
        <p:nvSpPr>
          <p:cNvPr id="87" name="Google Shape;229;p34"/>
          <p:cNvSpPr/>
          <p:nvPr/>
        </p:nvSpPr>
        <p:spPr>
          <a:xfrm flipH="1">
            <a:off x="-102960" y="277920"/>
            <a:ext cx="6568560" cy="4899600"/>
          </a:xfrm>
          <a:custGeom>
            <a:avLst/>
            <a:gdLst>
              <a:gd name="textAreaLeft" fmla="*/ 360 w 6568560"/>
              <a:gd name="textAreaRight" fmla="*/ 6569280 w 6568560"/>
              <a:gd name="textAreaTop" fmla="*/ 0 h 4899600"/>
              <a:gd name="textAreaBottom" fmla="*/ 4899960 h 489960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8" name="Google Shape;230;p34"/>
          <p:cNvSpPr/>
          <p:nvPr/>
        </p:nvSpPr>
        <p:spPr>
          <a:xfrm rot="309000">
            <a:off x="4919040" y="767880"/>
            <a:ext cx="3663720" cy="2509920"/>
          </a:xfrm>
          <a:custGeom>
            <a:avLst/>
            <a:gdLst>
              <a:gd name="textAreaLeft" fmla="*/ 0 w 3663720"/>
              <a:gd name="textAreaRight" fmla="*/ 3664080 w 3663720"/>
              <a:gd name="textAreaTop" fmla="*/ 0 h 2509920"/>
              <a:gd name="textAreaBottom" fmla="*/ 2510280 h 250992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9" name="PlaceHolder 1"/>
          <p:cNvSpPr>
            <a:spLocks noGrp="1"/>
          </p:cNvSpPr>
          <p:nvPr>
            <p:ph type="title"/>
          </p:nvPr>
        </p:nvSpPr>
        <p:spPr>
          <a:xfrm>
            <a:off x="691920" y="1952640"/>
            <a:ext cx="3523320" cy="1307160"/>
          </a:xfrm>
          <a:prstGeom prst="rect">
            <a:avLst/>
          </a:prstGeom>
          <a:noFill/>
          <a:ln w="0">
            <a:noFill/>
          </a:ln>
        </p:spPr>
        <p:txBody>
          <a:bodyPr lIns="91440" rIns="91440" tIns="91440" bIns="91440" anchor="ctr">
            <a:noAutofit/>
          </a:bodyPr>
          <a:p>
            <a:pPr indent="0">
              <a:buNone/>
            </a:pPr>
            <a:r>
              <a:rPr b="0" lang="fr-FR" sz="3600" strike="noStrike" u="none">
                <a:solidFill>
                  <a:schemeClr val="dk1"/>
                </a:solidFill>
                <a:effectLst/>
                <a:uFillTx/>
                <a:latin typeface="Arial"/>
              </a:rPr>
              <a:t>Click to edit the title text format</a:t>
            </a:r>
            <a:endParaRPr b="0" lang="fr-FR" sz="3600" strike="noStrike" u="none">
              <a:solidFill>
                <a:schemeClr val="dk1"/>
              </a:solidFill>
              <a:effectLst/>
              <a:uFillTx/>
              <a:latin typeface="Arial"/>
            </a:endParaRPr>
          </a:p>
        </p:txBody>
      </p:sp>
      <p:sp>
        <p:nvSpPr>
          <p:cNvPr id="90" name="PlaceHolder 2"/>
          <p:cNvSpPr>
            <a:spLocks noGrp="1"/>
          </p:cNvSpPr>
          <p:nvPr>
            <p:ph type="title"/>
          </p:nvPr>
        </p:nvSpPr>
        <p:spPr>
          <a:xfrm>
            <a:off x="691560" y="1107720"/>
            <a:ext cx="1366200" cy="526320"/>
          </a:xfrm>
          <a:prstGeom prst="rect">
            <a:avLst/>
          </a:prstGeom>
          <a:noFill/>
          <a:ln w="0">
            <a:noFill/>
          </a:ln>
        </p:spPr>
        <p:txBody>
          <a:bodyPr lIns="91440" rIns="91440" tIns="91440" bIns="91440" anchor="ctr">
            <a:noAutofit/>
          </a:bodyPr>
          <a:p>
            <a:pPr indent="0">
              <a:lnSpc>
                <a:spcPct val="100000"/>
              </a:lnSpc>
              <a:buNone/>
            </a:pPr>
            <a:r>
              <a:rPr b="0" lang="fr-FR" sz="5000" strike="noStrike" u="none">
                <a:solidFill>
                  <a:schemeClr val="accent1"/>
                </a:solidFill>
                <a:effectLst/>
                <a:uFillTx/>
                <a:latin typeface="Overpass Black"/>
                <a:ea typeface="Overpass Black"/>
              </a:rPr>
              <a:t>xx%</a:t>
            </a:r>
            <a:endParaRPr b="0" lang="fr-FR" sz="5000" strike="noStrike" u="none">
              <a:solidFill>
                <a:schemeClr val="dk1"/>
              </a:solidFill>
              <a:effectLst/>
              <a:uFillTx/>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_1">
    <p:bg>
      <p:bgPr>
        <a:solidFill>
          <a:schemeClr val="lt1"/>
        </a:solidFill>
      </p:bgPr>
    </p:bg>
    <p:spTree>
      <p:nvGrpSpPr>
        <p:cNvPr id="1" name=""/>
        <p:cNvGrpSpPr/>
        <p:nvPr/>
      </p:nvGrpSpPr>
      <p:grpSpPr>
        <a:xfrm>
          <a:off x="0" y="0"/>
          <a:ext cx="0" cy="0"/>
          <a:chOff x="0" y="0"/>
          <a:chExt cx="0" cy="0"/>
        </a:xfrm>
      </p:grpSpPr>
      <p:sp>
        <p:nvSpPr>
          <p:cNvPr id="91" name="PlaceHolder 1"/>
          <p:cNvSpPr>
            <a:spLocks noGrp="1"/>
          </p:cNvSpPr>
          <p:nvPr>
            <p:ph type="title"/>
          </p:nvPr>
        </p:nvSpPr>
        <p:spPr>
          <a:xfrm>
            <a:off x="623160" y="1692000"/>
            <a:ext cx="6883200" cy="1332720"/>
          </a:xfrm>
          <a:prstGeom prst="rect">
            <a:avLst/>
          </a:prstGeom>
          <a:noFill/>
          <a:ln w="0">
            <a:noFill/>
          </a:ln>
        </p:spPr>
        <p:txBody>
          <a:bodyPr lIns="91440" rIns="91440" tIns="91440" bIns="91440" anchor="ctr">
            <a:noAutofit/>
          </a:bodyPr>
          <a:p>
            <a:pPr indent="0">
              <a:lnSpc>
                <a:spcPct val="100000"/>
              </a:lnSpc>
              <a:buNone/>
            </a:pPr>
            <a:r>
              <a:rPr b="0" lang="fr-FR" sz="10000" strike="noStrike" u="none">
                <a:solidFill>
                  <a:schemeClr val="accent1"/>
                </a:solidFill>
                <a:effectLst/>
                <a:uFillTx/>
                <a:latin typeface="Overpass Black"/>
                <a:ea typeface="Overpass Black"/>
              </a:rPr>
              <a:t>xx%</a:t>
            </a:r>
            <a:endParaRPr b="0" lang="fr-FR" sz="10000" strike="noStrike" u="none">
              <a:solidFill>
                <a:schemeClr val="dk1"/>
              </a:solidFill>
              <a:effectLst/>
              <a:uFillTx/>
              <a:latin typeface="Arial"/>
            </a:endParaRPr>
          </a:p>
        </p:txBody>
      </p:sp>
      <p:sp>
        <p:nvSpPr>
          <p:cNvPr id="92" name="Google Shape;237;p35"/>
          <p:cNvSpPr/>
          <p:nvPr/>
        </p:nvSpPr>
        <p:spPr>
          <a:xfrm>
            <a:off x="3213360" y="0"/>
            <a:ext cx="6006600" cy="5143320"/>
          </a:xfrm>
          <a:custGeom>
            <a:avLst/>
            <a:gdLst>
              <a:gd name="textAreaLeft" fmla="*/ 0 w 6006600"/>
              <a:gd name="textAreaRight" fmla="*/ 6006960 w 6006600"/>
              <a:gd name="textAreaTop" fmla="*/ 0 h 5143320"/>
              <a:gd name="textAreaBottom" fmla="*/ 5143680 h 514332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_1_1">
    <p:bg>
      <p:bgPr>
        <a:solidFill>
          <a:schemeClr val="lt1"/>
        </a:solidFill>
      </p:bgPr>
    </p:bg>
    <p:spTree>
      <p:nvGrpSpPr>
        <p:cNvPr id="1" name=""/>
        <p:cNvGrpSpPr/>
        <p:nvPr/>
      </p:nvGrpSpPr>
      <p:grpSpPr>
        <a:xfrm>
          <a:off x="0" y="0"/>
          <a:ext cx="0" cy="0"/>
          <a:chOff x="0" y="0"/>
          <a:chExt cx="0" cy="0"/>
        </a:xfrm>
      </p:grpSpPr>
      <p:sp>
        <p:nvSpPr>
          <p:cNvPr id="93" name="Google Shape;239;p36"/>
          <p:cNvSpPr/>
          <p:nvPr/>
        </p:nvSpPr>
        <p:spPr>
          <a:xfrm flipH="1">
            <a:off x="-159120" y="48240"/>
            <a:ext cx="6006600" cy="5143320"/>
          </a:xfrm>
          <a:custGeom>
            <a:avLst/>
            <a:gdLst>
              <a:gd name="textAreaLeft" fmla="*/ -360 w 6006600"/>
              <a:gd name="textAreaRight" fmla="*/ 6006600 w 6006600"/>
              <a:gd name="textAreaTop" fmla="*/ 0 h 5143320"/>
              <a:gd name="textAreaBottom" fmla="*/ 5143680 h 514332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 name="PlaceHolder 1"/>
          <p:cNvSpPr>
            <a:spLocks noGrp="1"/>
          </p:cNvSpPr>
          <p:nvPr>
            <p:ph type="title"/>
          </p:nvPr>
        </p:nvSpPr>
        <p:spPr>
          <a:xfrm>
            <a:off x="3713400" y="1692000"/>
            <a:ext cx="4938120" cy="1332720"/>
          </a:xfrm>
          <a:prstGeom prst="rect">
            <a:avLst/>
          </a:prstGeom>
          <a:noFill/>
          <a:ln w="0">
            <a:noFill/>
          </a:ln>
        </p:spPr>
        <p:txBody>
          <a:bodyPr lIns="91440" rIns="91440" tIns="91440" bIns="91440" anchor="ctr">
            <a:noAutofit/>
          </a:bodyPr>
          <a:p>
            <a:pPr indent="0">
              <a:lnSpc>
                <a:spcPct val="100000"/>
              </a:lnSpc>
              <a:buNone/>
            </a:pPr>
            <a:r>
              <a:rPr b="0" lang="fr-FR" sz="9000" strike="noStrike" u="none">
                <a:solidFill>
                  <a:schemeClr val="accent1"/>
                </a:solidFill>
                <a:effectLst/>
                <a:uFillTx/>
                <a:latin typeface="Overpass Black"/>
                <a:ea typeface="Overpass Black"/>
              </a:rPr>
              <a:t>xx%</a:t>
            </a:r>
            <a:endParaRPr b="0" lang="fr-FR" sz="9000" strike="noStrike" u="none">
              <a:solidFill>
                <a:schemeClr val="dk1"/>
              </a:solidFill>
              <a:effectLst/>
              <a:uFillTx/>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_3">
    <p:bg>
      <p:bgPr>
        <a:solidFill>
          <a:schemeClr val="lt1"/>
        </a:solidFill>
      </p:bgPr>
    </p:bg>
    <p:spTree>
      <p:nvGrpSpPr>
        <p:cNvPr id="1" name=""/>
        <p:cNvGrpSpPr/>
        <p:nvPr/>
      </p:nvGrpSpPr>
      <p:grpSpPr>
        <a:xfrm>
          <a:off x="0" y="0"/>
          <a:ext cx="0" cy="0"/>
          <a:chOff x="0" y="0"/>
          <a:chExt cx="0" cy="0"/>
        </a:xfrm>
      </p:grpSpPr>
      <p:sp>
        <p:nvSpPr>
          <p:cNvPr id="95" name="Google Shape;243;p37"/>
          <p:cNvSpPr/>
          <p:nvPr/>
        </p:nvSpPr>
        <p:spPr>
          <a:xfrm>
            <a:off x="3289320" y="54360"/>
            <a:ext cx="5952600" cy="5096880"/>
          </a:xfrm>
          <a:custGeom>
            <a:avLst/>
            <a:gdLst>
              <a:gd name="textAreaLeft" fmla="*/ 0 w 5952600"/>
              <a:gd name="textAreaRight" fmla="*/ 5952960 w 5952600"/>
              <a:gd name="textAreaTop" fmla="*/ 0 h 5096880"/>
              <a:gd name="textAreaBottom" fmla="*/ 5097240 h 509688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 name="PlaceHolder 1"/>
          <p:cNvSpPr>
            <a:spLocks noGrp="1"/>
          </p:cNvSpPr>
          <p:nvPr>
            <p:ph type="title"/>
          </p:nvPr>
        </p:nvSpPr>
        <p:spPr>
          <a:xfrm>
            <a:off x="720000" y="54648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
    <p:bg>
      <p:bgPr>
        <a:solidFill>
          <a:schemeClr val="lt1"/>
        </a:solidFill>
      </p:bgPr>
    </p:bg>
    <p:spTree>
      <p:nvGrpSpPr>
        <p:cNvPr id="1" name=""/>
        <p:cNvGrpSpPr/>
        <p:nvPr/>
      </p:nvGrpSpPr>
      <p:grpSpPr>
        <a:xfrm>
          <a:off x="0" y="0"/>
          <a:ext cx="0" cy="0"/>
          <a:chOff x="0" y="0"/>
          <a:chExt cx="0" cy="0"/>
        </a:xfrm>
      </p:grpSpPr>
      <p:sp>
        <p:nvSpPr>
          <p:cNvPr id="97" name="Google Shape;258;p38"/>
          <p:cNvSpPr/>
          <p:nvPr/>
        </p:nvSpPr>
        <p:spPr>
          <a:xfrm rot="309000">
            <a:off x="-1672200" y="154080"/>
            <a:ext cx="8068680" cy="5527800"/>
          </a:xfrm>
          <a:custGeom>
            <a:avLst/>
            <a:gdLst>
              <a:gd name="textAreaLeft" fmla="*/ 0 w 8068680"/>
              <a:gd name="textAreaRight" fmla="*/ 8069040 w 8068680"/>
              <a:gd name="textAreaTop" fmla="*/ 0 h 5527800"/>
              <a:gd name="textAreaBottom" fmla="*/ 5528160 h 552780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8" name="PlaceHolder 1"/>
          <p:cNvSpPr>
            <a:spLocks noGrp="1"/>
          </p:cNvSpPr>
          <p:nvPr>
            <p:ph type="title"/>
          </p:nvPr>
        </p:nvSpPr>
        <p:spPr>
          <a:xfrm>
            <a:off x="720000" y="1499760"/>
            <a:ext cx="2335680" cy="75852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_2">
    <p:bg>
      <p:bgPr>
        <a:solidFill>
          <a:schemeClr val="lt1"/>
        </a:solidFill>
      </p:bgPr>
    </p:bg>
    <p:spTree>
      <p:nvGrpSpPr>
        <p:cNvPr id="1" name=""/>
        <p:cNvGrpSpPr/>
        <p:nvPr/>
      </p:nvGrpSpPr>
      <p:grpSpPr>
        <a:xfrm>
          <a:off x="0" y="0"/>
          <a:ext cx="0" cy="0"/>
          <a:chOff x="0" y="0"/>
          <a:chExt cx="0" cy="0"/>
        </a:xfrm>
      </p:grpSpPr>
      <p:sp>
        <p:nvSpPr>
          <p:cNvPr id="99" name="Google Shape;262;p39"/>
          <p:cNvSpPr/>
          <p:nvPr/>
        </p:nvSpPr>
        <p:spPr>
          <a:xfrm flipH="1" rot="21291000">
            <a:off x="2295720" y="154080"/>
            <a:ext cx="8068680" cy="5527800"/>
          </a:xfrm>
          <a:custGeom>
            <a:avLst/>
            <a:gdLst>
              <a:gd name="textAreaLeft" fmla="*/ -360 w 8068680"/>
              <a:gd name="textAreaRight" fmla="*/ 8068680 w 8068680"/>
              <a:gd name="textAreaTop" fmla="*/ 0 h 5527800"/>
              <a:gd name="textAreaBottom" fmla="*/ 5528160 h 552780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algn="r" defTabSz="914400">
              <a:lnSpc>
                <a:spcPct val="100000"/>
              </a:lnSpc>
              <a:tabLst>
                <a:tab algn="l" pos="0"/>
              </a:tabLst>
            </a:pPr>
            <a:endParaRPr b="0" lang="en-US" sz="1800" strike="noStrike" u="none">
              <a:solidFill>
                <a:srgbClr val="000000"/>
              </a:solidFill>
              <a:effectLst/>
              <a:uFillTx/>
              <a:latin typeface="OpenSymbol"/>
            </a:endParaRPr>
          </a:p>
        </p:txBody>
      </p:sp>
      <p:sp>
        <p:nvSpPr>
          <p:cNvPr id="100" name="PlaceHolder 1"/>
          <p:cNvSpPr>
            <a:spLocks noGrp="1"/>
          </p:cNvSpPr>
          <p:nvPr>
            <p:ph type="title"/>
          </p:nvPr>
        </p:nvSpPr>
        <p:spPr>
          <a:xfrm>
            <a:off x="5964840" y="1499760"/>
            <a:ext cx="2335680" cy="75852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_1">
    <p:bg>
      <p:bgPr>
        <a:solidFill>
          <a:schemeClr val="lt1"/>
        </a:solidFill>
      </p:bgPr>
    </p:bg>
    <p:spTree>
      <p:nvGrpSpPr>
        <p:cNvPr id="1" name=""/>
        <p:cNvGrpSpPr/>
        <p:nvPr/>
      </p:nvGrpSpPr>
      <p:grpSpPr>
        <a:xfrm>
          <a:off x="0" y="0"/>
          <a:ext cx="0" cy="0"/>
          <a:chOff x="0" y="0"/>
          <a:chExt cx="0" cy="0"/>
        </a:xfrm>
      </p:grpSpPr>
      <p:sp>
        <p:nvSpPr>
          <p:cNvPr id="101" name="Google Shape;266;p40"/>
          <p:cNvSpPr/>
          <p:nvPr/>
        </p:nvSpPr>
        <p:spPr>
          <a:xfrm flipH="1" rot="21291000">
            <a:off x="199800" y="1699920"/>
            <a:ext cx="8068680" cy="5527800"/>
          </a:xfrm>
          <a:custGeom>
            <a:avLst/>
            <a:gdLst>
              <a:gd name="textAreaLeft" fmla="*/ -360 w 8068680"/>
              <a:gd name="textAreaRight" fmla="*/ 8068680 w 8068680"/>
              <a:gd name="textAreaTop" fmla="*/ 0 h 5527800"/>
              <a:gd name="textAreaBottom" fmla="*/ 5528160 h 552780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2"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103" name="Google Shape;23;p5"/>
          <p:cNvSpPr/>
          <p:nvPr/>
        </p:nvSpPr>
        <p:spPr>
          <a:xfrm flipH="1" rot="10800000">
            <a:off x="6528960" y="36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4"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05" name="Google Shape;25;p5"/>
          <p:cNvSpPr/>
          <p:nvPr/>
        </p:nvSpPr>
        <p:spPr>
          <a:xfrm flipH="1" rot="10800000">
            <a:off x="6528960" y="36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6" name="Google Shape;26;p5"/>
          <p:cNvSpPr/>
          <p:nvPr/>
        </p:nvSpPr>
        <p:spPr>
          <a:xfrm flipH="1">
            <a:off x="-32760" y="2948760"/>
            <a:ext cx="3406680" cy="2206080"/>
          </a:xfrm>
          <a:custGeom>
            <a:avLst/>
            <a:gdLst>
              <a:gd name="textAreaLeft" fmla="*/ -360 w 3406680"/>
              <a:gd name="textAreaRight" fmla="*/ 3406680 w 3406680"/>
              <a:gd name="textAreaTop" fmla="*/ 0 h 2206080"/>
              <a:gd name="textAreaBottom" fmla="*/ 2206440 h 2206080"/>
            </a:gdLst>
            <a:ahLst/>
            <a:cxnLst/>
            <a:rect l="textAreaLeft" t="textAreaTop" r="textAreaRight" b="textAreaBottom"/>
            <a:pathLst>
              <a:path w="86144" h="55786">
                <a:moveTo>
                  <a:pt x="73909" y="1"/>
                </a:moveTo>
                <a:cubicBezTo>
                  <a:pt x="70234" y="1"/>
                  <a:pt x="66970" y="640"/>
                  <a:pt x="66149" y="2785"/>
                </a:cubicBezTo>
                <a:cubicBezTo>
                  <a:pt x="64154" y="7945"/>
                  <a:pt x="83985" y="13331"/>
                  <a:pt x="52678" y="13331"/>
                </a:cubicBezTo>
                <a:cubicBezTo>
                  <a:pt x="51023" y="13331"/>
                  <a:pt x="49224" y="13316"/>
                  <a:pt x="47272" y="13285"/>
                </a:cubicBezTo>
                <a:cubicBezTo>
                  <a:pt x="46348" y="13271"/>
                  <a:pt x="45442" y="13264"/>
                  <a:pt x="44552" y="13264"/>
                </a:cubicBezTo>
                <a:cubicBezTo>
                  <a:pt x="8006" y="13264"/>
                  <a:pt x="1" y="24880"/>
                  <a:pt x="1" y="24880"/>
                </a:cubicBezTo>
                <a:cubicBezTo>
                  <a:pt x="4383" y="30883"/>
                  <a:pt x="35517" y="22712"/>
                  <a:pt x="37183" y="37936"/>
                </a:cubicBezTo>
                <a:cubicBezTo>
                  <a:pt x="38849" y="53138"/>
                  <a:pt x="5068" y="55786"/>
                  <a:pt x="5068" y="55786"/>
                </a:cubicBezTo>
                <a:lnTo>
                  <a:pt x="86144" y="55786"/>
                </a:lnTo>
                <a:lnTo>
                  <a:pt x="86144" y="1530"/>
                </a:lnTo>
                <a:cubicBezTo>
                  <a:pt x="86144" y="1530"/>
                  <a:pt x="79547" y="1"/>
                  <a:pt x="73909"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2">
    <p:bg>
      <p:bgPr>
        <a:solidFill>
          <a:schemeClr val="lt1"/>
        </a:solidFill>
      </p:bgPr>
    </p:bg>
    <p:spTree>
      <p:nvGrpSpPr>
        <p:cNvPr id="1" name=""/>
        <p:cNvGrpSpPr/>
        <p:nvPr/>
      </p:nvGrpSpPr>
      <p:grpSpPr>
        <a:xfrm>
          <a:off x="0" y="0"/>
          <a:ext cx="0" cy="0"/>
          <a:chOff x="0" y="0"/>
          <a:chExt cx="0" cy="0"/>
        </a:xfrm>
      </p:grpSpPr>
      <p:sp>
        <p:nvSpPr>
          <p:cNvPr id="107" name="Google Shape;270;p41"/>
          <p:cNvSpPr/>
          <p:nvPr/>
        </p:nvSpPr>
        <p:spPr>
          <a:xfrm flipH="1">
            <a:off x="-27720" y="288180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8" name="Google Shape;271;p41"/>
          <p:cNvSpPr/>
          <p:nvPr/>
        </p:nvSpPr>
        <p:spPr>
          <a:xfrm flipH="1" rot="10800000">
            <a:off x="6528960" y="36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9"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2_1">
    <p:bg>
      <p:bgPr>
        <a:solidFill>
          <a:schemeClr val="lt1"/>
        </a:solidFill>
      </p:bgPr>
    </p:bg>
    <p:spTree>
      <p:nvGrpSpPr>
        <p:cNvPr id="1" name=""/>
        <p:cNvGrpSpPr/>
        <p:nvPr/>
      </p:nvGrpSpPr>
      <p:grpSpPr>
        <a:xfrm>
          <a:off x="0" y="0"/>
          <a:ext cx="0" cy="0"/>
          <a:chOff x="0" y="0"/>
          <a:chExt cx="0" cy="0"/>
        </a:xfrm>
      </p:grpSpPr>
      <p:sp>
        <p:nvSpPr>
          <p:cNvPr id="110" name="Google Shape;278;p42"/>
          <p:cNvSpPr/>
          <p:nvPr/>
        </p:nvSpPr>
        <p:spPr>
          <a:xfrm flipH="1">
            <a:off x="-27720" y="288180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1" name="Google Shape;279;p42"/>
          <p:cNvSpPr/>
          <p:nvPr/>
        </p:nvSpPr>
        <p:spPr>
          <a:xfrm flipH="1" rot="10800000">
            <a:off x="6528960" y="36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2"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
    <p:bg>
      <p:bgPr>
        <a:solidFill>
          <a:schemeClr val="lt1"/>
        </a:solidFill>
      </p:bgPr>
    </p:bg>
    <p:spTree>
      <p:nvGrpSpPr>
        <p:cNvPr id="1" name=""/>
        <p:cNvGrpSpPr/>
        <p:nvPr/>
      </p:nvGrpSpPr>
      <p:grpSpPr>
        <a:xfrm>
          <a:off x="0" y="0"/>
          <a:ext cx="0" cy="0"/>
          <a:chOff x="0" y="0"/>
          <a:chExt cx="0" cy="0"/>
        </a:xfrm>
      </p:grpSpPr>
      <p:sp>
        <p:nvSpPr>
          <p:cNvPr id="113" name="Google Shape;288;p43"/>
          <p:cNvSpPr/>
          <p:nvPr/>
        </p:nvSpPr>
        <p:spPr>
          <a:xfrm>
            <a:off x="-881280" y="1272240"/>
            <a:ext cx="7339680" cy="4170960"/>
          </a:xfrm>
          <a:custGeom>
            <a:avLst/>
            <a:gdLst>
              <a:gd name="textAreaLeft" fmla="*/ 0 w 7339680"/>
              <a:gd name="textAreaRight" fmla="*/ 7340040 w 7339680"/>
              <a:gd name="textAreaTop" fmla="*/ 0 h 4170960"/>
              <a:gd name="textAreaBottom" fmla="*/ 4171320 h 4170960"/>
            </a:gdLst>
            <a:ahLst/>
            <a:cxnLst/>
            <a:rect l="textAreaLeft" t="textAreaTop" r="textAreaRight" b="textAreaBottom"/>
            <a:pathLst>
              <a:path w="135616" h="77069">
                <a:moveTo>
                  <a:pt x="110703" y="61981"/>
                </a:moveTo>
                <a:cubicBezTo>
                  <a:pt x="106869" y="63560"/>
                  <a:pt x="102909" y="64888"/>
                  <a:pt x="99275" y="66893"/>
                </a:cubicBezTo>
                <a:cubicBezTo>
                  <a:pt x="94688" y="69400"/>
                  <a:pt x="90854" y="72633"/>
                  <a:pt x="85640" y="73961"/>
                </a:cubicBezTo>
                <a:cubicBezTo>
                  <a:pt x="82132" y="74863"/>
                  <a:pt x="78397" y="74838"/>
                  <a:pt x="74813" y="75339"/>
                </a:cubicBezTo>
                <a:cubicBezTo>
                  <a:pt x="70878" y="75891"/>
                  <a:pt x="66944" y="76542"/>
                  <a:pt x="62984" y="76793"/>
                </a:cubicBezTo>
                <a:cubicBezTo>
                  <a:pt x="62733" y="76818"/>
                  <a:pt x="62482" y="76818"/>
                  <a:pt x="62257" y="76818"/>
                </a:cubicBezTo>
                <a:cubicBezTo>
                  <a:pt x="61004" y="76893"/>
                  <a:pt x="59776" y="76943"/>
                  <a:pt x="58548" y="76969"/>
                </a:cubicBezTo>
                <a:cubicBezTo>
                  <a:pt x="58322" y="76994"/>
                  <a:pt x="58071" y="76994"/>
                  <a:pt x="57846" y="76994"/>
                </a:cubicBezTo>
                <a:cubicBezTo>
                  <a:pt x="57595" y="76994"/>
                  <a:pt x="57370" y="76994"/>
                  <a:pt x="57119" y="76994"/>
                </a:cubicBezTo>
                <a:cubicBezTo>
                  <a:pt x="56868" y="77019"/>
                  <a:pt x="56618" y="77019"/>
                  <a:pt x="56342" y="77019"/>
                </a:cubicBezTo>
                <a:cubicBezTo>
                  <a:pt x="41129" y="77069"/>
                  <a:pt x="25039" y="74262"/>
                  <a:pt x="12582" y="65039"/>
                </a:cubicBezTo>
                <a:cubicBezTo>
                  <a:pt x="10753" y="63660"/>
                  <a:pt x="8948" y="62131"/>
                  <a:pt x="7946" y="60076"/>
                </a:cubicBezTo>
                <a:cubicBezTo>
                  <a:pt x="7094" y="58322"/>
                  <a:pt x="6918" y="56342"/>
                  <a:pt x="6517" y="54437"/>
                </a:cubicBezTo>
                <a:cubicBezTo>
                  <a:pt x="6041" y="52282"/>
                  <a:pt x="5164" y="50302"/>
                  <a:pt x="3435" y="48848"/>
                </a:cubicBezTo>
                <a:cubicBezTo>
                  <a:pt x="1104" y="46893"/>
                  <a:pt x="1" y="45916"/>
                  <a:pt x="1229" y="42758"/>
                </a:cubicBezTo>
                <a:cubicBezTo>
                  <a:pt x="5089" y="32733"/>
                  <a:pt x="12432" y="24261"/>
                  <a:pt x="21154" y="17996"/>
                </a:cubicBezTo>
                <a:cubicBezTo>
                  <a:pt x="33309" y="9249"/>
                  <a:pt x="48172" y="4286"/>
                  <a:pt x="62808" y="1880"/>
                </a:cubicBezTo>
                <a:cubicBezTo>
                  <a:pt x="70979" y="527"/>
                  <a:pt x="79300" y="1"/>
                  <a:pt x="87595" y="452"/>
                </a:cubicBezTo>
                <a:cubicBezTo>
                  <a:pt x="89575" y="552"/>
                  <a:pt x="91555" y="702"/>
                  <a:pt x="93510" y="928"/>
                </a:cubicBezTo>
                <a:cubicBezTo>
                  <a:pt x="95390" y="1129"/>
                  <a:pt x="97295" y="1605"/>
                  <a:pt x="99149" y="1555"/>
                </a:cubicBezTo>
                <a:cubicBezTo>
                  <a:pt x="103861" y="1404"/>
                  <a:pt x="108874" y="2306"/>
                  <a:pt x="113360" y="3660"/>
                </a:cubicBezTo>
                <a:cubicBezTo>
                  <a:pt x="116367" y="4562"/>
                  <a:pt x="120854" y="5489"/>
                  <a:pt x="122132" y="8773"/>
                </a:cubicBezTo>
                <a:cubicBezTo>
                  <a:pt x="122558" y="9825"/>
                  <a:pt x="123009" y="10778"/>
                  <a:pt x="123736" y="11655"/>
                </a:cubicBezTo>
                <a:cubicBezTo>
                  <a:pt x="124789" y="13008"/>
                  <a:pt x="126493" y="13184"/>
                  <a:pt x="127871" y="13961"/>
                </a:cubicBezTo>
                <a:cubicBezTo>
                  <a:pt x="129400" y="14838"/>
                  <a:pt x="130754" y="16041"/>
                  <a:pt x="131781" y="17469"/>
                </a:cubicBezTo>
                <a:cubicBezTo>
                  <a:pt x="133285" y="19500"/>
                  <a:pt x="134137" y="21956"/>
                  <a:pt x="134563" y="24462"/>
                </a:cubicBezTo>
                <a:cubicBezTo>
                  <a:pt x="135290" y="28372"/>
                  <a:pt x="135616" y="32833"/>
                  <a:pt x="134638" y="36718"/>
                </a:cubicBezTo>
                <a:cubicBezTo>
                  <a:pt x="133636" y="40653"/>
                  <a:pt x="131706" y="44287"/>
                  <a:pt x="129325" y="47520"/>
                </a:cubicBezTo>
                <a:cubicBezTo>
                  <a:pt x="125114" y="53209"/>
                  <a:pt x="119701" y="57896"/>
                  <a:pt x="113285" y="60878"/>
                </a:cubicBezTo>
                <a:cubicBezTo>
                  <a:pt x="112433" y="61254"/>
                  <a:pt x="111555" y="61630"/>
                  <a:pt x="110703" y="6198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4"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15" name="PlaceHolder 2"/>
          <p:cNvSpPr>
            <a:spLocks noGrp="1"/>
          </p:cNvSpPr>
          <p:nvPr>
            <p:ph type="body"/>
          </p:nvPr>
        </p:nvSpPr>
        <p:spPr>
          <a:xfrm>
            <a:off x="720000" y="1152360"/>
            <a:ext cx="770364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
    <p:bg>
      <p:bgPr>
        <a:solidFill>
          <a:schemeClr val="lt1"/>
        </a:solidFill>
      </p:bgPr>
    </p:bg>
    <p:spTree>
      <p:nvGrpSpPr>
        <p:cNvPr id="1" name=""/>
        <p:cNvGrpSpPr/>
        <p:nvPr/>
      </p:nvGrpSpPr>
      <p:grpSpPr>
        <a:xfrm>
          <a:off x="0" y="0"/>
          <a:ext cx="0" cy="0"/>
          <a:chOff x="0" y="0"/>
          <a:chExt cx="0" cy="0"/>
        </a:xfrm>
      </p:grpSpPr>
      <p:sp>
        <p:nvSpPr>
          <p:cNvPr id="116" name="Google Shape;292;p44"/>
          <p:cNvSpPr/>
          <p:nvPr/>
        </p:nvSpPr>
        <p:spPr>
          <a:xfrm flipH="1">
            <a:off x="-27720" y="288180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7" name="Google Shape;293;p44"/>
          <p:cNvSpPr/>
          <p:nvPr/>
        </p:nvSpPr>
        <p:spPr>
          <a:xfrm flipH="1" rot="10800000">
            <a:off x="6528960" y="36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8"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3_1_1">
    <p:bg>
      <p:bgPr>
        <a:solidFill>
          <a:schemeClr val="lt1"/>
        </a:solidFill>
      </p:bgPr>
    </p:bg>
    <p:spTree>
      <p:nvGrpSpPr>
        <p:cNvPr id="1" name=""/>
        <p:cNvGrpSpPr/>
        <p:nvPr/>
      </p:nvGrpSpPr>
      <p:grpSpPr>
        <a:xfrm>
          <a:off x="0" y="0"/>
          <a:ext cx="0" cy="0"/>
          <a:chOff x="0" y="0"/>
          <a:chExt cx="0" cy="0"/>
        </a:xfrm>
      </p:grpSpPr>
      <p:grpSp>
        <p:nvGrpSpPr>
          <p:cNvPr id="119" name="Google Shape;298;p45"/>
          <p:cNvGrpSpPr/>
          <p:nvPr/>
        </p:nvGrpSpPr>
        <p:grpSpPr>
          <a:xfrm>
            <a:off x="3215160" y="0"/>
            <a:ext cx="6006600" cy="5143320"/>
            <a:chOff x="3215160" y="0"/>
            <a:chExt cx="6006600" cy="5143320"/>
          </a:xfrm>
        </p:grpSpPr>
        <p:sp>
          <p:nvSpPr>
            <p:cNvPr id="120" name="Google Shape;299;p45"/>
            <p:cNvSpPr/>
            <p:nvPr/>
          </p:nvSpPr>
          <p:spPr>
            <a:xfrm>
              <a:off x="3215160" y="0"/>
              <a:ext cx="6006600" cy="5143320"/>
            </a:xfrm>
            <a:custGeom>
              <a:avLst/>
              <a:gdLst>
                <a:gd name="textAreaLeft" fmla="*/ 0 w 6006600"/>
                <a:gd name="textAreaRight" fmla="*/ 6006960 w 6006600"/>
                <a:gd name="textAreaTop" fmla="*/ 0 h 5143320"/>
                <a:gd name="textAreaBottom" fmla="*/ 5143680 h 514332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1" name="Google Shape;300;p45"/>
            <p:cNvSpPr/>
            <p:nvPr/>
          </p:nvSpPr>
          <p:spPr>
            <a:xfrm rot="309000">
              <a:off x="4736520" y="868680"/>
              <a:ext cx="3663720" cy="2975040"/>
            </a:xfrm>
            <a:custGeom>
              <a:avLst/>
              <a:gdLst>
                <a:gd name="textAreaLeft" fmla="*/ 0 w 3663720"/>
                <a:gd name="textAreaRight" fmla="*/ 3664080 w 3663720"/>
                <a:gd name="textAreaTop" fmla="*/ 0 h 2975040"/>
                <a:gd name="textAreaBottom" fmla="*/ 2975400 h 297504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22" name="PlaceHolder 1"/>
          <p:cNvSpPr>
            <a:spLocks noGrp="1"/>
          </p:cNvSpPr>
          <p:nvPr>
            <p:ph type="title"/>
          </p:nvPr>
        </p:nvSpPr>
        <p:spPr>
          <a:xfrm>
            <a:off x="719280" y="511200"/>
            <a:ext cx="3076560" cy="603000"/>
          </a:xfrm>
          <a:prstGeom prst="rect">
            <a:avLst/>
          </a:prstGeom>
          <a:noFill/>
          <a:ln w="0">
            <a:noFill/>
          </a:ln>
        </p:spPr>
        <p:txBody>
          <a:bodyPr lIns="91440" rIns="91440" tIns="91440" bIns="91440" anchor="ctr">
            <a:noAutofit/>
          </a:bodyPr>
          <a:p>
            <a:pPr indent="0">
              <a:buNone/>
            </a:pPr>
            <a:r>
              <a:rPr b="0" lang="fr-FR" sz="5000" strike="noStrike" u="none">
                <a:solidFill>
                  <a:schemeClr val="dk1"/>
                </a:solidFill>
                <a:effectLst/>
                <a:uFillTx/>
                <a:latin typeface="Arial"/>
              </a:rPr>
              <a:t>Click to edit the title text format</a:t>
            </a:r>
            <a:endParaRPr b="0" lang="fr-FR" sz="5000" strike="noStrike" u="none">
              <a:solidFill>
                <a:schemeClr val="dk1"/>
              </a:solidFill>
              <a:effectLst/>
              <a:uFillTx/>
              <a:latin typeface="Arial"/>
            </a:endParaRPr>
          </a:p>
        </p:txBody>
      </p:sp>
      <p:sp>
        <p:nvSpPr>
          <p:cNvPr id="123" name="Google Shape;303;p45"/>
          <p:cNvSpPr/>
          <p:nvPr/>
        </p:nvSpPr>
        <p:spPr>
          <a:xfrm>
            <a:off x="720000" y="3210840"/>
            <a:ext cx="2646000" cy="632520"/>
          </a:xfrm>
          <a:prstGeom prst="rect">
            <a:avLst/>
          </a:prstGeom>
          <a:noFill/>
          <a:ln w="0">
            <a:noFill/>
          </a:ln>
        </p:spPr>
        <p:style>
          <a:lnRef idx="0"/>
          <a:fillRef idx="0"/>
          <a:effectRef idx="0"/>
          <a:fontRef idx="minor"/>
        </p:style>
        <p:txBody>
          <a:bodyPr tIns="91440" bIns="91440" anchor="ctr">
            <a:noAutofit/>
          </a:bodyPr>
          <a:p>
            <a:pPr defTabSz="914400">
              <a:lnSpc>
                <a:spcPct val="90000"/>
              </a:lnSpc>
              <a:tabLst>
                <a:tab algn="l" pos="0"/>
              </a:tabLst>
            </a:pPr>
            <a:r>
              <a:rPr b="0" lang="en" sz="1200" strike="noStrike" u="none">
                <a:solidFill>
                  <a:schemeClr val="dk2"/>
                </a:solidFill>
                <a:effectLst/>
                <a:uFillTx/>
                <a:latin typeface="Source Sans Pro"/>
                <a:ea typeface="Source Sans Pro"/>
              </a:rPr>
              <a:t>CREDITS: This presentation template was created by </a:t>
            </a:r>
            <a:r>
              <a:rPr b="1" lang="en" sz="1200" strike="noStrike" u="sng">
                <a:solidFill>
                  <a:schemeClr val="accent1"/>
                </a:solidFill>
                <a:effectLst/>
                <a:uFillTx/>
                <a:latin typeface="Source Sans Pro"/>
                <a:ea typeface="Source Sans Pro"/>
                <a:hlinkClick r:id="rId2"/>
              </a:rPr>
              <a:t>Slidesgo</a:t>
            </a:r>
            <a:r>
              <a:rPr b="0" lang="en" sz="1200" strike="noStrike" u="none">
                <a:solidFill>
                  <a:schemeClr val="dk2"/>
                </a:solidFill>
                <a:effectLst/>
                <a:uFillTx/>
                <a:latin typeface="Source Sans Pro"/>
                <a:ea typeface="Source Sans Pro"/>
              </a:rPr>
              <a:t>, including icons, infographics &amp; images by </a:t>
            </a:r>
            <a:r>
              <a:rPr b="1" lang="en" sz="1200" strike="noStrike" u="sng">
                <a:solidFill>
                  <a:schemeClr val="accent1"/>
                </a:solidFill>
                <a:effectLst/>
                <a:uFillTx/>
                <a:latin typeface="Source Sans Pro"/>
                <a:ea typeface="Source Sans Pro"/>
                <a:hlinkClick r:id="rId3"/>
              </a:rPr>
              <a:t>Freepik</a:t>
            </a:r>
            <a:r>
              <a:rPr b="0" lang="en" sz="1200" strike="noStrike" u="none">
                <a:solidFill>
                  <a:schemeClr val="dk2"/>
                </a:solidFill>
                <a:effectLst/>
                <a:uFillTx/>
                <a:latin typeface="Source Sans Pro"/>
                <a:ea typeface="Source Sans Pro"/>
              </a:rPr>
              <a:t> </a:t>
            </a:r>
            <a:endParaRPr b="0" lang="en-US" sz="1200" strike="noStrike" u="none">
              <a:solidFill>
                <a:srgbClr val="000000"/>
              </a:solidFill>
              <a:effectLst/>
              <a:uFillTx/>
              <a:latin typeface="OpenSymbo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4_1">
    <p:bg>
      <p:bgPr>
        <a:solidFill>
          <a:schemeClr val="lt1"/>
        </a:solidFill>
      </p:bgPr>
    </p:bg>
    <p:spTree>
      <p:nvGrpSpPr>
        <p:cNvPr id="1" name=""/>
        <p:cNvGrpSpPr/>
        <p:nvPr/>
      </p:nvGrpSpPr>
      <p:grpSpPr>
        <a:xfrm>
          <a:off x="0" y="0"/>
          <a:ext cx="0" cy="0"/>
          <a:chOff x="0" y="0"/>
          <a:chExt cx="0" cy="0"/>
        </a:xfrm>
      </p:grpSpPr>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4_1_1">
    <p:bg>
      <p:bgPr>
        <a:solidFill>
          <a:schemeClr val="lt1"/>
        </a:solidFill>
      </p:bgPr>
    </p:bg>
    <p:spTree>
      <p:nvGrpSpPr>
        <p:cNvPr id="1" name=""/>
        <p:cNvGrpSpPr/>
        <p:nvPr/>
      </p:nvGrpSpPr>
      <p:grpSpPr>
        <a:xfrm>
          <a:off x="0" y="0"/>
          <a:ext cx="0" cy="0"/>
          <a:chOff x="0" y="0"/>
          <a:chExt cx="0" cy="0"/>
        </a:xfrm>
      </p:grpSpPr>
      <p:sp>
        <p:nvSpPr>
          <p:cNvPr id="124" name="Google Shape;306;p47"/>
          <p:cNvSpPr/>
          <p:nvPr/>
        </p:nvSpPr>
        <p:spPr>
          <a:xfrm flipH="1" rot="21291000">
            <a:off x="199800" y="1699920"/>
            <a:ext cx="8068680" cy="5527800"/>
          </a:xfrm>
          <a:custGeom>
            <a:avLst/>
            <a:gdLst>
              <a:gd name="textAreaLeft" fmla="*/ -360 w 8068680"/>
              <a:gd name="textAreaRight" fmla="*/ 8068680 w 8068680"/>
              <a:gd name="textAreaTop" fmla="*/ 0 h 5527800"/>
              <a:gd name="textAreaBottom" fmla="*/ 5528160 h 552780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4_1_1_1">
    <p:bg>
      <p:bgPr>
        <a:solidFill>
          <a:schemeClr val="lt1"/>
        </a:solidFill>
      </p:bgPr>
    </p:bg>
    <p:spTree>
      <p:nvGrpSpPr>
        <p:cNvPr id="1" name=""/>
        <p:cNvGrpSpPr/>
        <p:nvPr/>
      </p:nvGrpSpPr>
      <p:grpSpPr>
        <a:xfrm>
          <a:off x="0" y="0"/>
          <a:ext cx="0" cy="0"/>
          <a:chOff x="0" y="0"/>
          <a:chExt cx="0" cy="0"/>
        </a:xfrm>
      </p:grpSpPr>
      <p:sp>
        <p:nvSpPr>
          <p:cNvPr id="125" name="Google Shape;308;p48"/>
          <p:cNvSpPr/>
          <p:nvPr/>
        </p:nvSpPr>
        <p:spPr>
          <a:xfrm flipH="1" rot="10800000">
            <a:off x="5926680" y="360"/>
            <a:ext cx="3256560" cy="2788560"/>
          </a:xfrm>
          <a:custGeom>
            <a:avLst/>
            <a:gdLst>
              <a:gd name="textAreaLeft" fmla="*/ 360 w 3256560"/>
              <a:gd name="textAreaRight" fmla="*/ 3257280 w 3256560"/>
              <a:gd name="textAreaTop" fmla="*/ 0 h 2788560"/>
              <a:gd name="textAreaBottom" fmla="*/ 2788920 h 278856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6" name="Google Shape;309;p48"/>
          <p:cNvSpPr/>
          <p:nvPr/>
        </p:nvSpPr>
        <p:spPr>
          <a:xfrm flipH="1">
            <a:off x="-82440" y="1132920"/>
            <a:ext cx="3611160" cy="4010040"/>
          </a:xfrm>
          <a:custGeom>
            <a:avLst/>
            <a:gdLst>
              <a:gd name="textAreaLeft" fmla="*/ -360 w 3611160"/>
              <a:gd name="textAreaRight" fmla="*/ 3611160 w 3611160"/>
              <a:gd name="textAreaTop" fmla="*/ 0 h 4010040"/>
              <a:gd name="textAreaBottom" fmla="*/ 4010400 h 40100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127" name="Google Shape;32;p6"/>
          <p:cNvSpPr/>
          <p:nvPr/>
        </p:nvSpPr>
        <p:spPr>
          <a:xfrm flipH="1" rot="10800000">
            <a:off x="6756480" y="360"/>
            <a:ext cx="2650680" cy="2269440"/>
          </a:xfrm>
          <a:custGeom>
            <a:avLst/>
            <a:gdLst>
              <a:gd name="textAreaLeft" fmla="*/ -360 w 2650680"/>
              <a:gd name="textAreaRight" fmla="*/ 2650680 w 2650680"/>
              <a:gd name="textAreaTop" fmla="*/ 0 h 2269440"/>
              <a:gd name="textAreaBottom" fmla="*/ 2269800 h 22694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8" name="Google Shape;33;p6"/>
          <p:cNvSpPr/>
          <p:nvPr/>
        </p:nvSpPr>
        <p:spPr>
          <a:xfrm flipH="1">
            <a:off x="-82440" y="0"/>
            <a:ext cx="6006600" cy="5143320"/>
          </a:xfrm>
          <a:custGeom>
            <a:avLst/>
            <a:gdLst>
              <a:gd name="textAreaLeft" fmla="*/ -360 w 6006600"/>
              <a:gd name="textAreaRight" fmla="*/ 6006600 w 6006600"/>
              <a:gd name="textAreaTop" fmla="*/ 0 h 5143320"/>
              <a:gd name="textAreaBottom" fmla="*/ 5143680 h 514332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9" name="PlaceHolder 1"/>
          <p:cNvSpPr>
            <a:spLocks noGrp="1"/>
          </p:cNvSpPr>
          <p:nvPr>
            <p:ph type="title"/>
          </p:nvPr>
        </p:nvSpPr>
        <p:spPr>
          <a:xfrm>
            <a:off x="720000" y="54000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130" name="PlaceHolder 1"/>
          <p:cNvSpPr>
            <a:spLocks noGrp="1"/>
          </p:cNvSpPr>
          <p:nvPr>
            <p:ph type="title"/>
          </p:nvPr>
        </p:nvSpPr>
        <p:spPr>
          <a:xfrm>
            <a:off x="5486040" y="1496520"/>
            <a:ext cx="2937600" cy="75528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31" name="Google Shape;37;p7"/>
          <p:cNvSpPr/>
          <p:nvPr/>
        </p:nvSpPr>
        <p:spPr>
          <a:xfrm flipH="1">
            <a:off x="-75600" y="0"/>
            <a:ext cx="6006600" cy="5143320"/>
          </a:xfrm>
          <a:custGeom>
            <a:avLst/>
            <a:gdLst>
              <a:gd name="textAreaLeft" fmla="*/ -360 w 6006600"/>
              <a:gd name="textAreaRight" fmla="*/ 6006600 w 6006600"/>
              <a:gd name="textAreaTop" fmla="*/ 0 h 5143320"/>
              <a:gd name="textAreaBottom" fmla="*/ 5143680 h 514332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132" name="Google Shape;40;p8"/>
          <p:cNvSpPr/>
          <p:nvPr/>
        </p:nvSpPr>
        <p:spPr>
          <a:xfrm flipH="1">
            <a:off x="-82440" y="0"/>
            <a:ext cx="6006600" cy="5143320"/>
          </a:xfrm>
          <a:custGeom>
            <a:avLst/>
            <a:gdLst>
              <a:gd name="textAreaLeft" fmla="*/ -360 w 6006600"/>
              <a:gd name="textAreaRight" fmla="*/ 6006600 w 6006600"/>
              <a:gd name="textAreaTop" fmla="*/ 0 h 5143320"/>
              <a:gd name="textAreaBottom" fmla="*/ 5143680 h 514332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3" name="Google Shape;41;p8"/>
          <p:cNvSpPr/>
          <p:nvPr/>
        </p:nvSpPr>
        <p:spPr>
          <a:xfrm flipH="1" rot="21291000">
            <a:off x="366120" y="869400"/>
            <a:ext cx="3663720" cy="2509560"/>
          </a:xfrm>
          <a:custGeom>
            <a:avLst/>
            <a:gdLst>
              <a:gd name="textAreaLeft" fmla="*/ -360 w 3663720"/>
              <a:gd name="textAreaRight" fmla="*/ 3663720 w 3663720"/>
              <a:gd name="textAreaTop" fmla="*/ 0 h 2509560"/>
              <a:gd name="textAreaBottom" fmla="*/ 2509920 h 250956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4" name="PlaceHolder 1"/>
          <p:cNvSpPr>
            <a:spLocks noGrp="1"/>
          </p:cNvSpPr>
          <p:nvPr>
            <p:ph type="title"/>
          </p:nvPr>
        </p:nvSpPr>
        <p:spPr>
          <a:xfrm>
            <a:off x="4572000" y="1092960"/>
            <a:ext cx="3851640" cy="2031480"/>
          </a:xfrm>
          <a:prstGeom prst="rect">
            <a:avLst/>
          </a:prstGeom>
          <a:noFill/>
          <a:ln w="0">
            <a:noFill/>
          </a:ln>
        </p:spPr>
        <p:txBody>
          <a:bodyPr lIns="91440" rIns="91440" tIns="91440" bIns="91440" anchor="ctr">
            <a:noAutofit/>
          </a:bodyPr>
          <a:p>
            <a:pPr indent="0">
              <a:buNone/>
            </a:pPr>
            <a:r>
              <a:rPr b="0" lang="fr-FR" sz="4800" strike="noStrike" u="none">
                <a:solidFill>
                  <a:schemeClr val="dk1"/>
                </a:solidFill>
                <a:effectLst/>
                <a:uFillTx/>
                <a:latin typeface="Arial"/>
              </a:rPr>
              <a:t>Click to edit the title text format</a:t>
            </a:r>
            <a:endParaRPr b="0" lang="fr-FR" sz="4800" strike="noStrike" u="none">
              <a:solidFill>
                <a:schemeClr val="dk1"/>
              </a:solidFill>
              <a:effectLst/>
              <a:uFillTx/>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1149840" y="1230120"/>
            <a:ext cx="6844680" cy="114948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36" name="Google Shape;47;p9"/>
          <p:cNvSpPr/>
          <p:nvPr/>
        </p:nvSpPr>
        <p:spPr>
          <a:xfrm flipH="1" rot="10800000">
            <a:off x="5061240" y="360"/>
            <a:ext cx="4119120" cy="3526920"/>
          </a:xfrm>
          <a:custGeom>
            <a:avLst/>
            <a:gdLst>
              <a:gd name="textAreaLeft" fmla="*/ 360 w 4119120"/>
              <a:gd name="textAreaRight" fmla="*/ 4119840 w 4119120"/>
              <a:gd name="textAreaTop" fmla="*/ 0 h 3526920"/>
              <a:gd name="textAreaBottom" fmla="*/ 3527280 h 352692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7" name="Google Shape;48;p9"/>
          <p:cNvSpPr/>
          <p:nvPr/>
        </p:nvSpPr>
        <p:spPr>
          <a:xfrm flipH="1">
            <a:off x="-80280" y="2445840"/>
            <a:ext cx="3182040" cy="2724840"/>
          </a:xfrm>
          <a:custGeom>
            <a:avLst/>
            <a:gdLst>
              <a:gd name="textAreaLeft" fmla="*/ -360 w 3182040"/>
              <a:gd name="textAreaRight" fmla="*/ 3182040 w 3182040"/>
              <a:gd name="textAreaTop" fmla="*/ 0 h 2724840"/>
              <a:gd name="textAreaBottom" fmla="*/ 2725200 h 2724840"/>
            </a:gdLst>
            <a:ahLst/>
            <a:cxnLst/>
            <a:rect l="textAreaLeft" t="textAreaTop" r="textAreaRight" b="textAreaBottom"/>
            <a:pathLst>
              <a:path w="157861" h="135172">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138"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139" name="PlaceHolder 2"/>
          <p:cNvSpPr>
            <a:spLocks noGrp="1"/>
          </p:cNvSpPr>
          <p:nvPr>
            <p:ph type="title"/>
          </p:nvPr>
        </p:nvSpPr>
        <p:spPr>
          <a:xfrm>
            <a:off x="3788280" y="3514320"/>
            <a:ext cx="4635360" cy="1086120"/>
          </a:xfrm>
          <a:prstGeom prst="rect">
            <a:avLst/>
          </a:prstGeom>
          <a:solidFill>
            <a:schemeClr val="lt2"/>
          </a:solidFill>
          <a:ln w="0">
            <a:noFill/>
          </a:ln>
        </p:spPr>
        <p:txBody>
          <a:bodyPr lIns="91440" rIns="91440" tIns="91440" bIns="91440" anchor="ctr">
            <a:noAutofit/>
          </a:bodyPr>
          <a:p>
            <a:pPr indent="0">
              <a:buNone/>
            </a:pPr>
            <a:r>
              <a:rPr b="0" lang="fr-FR" sz="3200" strike="noStrike" u="none">
                <a:solidFill>
                  <a:schemeClr val="dk1"/>
                </a:solidFill>
                <a:effectLst/>
                <a:uFillTx/>
                <a:latin typeface="Arial"/>
              </a:rPr>
              <a:t>Click to edit the title text format</a:t>
            </a:r>
            <a:endParaRPr b="0" lang="fr-FR" sz="3200" strike="noStrike" u="none">
              <a:solidFill>
                <a:schemeClr val="dk1"/>
              </a:solidFill>
              <a:effectLst/>
              <a:uFillTx/>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3.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11.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581040" y="647640"/>
            <a:ext cx="4352400" cy="2752200"/>
          </a:xfrm>
          <a:prstGeom prst="rect">
            <a:avLst/>
          </a:prstGeom>
          <a:noFill/>
          <a:ln w="0">
            <a:noFill/>
          </a:ln>
        </p:spPr>
        <p:txBody>
          <a:bodyPr lIns="91440" rIns="91440" tIns="91440" bIns="91440" anchor="t">
            <a:normAutofit/>
          </a:bodyPr>
          <a:p>
            <a:pPr indent="0">
              <a:lnSpc>
                <a:spcPct val="80000"/>
              </a:lnSpc>
              <a:buNone/>
              <a:tabLst>
                <a:tab algn="l" pos="0"/>
              </a:tabLst>
            </a:pPr>
            <a:r>
              <a:rPr b="1" lang="en-US" sz="4500" strike="noStrike" u="none">
                <a:solidFill>
                  <a:schemeClr val="dk1"/>
                </a:solidFill>
                <a:effectLst/>
                <a:uFillTx/>
                <a:latin typeface="Overpass Black"/>
                <a:ea typeface="Overpass Black"/>
              </a:rPr>
              <a:t>Microgoal </a:t>
            </a:r>
            <a:r>
              <a:rPr b="1" lang="en-US" sz="4500" strike="noStrike" u="none">
                <a:solidFill>
                  <a:schemeClr val="accent1"/>
                </a:solidFill>
                <a:effectLst/>
                <a:uFillTx/>
                <a:latin typeface="Overpass SemiBold"/>
                <a:ea typeface="Overpass Black"/>
              </a:rPr>
              <a:t>Project</a:t>
            </a:r>
            <a:endParaRPr b="0" lang="fr-FR" sz="4500" strike="noStrike" u="none">
              <a:solidFill>
                <a:schemeClr val="dk1"/>
              </a:solidFill>
              <a:effectLst/>
              <a:uFillTx/>
              <a:latin typeface="Arial"/>
            </a:endParaRPr>
          </a:p>
        </p:txBody>
      </p:sp>
      <p:sp>
        <p:nvSpPr>
          <p:cNvPr id="141" name="PlaceHolder 2"/>
          <p:cNvSpPr>
            <a:spLocks noGrp="1"/>
          </p:cNvSpPr>
          <p:nvPr>
            <p:ph type="subTitle"/>
          </p:nvPr>
        </p:nvSpPr>
        <p:spPr>
          <a:xfrm>
            <a:off x="581040" y="3486240"/>
            <a:ext cx="4114440" cy="1028520"/>
          </a:xfrm>
          <a:prstGeom prst="rect">
            <a:avLst/>
          </a:prstGeom>
          <a:noFill/>
          <a:ln w="0">
            <a:noFill/>
          </a:ln>
        </p:spPr>
        <p:txBody>
          <a:bodyPr lIns="91440" rIns="91440" tIns="91440" bIns="91440" anchor="t">
            <a:normAutofit/>
          </a:bodyPr>
          <a:p>
            <a:pPr indent="0">
              <a:lnSpc>
                <a:spcPct val="100000"/>
              </a:lnSpc>
              <a:buNone/>
              <a:tabLst>
                <a:tab algn="l" pos="0"/>
              </a:tabLst>
            </a:pPr>
            <a:r>
              <a:rPr b="0" lang="en-US" sz="1800" strike="noStrike" u="none">
                <a:solidFill>
                  <a:schemeClr val="dk2"/>
                </a:solidFill>
                <a:effectLst/>
                <a:uFillTx/>
                <a:latin typeface="Source Sans Pro"/>
                <a:ea typeface="Source Sans Pro"/>
              </a:rPr>
              <a:t>Achieving Success Through Targeted Objectives</a:t>
            </a:r>
            <a:endParaRPr b="0" lang="en-US" sz="1800" strike="noStrike" u="none">
              <a:solidFill>
                <a:srgbClr val="000000"/>
              </a:solidFill>
              <a:effectLst/>
              <a:uFillTx/>
              <a:latin typeface="OpenSymbol"/>
            </a:endParaRPr>
          </a:p>
        </p:txBody>
      </p:sp>
      <p:grpSp>
        <p:nvGrpSpPr>
          <p:cNvPr id="142" name="Google Shape;320;p51"/>
          <p:cNvGrpSpPr/>
          <p:nvPr/>
        </p:nvGrpSpPr>
        <p:grpSpPr>
          <a:xfrm>
            <a:off x="4621680" y="644400"/>
            <a:ext cx="4224240" cy="4024440"/>
            <a:chOff x="4621680" y="644400"/>
            <a:chExt cx="4224240" cy="4024440"/>
          </a:xfrm>
        </p:grpSpPr>
        <p:sp>
          <p:nvSpPr>
            <p:cNvPr id="143" name="Google Shape;321;p51"/>
            <p:cNvSpPr/>
            <p:nvPr/>
          </p:nvSpPr>
          <p:spPr>
            <a:xfrm>
              <a:off x="4822200" y="857160"/>
              <a:ext cx="4023720" cy="2756520"/>
            </a:xfrm>
            <a:custGeom>
              <a:avLst/>
              <a:gdLst>
                <a:gd name="textAreaLeft" fmla="*/ 0 w 4023720"/>
                <a:gd name="textAreaRight" fmla="*/ 4024080 w 4023720"/>
                <a:gd name="textAreaTop" fmla="*/ 0 h 2756520"/>
                <a:gd name="textAreaBottom" fmla="*/ 2756880 h 2756520"/>
              </a:gdLst>
              <a:ahLst/>
              <a:cxnLst/>
              <a:rect l="textAreaLeft" t="textAreaTop" r="textAreaRight" b="textAreaBottom"/>
              <a:pathLst>
                <a:path w="131806" h="90303">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4" name="Google Shape;322;p51"/>
            <p:cNvSpPr/>
            <p:nvPr/>
          </p:nvSpPr>
          <p:spPr>
            <a:xfrm>
              <a:off x="4621680" y="2316240"/>
              <a:ext cx="4140000" cy="2352600"/>
            </a:xfrm>
            <a:custGeom>
              <a:avLst/>
              <a:gdLst>
                <a:gd name="textAreaLeft" fmla="*/ 0 w 4140000"/>
                <a:gd name="textAreaRight" fmla="*/ 4140360 w 4140000"/>
                <a:gd name="textAreaTop" fmla="*/ 0 h 2352600"/>
                <a:gd name="textAreaBottom" fmla="*/ 2352960 h 2352600"/>
              </a:gdLst>
              <a:ahLst/>
              <a:cxnLst/>
              <a:rect l="textAreaLeft" t="textAreaTop" r="textAreaRight" b="textAreaBottom"/>
              <a:pathLst>
                <a:path w="135616" h="77069">
                  <a:moveTo>
                    <a:pt x="110703" y="61981"/>
                  </a:moveTo>
                  <a:cubicBezTo>
                    <a:pt x="106869" y="63560"/>
                    <a:pt x="102909" y="64888"/>
                    <a:pt x="99275" y="66893"/>
                  </a:cubicBezTo>
                  <a:cubicBezTo>
                    <a:pt x="94688" y="69400"/>
                    <a:pt x="90854" y="72633"/>
                    <a:pt x="85640" y="73961"/>
                  </a:cubicBezTo>
                  <a:cubicBezTo>
                    <a:pt x="82132" y="74863"/>
                    <a:pt x="78397" y="74838"/>
                    <a:pt x="74813" y="75339"/>
                  </a:cubicBezTo>
                  <a:cubicBezTo>
                    <a:pt x="70878" y="75891"/>
                    <a:pt x="66944" y="76542"/>
                    <a:pt x="62984" y="76793"/>
                  </a:cubicBezTo>
                  <a:cubicBezTo>
                    <a:pt x="62733" y="76818"/>
                    <a:pt x="62482" y="76818"/>
                    <a:pt x="62257" y="76818"/>
                  </a:cubicBezTo>
                  <a:cubicBezTo>
                    <a:pt x="61004" y="76893"/>
                    <a:pt x="59776" y="76943"/>
                    <a:pt x="58548" y="76969"/>
                  </a:cubicBezTo>
                  <a:cubicBezTo>
                    <a:pt x="58322" y="76994"/>
                    <a:pt x="58071" y="76994"/>
                    <a:pt x="57846" y="76994"/>
                  </a:cubicBezTo>
                  <a:cubicBezTo>
                    <a:pt x="57595" y="76994"/>
                    <a:pt x="57370" y="76994"/>
                    <a:pt x="57119" y="76994"/>
                  </a:cubicBezTo>
                  <a:cubicBezTo>
                    <a:pt x="56868" y="77019"/>
                    <a:pt x="56618" y="77019"/>
                    <a:pt x="56342" y="77019"/>
                  </a:cubicBezTo>
                  <a:cubicBezTo>
                    <a:pt x="41129" y="77069"/>
                    <a:pt x="25039" y="74262"/>
                    <a:pt x="12582" y="65039"/>
                  </a:cubicBezTo>
                  <a:cubicBezTo>
                    <a:pt x="10753" y="63660"/>
                    <a:pt x="8948" y="62131"/>
                    <a:pt x="7946" y="60076"/>
                  </a:cubicBezTo>
                  <a:cubicBezTo>
                    <a:pt x="7094" y="58322"/>
                    <a:pt x="6918" y="56342"/>
                    <a:pt x="6517" y="54437"/>
                  </a:cubicBezTo>
                  <a:cubicBezTo>
                    <a:pt x="6041" y="52282"/>
                    <a:pt x="5164" y="50302"/>
                    <a:pt x="3435" y="48848"/>
                  </a:cubicBezTo>
                  <a:cubicBezTo>
                    <a:pt x="1104" y="46893"/>
                    <a:pt x="1" y="45916"/>
                    <a:pt x="1229" y="42758"/>
                  </a:cubicBezTo>
                  <a:cubicBezTo>
                    <a:pt x="5089" y="32733"/>
                    <a:pt x="12432" y="24261"/>
                    <a:pt x="21154" y="17996"/>
                  </a:cubicBezTo>
                  <a:cubicBezTo>
                    <a:pt x="33309" y="9249"/>
                    <a:pt x="48172" y="4286"/>
                    <a:pt x="62808" y="1880"/>
                  </a:cubicBezTo>
                  <a:cubicBezTo>
                    <a:pt x="70979" y="527"/>
                    <a:pt x="79300" y="1"/>
                    <a:pt x="87595" y="452"/>
                  </a:cubicBezTo>
                  <a:cubicBezTo>
                    <a:pt x="89575" y="552"/>
                    <a:pt x="91555" y="702"/>
                    <a:pt x="93510" y="928"/>
                  </a:cubicBezTo>
                  <a:cubicBezTo>
                    <a:pt x="95390" y="1129"/>
                    <a:pt x="97295" y="1605"/>
                    <a:pt x="99149" y="1555"/>
                  </a:cubicBezTo>
                  <a:cubicBezTo>
                    <a:pt x="103861" y="1404"/>
                    <a:pt x="108874" y="2306"/>
                    <a:pt x="113360" y="3660"/>
                  </a:cubicBezTo>
                  <a:cubicBezTo>
                    <a:pt x="116367" y="4562"/>
                    <a:pt x="120854" y="5489"/>
                    <a:pt x="122132" y="8773"/>
                  </a:cubicBezTo>
                  <a:cubicBezTo>
                    <a:pt x="122558" y="9825"/>
                    <a:pt x="123009" y="10778"/>
                    <a:pt x="123736" y="11655"/>
                  </a:cubicBezTo>
                  <a:cubicBezTo>
                    <a:pt x="124789" y="13008"/>
                    <a:pt x="126493" y="13184"/>
                    <a:pt x="127871" y="13961"/>
                  </a:cubicBezTo>
                  <a:cubicBezTo>
                    <a:pt x="129400" y="14838"/>
                    <a:pt x="130754" y="16041"/>
                    <a:pt x="131781" y="17469"/>
                  </a:cubicBezTo>
                  <a:cubicBezTo>
                    <a:pt x="133285" y="19500"/>
                    <a:pt x="134137" y="21956"/>
                    <a:pt x="134563" y="24462"/>
                  </a:cubicBezTo>
                  <a:cubicBezTo>
                    <a:pt x="135290" y="28372"/>
                    <a:pt x="135616" y="32833"/>
                    <a:pt x="134638" y="36718"/>
                  </a:cubicBezTo>
                  <a:cubicBezTo>
                    <a:pt x="133636" y="40653"/>
                    <a:pt x="131706" y="44287"/>
                    <a:pt x="129325" y="47520"/>
                  </a:cubicBezTo>
                  <a:cubicBezTo>
                    <a:pt x="125114" y="53209"/>
                    <a:pt x="119701" y="57896"/>
                    <a:pt x="113285" y="60878"/>
                  </a:cubicBezTo>
                  <a:cubicBezTo>
                    <a:pt x="112433" y="61254"/>
                    <a:pt x="111555" y="61630"/>
                    <a:pt x="110703" y="61981"/>
                  </a:cubicBezTo>
                  <a:close/>
                </a:path>
              </a:pathLst>
            </a:custGeom>
            <a:solidFill>
              <a:srgbClr val="d6d7f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5" name="Google Shape;323;p51"/>
            <p:cNvSpPr/>
            <p:nvPr/>
          </p:nvSpPr>
          <p:spPr>
            <a:xfrm>
              <a:off x="7446600" y="3389760"/>
              <a:ext cx="264600" cy="155160"/>
            </a:xfrm>
            <a:custGeom>
              <a:avLst/>
              <a:gdLst>
                <a:gd name="textAreaLeft" fmla="*/ 0 w 264600"/>
                <a:gd name="textAreaRight" fmla="*/ 264960 w 264600"/>
                <a:gd name="textAreaTop" fmla="*/ 0 h 155160"/>
                <a:gd name="textAreaBottom" fmla="*/ 155520 h 155160"/>
              </a:gdLst>
              <a:ahLst/>
              <a:cxnLst/>
              <a:rect l="textAreaLeft" t="textAreaTop" r="textAreaRight" b="textAreaBottom"/>
              <a:pathLst>
                <a:path w="8673" h="5089">
                  <a:moveTo>
                    <a:pt x="8422" y="1229"/>
                  </a:moveTo>
                  <a:cubicBezTo>
                    <a:pt x="8046" y="878"/>
                    <a:pt x="6993" y="1179"/>
                    <a:pt x="4913" y="577"/>
                  </a:cubicBezTo>
                  <a:cubicBezTo>
                    <a:pt x="2858" y="1"/>
                    <a:pt x="703" y="402"/>
                    <a:pt x="352" y="903"/>
                  </a:cubicBezTo>
                  <a:cubicBezTo>
                    <a:pt x="1" y="1404"/>
                    <a:pt x="2657" y="3359"/>
                    <a:pt x="3660" y="3535"/>
                  </a:cubicBezTo>
                  <a:cubicBezTo>
                    <a:pt x="4662" y="3710"/>
                    <a:pt x="5264" y="5089"/>
                    <a:pt x="6617" y="5063"/>
                  </a:cubicBezTo>
                  <a:cubicBezTo>
                    <a:pt x="7971" y="5063"/>
                    <a:pt x="8672" y="3986"/>
                    <a:pt x="8672" y="3986"/>
                  </a:cubicBezTo>
                  <a:close/>
                </a:path>
              </a:pathLst>
            </a:custGeom>
            <a:solidFill>
              <a:srgbClr val="3c3c6d"/>
            </a:solidFill>
            <a:ln w="0">
              <a:noFill/>
            </a:ln>
          </p:spPr>
          <p:style>
            <a:lnRef idx="0"/>
            <a:fillRef idx="0"/>
            <a:effectRef idx="0"/>
            <a:fontRef idx="minor"/>
          </p:style>
          <p:txBody>
            <a:bodyPr tIns="77760" bIns="77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6" name="Google Shape;324;p51"/>
            <p:cNvSpPr/>
            <p:nvPr/>
          </p:nvSpPr>
          <p:spPr>
            <a:xfrm>
              <a:off x="5810040" y="4017960"/>
              <a:ext cx="339480" cy="145800"/>
            </a:xfrm>
            <a:custGeom>
              <a:avLst/>
              <a:gdLst>
                <a:gd name="textAreaLeft" fmla="*/ 0 w 339480"/>
                <a:gd name="textAreaRight" fmla="*/ 339840 w 339480"/>
                <a:gd name="textAreaTop" fmla="*/ 0 h 145800"/>
                <a:gd name="textAreaBottom" fmla="*/ 146160 h 145800"/>
              </a:gdLst>
              <a:ahLst/>
              <a:cxnLst/>
              <a:rect l="textAreaLeft" t="textAreaTop" r="textAreaRight" b="textAreaBottom"/>
              <a:pathLst>
                <a:path w="11129" h="4788">
                  <a:moveTo>
                    <a:pt x="3384" y="0"/>
                  </a:moveTo>
                  <a:cubicBezTo>
                    <a:pt x="3384" y="0"/>
                    <a:pt x="7444" y="928"/>
                    <a:pt x="8722" y="953"/>
                  </a:cubicBezTo>
                  <a:cubicBezTo>
                    <a:pt x="10026" y="978"/>
                    <a:pt x="11128" y="1905"/>
                    <a:pt x="10326" y="2782"/>
                  </a:cubicBezTo>
                  <a:cubicBezTo>
                    <a:pt x="9524" y="3660"/>
                    <a:pt x="8021" y="4361"/>
                    <a:pt x="6191" y="4487"/>
                  </a:cubicBezTo>
                  <a:cubicBezTo>
                    <a:pt x="4361" y="4612"/>
                    <a:pt x="1805" y="4787"/>
                    <a:pt x="752" y="4637"/>
                  </a:cubicBezTo>
                  <a:cubicBezTo>
                    <a:pt x="76" y="3434"/>
                    <a:pt x="0" y="953"/>
                    <a:pt x="0" y="953"/>
                  </a:cubicBezTo>
                  <a:close/>
                </a:path>
              </a:pathLst>
            </a:custGeom>
            <a:solidFill>
              <a:srgbClr val="3c3c6d"/>
            </a:solidFill>
            <a:ln w="0">
              <a:noFill/>
            </a:ln>
          </p:spPr>
          <p:style>
            <a:lnRef idx="0"/>
            <a:fillRef idx="0"/>
            <a:effectRef idx="0"/>
            <a:fontRef idx="minor"/>
          </p:style>
          <p:txBody>
            <a:bodyPr tIns="73080" bIns="73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7" name="Google Shape;325;p51"/>
            <p:cNvSpPr/>
            <p:nvPr/>
          </p:nvSpPr>
          <p:spPr>
            <a:xfrm>
              <a:off x="7134480" y="3578760"/>
              <a:ext cx="339480" cy="145800"/>
            </a:xfrm>
            <a:custGeom>
              <a:avLst/>
              <a:gdLst>
                <a:gd name="textAreaLeft" fmla="*/ 0 w 339480"/>
                <a:gd name="textAreaRight" fmla="*/ 339840 w 339480"/>
                <a:gd name="textAreaTop" fmla="*/ 0 h 145800"/>
                <a:gd name="textAreaBottom" fmla="*/ 146160 h 145800"/>
              </a:gdLst>
              <a:ahLst/>
              <a:cxnLst/>
              <a:rect l="textAreaLeft" t="textAreaTop" r="textAreaRight" b="textAreaBottom"/>
              <a:pathLst>
                <a:path w="11128" h="4788">
                  <a:moveTo>
                    <a:pt x="7745" y="0"/>
                  </a:moveTo>
                  <a:cubicBezTo>
                    <a:pt x="7745" y="0"/>
                    <a:pt x="3709" y="928"/>
                    <a:pt x="2406" y="953"/>
                  </a:cubicBezTo>
                  <a:cubicBezTo>
                    <a:pt x="1103" y="978"/>
                    <a:pt x="0" y="1880"/>
                    <a:pt x="827" y="2757"/>
                  </a:cubicBezTo>
                  <a:cubicBezTo>
                    <a:pt x="1629" y="3659"/>
                    <a:pt x="3133" y="4361"/>
                    <a:pt x="4937" y="4487"/>
                  </a:cubicBezTo>
                  <a:cubicBezTo>
                    <a:pt x="6767" y="4587"/>
                    <a:pt x="9349" y="4787"/>
                    <a:pt x="10401" y="4637"/>
                  </a:cubicBezTo>
                  <a:cubicBezTo>
                    <a:pt x="11078" y="3434"/>
                    <a:pt x="11128" y="953"/>
                    <a:pt x="11128" y="953"/>
                  </a:cubicBezTo>
                  <a:close/>
                </a:path>
              </a:pathLst>
            </a:custGeom>
            <a:solidFill>
              <a:srgbClr val="3c3c6d"/>
            </a:solidFill>
            <a:ln w="0">
              <a:noFill/>
            </a:ln>
          </p:spPr>
          <p:style>
            <a:lnRef idx="0"/>
            <a:fillRef idx="0"/>
            <a:effectRef idx="0"/>
            <a:fontRef idx="minor"/>
          </p:style>
          <p:txBody>
            <a:bodyPr tIns="73080" bIns="73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8" name="Google Shape;326;p51"/>
            <p:cNvSpPr/>
            <p:nvPr/>
          </p:nvSpPr>
          <p:spPr>
            <a:xfrm>
              <a:off x="5564520" y="3888720"/>
              <a:ext cx="264240" cy="155160"/>
            </a:xfrm>
            <a:custGeom>
              <a:avLst/>
              <a:gdLst>
                <a:gd name="textAreaLeft" fmla="*/ 0 w 264240"/>
                <a:gd name="textAreaRight" fmla="*/ 264600 w 264240"/>
                <a:gd name="textAreaTop" fmla="*/ 0 h 155160"/>
                <a:gd name="textAreaBottom" fmla="*/ 155520 h 155160"/>
              </a:gdLst>
              <a:ahLst/>
              <a:cxnLst/>
              <a:rect l="textAreaLeft" t="textAreaTop" r="textAreaRight" b="textAreaBottom"/>
              <a:pathLst>
                <a:path w="8672" h="5089">
                  <a:moveTo>
                    <a:pt x="251" y="1229"/>
                  </a:moveTo>
                  <a:cubicBezTo>
                    <a:pt x="627" y="878"/>
                    <a:pt x="1679" y="1179"/>
                    <a:pt x="3735" y="602"/>
                  </a:cubicBezTo>
                  <a:cubicBezTo>
                    <a:pt x="5815" y="1"/>
                    <a:pt x="7945" y="402"/>
                    <a:pt x="8321" y="903"/>
                  </a:cubicBezTo>
                  <a:cubicBezTo>
                    <a:pt x="8672" y="1429"/>
                    <a:pt x="6015" y="3359"/>
                    <a:pt x="5013" y="3535"/>
                  </a:cubicBezTo>
                  <a:cubicBezTo>
                    <a:pt x="3985" y="3735"/>
                    <a:pt x="3409" y="5088"/>
                    <a:pt x="2055" y="5088"/>
                  </a:cubicBezTo>
                  <a:cubicBezTo>
                    <a:pt x="677" y="5088"/>
                    <a:pt x="0" y="4011"/>
                    <a:pt x="0" y="4011"/>
                  </a:cubicBezTo>
                  <a:close/>
                </a:path>
              </a:pathLst>
            </a:custGeom>
            <a:solidFill>
              <a:srgbClr val="3c3c6d"/>
            </a:solidFill>
            <a:ln w="0">
              <a:noFill/>
            </a:ln>
          </p:spPr>
          <p:style>
            <a:lnRef idx="0"/>
            <a:fillRef idx="0"/>
            <a:effectRef idx="0"/>
            <a:fontRef idx="minor"/>
          </p:style>
          <p:txBody>
            <a:bodyPr tIns="77760" bIns="77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9" name="Google Shape;327;p51"/>
            <p:cNvSpPr/>
            <p:nvPr/>
          </p:nvSpPr>
          <p:spPr>
            <a:xfrm>
              <a:off x="4962240" y="3923280"/>
              <a:ext cx="586440" cy="339480"/>
            </a:xfrm>
            <a:custGeom>
              <a:avLst/>
              <a:gdLst>
                <a:gd name="textAreaLeft" fmla="*/ 0 w 586440"/>
                <a:gd name="textAreaRight" fmla="*/ 586800 w 586440"/>
                <a:gd name="textAreaTop" fmla="*/ 0 h 339480"/>
                <a:gd name="textAreaBottom" fmla="*/ 339840 h 339480"/>
              </a:gdLst>
              <a:ahLst/>
              <a:cxnLst/>
              <a:rect l="textAreaLeft" t="textAreaTop" r="textAreaRight" b="textAreaBottom"/>
              <a:pathLst>
                <a:path w="19225" h="11129">
                  <a:moveTo>
                    <a:pt x="19224" y="7720"/>
                  </a:moveTo>
                  <a:cubicBezTo>
                    <a:pt x="19224" y="7820"/>
                    <a:pt x="19174" y="7945"/>
                    <a:pt x="19074" y="8046"/>
                  </a:cubicBezTo>
                  <a:cubicBezTo>
                    <a:pt x="18948" y="8196"/>
                    <a:pt x="18748" y="8296"/>
                    <a:pt x="18497" y="8372"/>
                  </a:cubicBezTo>
                  <a:cubicBezTo>
                    <a:pt x="18171" y="8472"/>
                    <a:pt x="17770" y="8497"/>
                    <a:pt x="17394" y="8397"/>
                  </a:cubicBezTo>
                  <a:lnTo>
                    <a:pt x="12808" y="7169"/>
                  </a:lnTo>
                  <a:cubicBezTo>
                    <a:pt x="12056" y="6968"/>
                    <a:pt x="11179" y="7244"/>
                    <a:pt x="11028" y="7720"/>
                  </a:cubicBezTo>
                  <a:lnTo>
                    <a:pt x="10026" y="10527"/>
                  </a:lnTo>
                  <a:cubicBezTo>
                    <a:pt x="9901" y="10878"/>
                    <a:pt x="9374" y="11128"/>
                    <a:pt x="8773" y="11128"/>
                  </a:cubicBezTo>
                  <a:cubicBezTo>
                    <a:pt x="8698" y="11128"/>
                    <a:pt x="8622" y="11128"/>
                    <a:pt x="8572" y="11128"/>
                  </a:cubicBezTo>
                  <a:cubicBezTo>
                    <a:pt x="8171" y="11078"/>
                    <a:pt x="7820" y="10953"/>
                    <a:pt x="7645" y="10753"/>
                  </a:cubicBezTo>
                  <a:cubicBezTo>
                    <a:pt x="7545" y="10652"/>
                    <a:pt x="7495" y="10552"/>
                    <a:pt x="7470" y="10452"/>
                  </a:cubicBezTo>
                  <a:lnTo>
                    <a:pt x="7470" y="10427"/>
                  </a:lnTo>
                  <a:cubicBezTo>
                    <a:pt x="7470" y="10377"/>
                    <a:pt x="7470" y="10352"/>
                    <a:pt x="7470" y="10301"/>
                  </a:cubicBezTo>
                  <a:lnTo>
                    <a:pt x="7846" y="8296"/>
                  </a:lnTo>
                  <a:lnTo>
                    <a:pt x="8021" y="7419"/>
                  </a:lnTo>
                  <a:cubicBezTo>
                    <a:pt x="8121" y="6943"/>
                    <a:pt x="7419" y="6542"/>
                    <a:pt x="6592" y="6592"/>
                  </a:cubicBezTo>
                  <a:lnTo>
                    <a:pt x="1555" y="6918"/>
                  </a:lnTo>
                  <a:cubicBezTo>
                    <a:pt x="1505" y="6918"/>
                    <a:pt x="1454" y="6918"/>
                    <a:pt x="1404" y="6918"/>
                  </a:cubicBezTo>
                  <a:cubicBezTo>
                    <a:pt x="1179" y="6918"/>
                    <a:pt x="978" y="6893"/>
                    <a:pt x="803" y="6818"/>
                  </a:cubicBezTo>
                  <a:cubicBezTo>
                    <a:pt x="452" y="6717"/>
                    <a:pt x="176" y="6517"/>
                    <a:pt x="126" y="6291"/>
                  </a:cubicBezTo>
                  <a:cubicBezTo>
                    <a:pt x="1" y="5890"/>
                    <a:pt x="452" y="5514"/>
                    <a:pt x="1129" y="5439"/>
                  </a:cubicBezTo>
                  <a:lnTo>
                    <a:pt x="6066" y="4863"/>
                  </a:lnTo>
                  <a:cubicBezTo>
                    <a:pt x="6292" y="4838"/>
                    <a:pt x="6467" y="4788"/>
                    <a:pt x="6617" y="4712"/>
                  </a:cubicBezTo>
                  <a:cubicBezTo>
                    <a:pt x="7069" y="4487"/>
                    <a:pt x="7244" y="4136"/>
                    <a:pt x="6993" y="3810"/>
                  </a:cubicBezTo>
                  <a:lnTo>
                    <a:pt x="5239" y="1605"/>
                  </a:lnTo>
                  <a:lnTo>
                    <a:pt x="4888" y="1153"/>
                  </a:lnTo>
                  <a:cubicBezTo>
                    <a:pt x="4813" y="1078"/>
                    <a:pt x="4788" y="1003"/>
                    <a:pt x="4763" y="903"/>
                  </a:cubicBezTo>
                  <a:cubicBezTo>
                    <a:pt x="4763" y="903"/>
                    <a:pt x="4763" y="878"/>
                    <a:pt x="4763" y="853"/>
                  </a:cubicBezTo>
                  <a:cubicBezTo>
                    <a:pt x="4763" y="577"/>
                    <a:pt x="5013" y="326"/>
                    <a:pt x="5465" y="201"/>
                  </a:cubicBezTo>
                  <a:cubicBezTo>
                    <a:pt x="6091" y="1"/>
                    <a:pt x="6843" y="151"/>
                    <a:pt x="7194" y="502"/>
                  </a:cubicBezTo>
                  <a:lnTo>
                    <a:pt x="9675" y="3033"/>
                  </a:lnTo>
                  <a:cubicBezTo>
                    <a:pt x="10101" y="3434"/>
                    <a:pt x="11079" y="3534"/>
                    <a:pt x="11680" y="3209"/>
                  </a:cubicBezTo>
                  <a:lnTo>
                    <a:pt x="15389" y="1254"/>
                  </a:lnTo>
                  <a:cubicBezTo>
                    <a:pt x="15640" y="1128"/>
                    <a:pt x="15941" y="1053"/>
                    <a:pt x="16267" y="1053"/>
                  </a:cubicBezTo>
                  <a:cubicBezTo>
                    <a:pt x="16592" y="1053"/>
                    <a:pt x="16918" y="1128"/>
                    <a:pt x="17194" y="1279"/>
                  </a:cubicBezTo>
                  <a:cubicBezTo>
                    <a:pt x="17445" y="1429"/>
                    <a:pt x="17595" y="1655"/>
                    <a:pt x="17570" y="1855"/>
                  </a:cubicBezTo>
                  <a:cubicBezTo>
                    <a:pt x="17545" y="2006"/>
                    <a:pt x="17445" y="2181"/>
                    <a:pt x="17219" y="2306"/>
                  </a:cubicBezTo>
                  <a:lnTo>
                    <a:pt x="16943" y="2507"/>
                  </a:lnTo>
                  <a:lnTo>
                    <a:pt x="13836" y="4462"/>
                  </a:lnTo>
                  <a:cubicBezTo>
                    <a:pt x="13284" y="4813"/>
                    <a:pt x="13435" y="5364"/>
                    <a:pt x="14136" y="5590"/>
                  </a:cubicBezTo>
                  <a:cubicBezTo>
                    <a:pt x="14136" y="5615"/>
                    <a:pt x="14161" y="5615"/>
                    <a:pt x="14161" y="5615"/>
                  </a:cubicBezTo>
                  <a:lnTo>
                    <a:pt x="18547" y="7068"/>
                  </a:lnTo>
                  <a:cubicBezTo>
                    <a:pt x="18973" y="7194"/>
                    <a:pt x="19224" y="7444"/>
                    <a:pt x="19224" y="7720"/>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0" name="Google Shape;328;p51"/>
            <p:cNvSpPr/>
            <p:nvPr/>
          </p:nvSpPr>
          <p:spPr>
            <a:xfrm>
              <a:off x="5107680" y="3950640"/>
              <a:ext cx="75240" cy="115920"/>
            </a:xfrm>
            <a:custGeom>
              <a:avLst/>
              <a:gdLst>
                <a:gd name="textAreaLeft" fmla="*/ 0 w 75240"/>
                <a:gd name="textAreaRight" fmla="*/ 75600 w 75240"/>
                <a:gd name="textAreaTop" fmla="*/ 0 h 115920"/>
                <a:gd name="textAreaBottom" fmla="*/ 116280 h 115920"/>
              </a:gdLst>
              <a:ahLst/>
              <a:cxnLst/>
              <a:rect l="textAreaLeft" t="textAreaTop" r="textAreaRight" b="textAreaBottom"/>
              <a:pathLst>
                <a:path w="2482" h="3811">
                  <a:moveTo>
                    <a:pt x="1855" y="3810"/>
                  </a:moveTo>
                  <a:lnTo>
                    <a:pt x="126" y="1605"/>
                  </a:lnTo>
                  <a:cubicBezTo>
                    <a:pt x="51" y="1505"/>
                    <a:pt x="1" y="1429"/>
                    <a:pt x="1" y="1329"/>
                  </a:cubicBezTo>
                  <a:lnTo>
                    <a:pt x="1" y="1"/>
                  </a:lnTo>
                  <a:cubicBezTo>
                    <a:pt x="26" y="101"/>
                    <a:pt x="51" y="176"/>
                    <a:pt x="126" y="251"/>
                  </a:cubicBezTo>
                  <a:lnTo>
                    <a:pt x="477" y="703"/>
                  </a:lnTo>
                  <a:lnTo>
                    <a:pt x="2231" y="2908"/>
                  </a:lnTo>
                  <a:cubicBezTo>
                    <a:pt x="2482" y="3234"/>
                    <a:pt x="2307" y="3585"/>
                    <a:pt x="1855" y="3810"/>
                  </a:cubicBezTo>
                  <a:close/>
                </a:path>
              </a:pathLst>
            </a:custGeom>
            <a:solidFill>
              <a:srgbClr val="3c3c6d"/>
            </a:solidFill>
            <a:ln w="0">
              <a:noFill/>
            </a:ln>
          </p:spPr>
          <p:style>
            <a:lnRef idx="0"/>
            <a:fillRef idx="0"/>
            <a:effectRef idx="0"/>
            <a:fontRef idx="minor"/>
          </p:style>
          <p:txBody>
            <a:bodyPr tIns="57960" bIns="57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1" name="Google Shape;329;p51"/>
            <p:cNvSpPr/>
            <p:nvPr/>
          </p:nvSpPr>
          <p:spPr>
            <a:xfrm>
              <a:off x="5428800" y="4066200"/>
              <a:ext cx="360" cy="2880"/>
            </a:xfrm>
            <a:custGeom>
              <a:avLst/>
              <a:gdLst>
                <a:gd name="textAreaLeft" fmla="*/ 0 w 360"/>
                <a:gd name="textAreaRight" fmla="*/ 720 w 360"/>
                <a:gd name="textAreaTop" fmla="*/ 0 h 2880"/>
                <a:gd name="textAreaBottom" fmla="*/ 3240 h 2880"/>
              </a:gdLst>
              <a:ahLst/>
              <a:cxnLst/>
              <a:rect l="textAreaLeft" t="textAreaTop" r="textAreaRight" b="textAreaBottom"/>
              <a:pathLst>
                <a:path w="1" h="101">
                  <a:moveTo>
                    <a:pt x="0" y="101"/>
                  </a:moveTo>
                  <a:cubicBezTo>
                    <a:pt x="0" y="101"/>
                    <a:pt x="0" y="76"/>
                    <a:pt x="0" y="50"/>
                  </a:cubicBezTo>
                  <a:cubicBezTo>
                    <a:pt x="0" y="25"/>
                    <a:pt x="0" y="0"/>
                    <a:pt x="0" y="0"/>
                  </a:cubicBezTo>
                  <a:close/>
                </a:path>
              </a:pathLst>
            </a:custGeom>
            <a:solidFill>
              <a:srgbClr val="3c3c6d"/>
            </a:solidFill>
            <a:ln w="0">
              <a:noFill/>
            </a:ln>
          </p:spPr>
          <p:style>
            <a:lnRef idx="0"/>
            <a:fillRef idx="0"/>
            <a:effectRef idx="0"/>
            <a:fontRef idx="minor"/>
          </p:style>
          <p:txBody>
            <a:bodyPr tIns="1440" bIns="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2" name="Google Shape;330;p51"/>
            <p:cNvSpPr/>
            <p:nvPr/>
          </p:nvSpPr>
          <p:spPr>
            <a:xfrm>
              <a:off x="4965120" y="4115160"/>
              <a:ext cx="244440" cy="60840"/>
            </a:xfrm>
            <a:custGeom>
              <a:avLst/>
              <a:gdLst>
                <a:gd name="textAreaLeft" fmla="*/ 0 w 244440"/>
                <a:gd name="textAreaRight" fmla="*/ 244800 w 244440"/>
                <a:gd name="textAreaTop" fmla="*/ 0 h 60840"/>
                <a:gd name="textAreaBottom" fmla="*/ 61200 h 60840"/>
              </a:gdLst>
              <a:ahLst/>
              <a:cxnLst/>
              <a:rect l="textAreaLeft" t="textAreaTop" r="textAreaRight" b="textAreaBottom"/>
              <a:pathLst>
                <a:path w="8021" h="2006">
                  <a:moveTo>
                    <a:pt x="7920" y="1128"/>
                  </a:moveTo>
                  <a:lnTo>
                    <a:pt x="7745" y="2005"/>
                  </a:lnTo>
                  <a:cubicBezTo>
                    <a:pt x="7494" y="1755"/>
                    <a:pt x="7018" y="1604"/>
                    <a:pt x="6491" y="1629"/>
                  </a:cubicBezTo>
                  <a:lnTo>
                    <a:pt x="1454" y="1955"/>
                  </a:lnTo>
                  <a:cubicBezTo>
                    <a:pt x="1404" y="1955"/>
                    <a:pt x="1353" y="1955"/>
                    <a:pt x="1303" y="1955"/>
                  </a:cubicBezTo>
                  <a:cubicBezTo>
                    <a:pt x="677" y="1955"/>
                    <a:pt x="125" y="1680"/>
                    <a:pt x="0" y="1329"/>
                  </a:cubicBezTo>
                  <a:lnTo>
                    <a:pt x="0" y="0"/>
                  </a:lnTo>
                  <a:cubicBezTo>
                    <a:pt x="75" y="226"/>
                    <a:pt x="351" y="426"/>
                    <a:pt x="702" y="527"/>
                  </a:cubicBezTo>
                  <a:cubicBezTo>
                    <a:pt x="877" y="602"/>
                    <a:pt x="1078" y="627"/>
                    <a:pt x="1303" y="627"/>
                  </a:cubicBezTo>
                  <a:cubicBezTo>
                    <a:pt x="1353" y="627"/>
                    <a:pt x="1404" y="627"/>
                    <a:pt x="1454" y="627"/>
                  </a:cubicBezTo>
                  <a:lnTo>
                    <a:pt x="6491" y="301"/>
                  </a:lnTo>
                  <a:cubicBezTo>
                    <a:pt x="7318" y="251"/>
                    <a:pt x="8020" y="652"/>
                    <a:pt x="7920" y="1128"/>
                  </a:cubicBezTo>
                  <a:close/>
                </a:path>
              </a:pathLst>
            </a:custGeom>
            <a:solidFill>
              <a:srgbClr val="3c3c6d"/>
            </a:solidFill>
            <a:ln w="0">
              <a:noFill/>
            </a:ln>
          </p:spPr>
          <p:style>
            <a:lnRef idx="0"/>
            <a:fillRef idx="0"/>
            <a:effectRef idx="0"/>
            <a:fontRef idx="minor"/>
          </p:style>
          <p:txBody>
            <a:bodyPr tIns="30600" bIns="30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3" name="Google Shape;331;p51"/>
            <p:cNvSpPr/>
            <p:nvPr/>
          </p:nvSpPr>
          <p:spPr>
            <a:xfrm>
              <a:off x="5286600" y="4226040"/>
              <a:ext cx="360" cy="7200"/>
            </a:xfrm>
            <a:custGeom>
              <a:avLst/>
              <a:gdLst>
                <a:gd name="textAreaLeft" fmla="*/ 0 w 360"/>
                <a:gd name="textAreaRight" fmla="*/ 720 w 360"/>
                <a:gd name="textAreaTop" fmla="*/ 0 h 7200"/>
                <a:gd name="textAreaBottom" fmla="*/ 7560 h 7200"/>
              </a:gdLst>
              <a:ahLst/>
              <a:cxnLst/>
              <a:rect l="textAreaLeft" t="textAreaTop" r="textAreaRight" b="textAreaBottom"/>
              <a:pathLst>
                <a:path w="26" h="252">
                  <a:moveTo>
                    <a:pt x="26" y="0"/>
                  </a:moveTo>
                  <a:lnTo>
                    <a:pt x="26" y="251"/>
                  </a:lnTo>
                  <a:cubicBezTo>
                    <a:pt x="0" y="176"/>
                    <a:pt x="0" y="76"/>
                    <a:pt x="26" y="0"/>
                  </a:cubicBezTo>
                  <a:close/>
                </a:path>
              </a:pathLst>
            </a:custGeom>
            <a:solidFill>
              <a:srgbClr val="3c3c6d"/>
            </a:solidFill>
            <a:ln w="0">
              <a:noFill/>
            </a:ln>
          </p:spPr>
          <p:style>
            <a:lnRef idx="0"/>
            <a:fillRef idx="0"/>
            <a:effectRef idx="0"/>
            <a:fontRef idx="minor"/>
          </p:style>
          <p:txBody>
            <a:bodyPr tIns="3600" bIns="3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4" name="Google Shape;332;p51"/>
            <p:cNvSpPr/>
            <p:nvPr/>
          </p:nvSpPr>
          <p:spPr>
            <a:xfrm>
              <a:off x="5190120" y="4136040"/>
              <a:ext cx="358560" cy="167040"/>
            </a:xfrm>
            <a:custGeom>
              <a:avLst/>
              <a:gdLst>
                <a:gd name="textAreaLeft" fmla="*/ 0 w 358560"/>
                <a:gd name="textAreaRight" fmla="*/ 358920 w 358560"/>
                <a:gd name="textAreaTop" fmla="*/ 0 h 167040"/>
                <a:gd name="textAreaBottom" fmla="*/ 167400 h 167040"/>
              </a:gdLst>
              <a:ahLst/>
              <a:cxnLst/>
              <a:rect l="textAreaLeft" t="textAreaTop" r="textAreaRight" b="textAreaBottom"/>
              <a:pathLst>
                <a:path w="11756" h="5489">
                  <a:moveTo>
                    <a:pt x="11755" y="752"/>
                  </a:moveTo>
                  <a:lnTo>
                    <a:pt x="11755" y="2080"/>
                  </a:lnTo>
                  <a:cubicBezTo>
                    <a:pt x="11755" y="2206"/>
                    <a:pt x="11705" y="2306"/>
                    <a:pt x="11605" y="2406"/>
                  </a:cubicBezTo>
                  <a:cubicBezTo>
                    <a:pt x="11304" y="2757"/>
                    <a:pt x="10552" y="2907"/>
                    <a:pt x="9925" y="2757"/>
                  </a:cubicBezTo>
                  <a:lnTo>
                    <a:pt x="5339" y="1554"/>
                  </a:lnTo>
                  <a:cubicBezTo>
                    <a:pt x="4587" y="1353"/>
                    <a:pt x="3710" y="1604"/>
                    <a:pt x="3559" y="2080"/>
                  </a:cubicBezTo>
                  <a:lnTo>
                    <a:pt x="2557" y="4887"/>
                  </a:lnTo>
                  <a:cubicBezTo>
                    <a:pt x="2432" y="5238"/>
                    <a:pt x="1905" y="5489"/>
                    <a:pt x="1304" y="5489"/>
                  </a:cubicBezTo>
                  <a:cubicBezTo>
                    <a:pt x="1229" y="5489"/>
                    <a:pt x="1153" y="5489"/>
                    <a:pt x="1103" y="5489"/>
                  </a:cubicBezTo>
                  <a:cubicBezTo>
                    <a:pt x="502" y="5414"/>
                    <a:pt x="51" y="5138"/>
                    <a:pt x="1" y="4812"/>
                  </a:cubicBezTo>
                  <a:lnTo>
                    <a:pt x="1" y="4662"/>
                  </a:lnTo>
                  <a:lnTo>
                    <a:pt x="1" y="3484"/>
                  </a:lnTo>
                  <a:cubicBezTo>
                    <a:pt x="26" y="3584"/>
                    <a:pt x="76" y="3684"/>
                    <a:pt x="176" y="3785"/>
                  </a:cubicBezTo>
                  <a:cubicBezTo>
                    <a:pt x="351" y="3985"/>
                    <a:pt x="702" y="4110"/>
                    <a:pt x="1103" y="4160"/>
                  </a:cubicBezTo>
                  <a:cubicBezTo>
                    <a:pt x="1153" y="4160"/>
                    <a:pt x="1229" y="4160"/>
                    <a:pt x="1304" y="4160"/>
                  </a:cubicBezTo>
                  <a:cubicBezTo>
                    <a:pt x="1905" y="4160"/>
                    <a:pt x="2432" y="3910"/>
                    <a:pt x="2557" y="3559"/>
                  </a:cubicBezTo>
                  <a:lnTo>
                    <a:pt x="3559" y="752"/>
                  </a:lnTo>
                  <a:cubicBezTo>
                    <a:pt x="3710" y="276"/>
                    <a:pt x="4587" y="0"/>
                    <a:pt x="5339" y="201"/>
                  </a:cubicBezTo>
                  <a:lnTo>
                    <a:pt x="9925" y="1429"/>
                  </a:lnTo>
                  <a:cubicBezTo>
                    <a:pt x="10301" y="1529"/>
                    <a:pt x="10702" y="1504"/>
                    <a:pt x="11028" y="1404"/>
                  </a:cubicBezTo>
                  <a:cubicBezTo>
                    <a:pt x="11279" y="1328"/>
                    <a:pt x="11479" y="1228"/>
                    <a:pt x="11605" y="1078"/>
                  </a:cubicBezTo>
                  <a:cubicBezTo>
                    <a:pt x="11705" y="977"/>
                    <a:pt x="11755" y="852"/>
                    <a:pt x="11755" y="752"/>
                  </a:cubicBezTo>
                  <a:close/>
                </a:path>
              </a:pathLst>
            </a:custGeom>
            <a:solidFill>
              <a:srgbClr val="3c3c6d"/>
            </a:solidFill>
            <a:ln w="0">
              <a:noFill/>
            </a:ln>
          </p:spPr>
          <p:style>
            <a:lnRef idx="0"/>
            <a:fillRef idx="0"/>
            <a:effectRef idx="0"/>
            <a:fontRef idx="minor"/>
          </p:style>
          <p:txBody>
            <a:bodyPr tIns="83520" bIns="83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5" name="Google Shape;333;p51"/>
            <p:cNvSpPr/>
            <p:nvPr/>
          </p:nvSpPr>
          <p:spPr>
            <a:xfrm>
              <a:off x="5367600" y="3979800"/>
              <a:ext cx="130320" cy="113760"/>
            </a:xfrm>
            <a:custGeom>
              <a:avLst/>
              <a:gdLst>
                <a:gd name="textAreaLeft" fmla="*/ 0 w 130320"/>
                <a:gd name="textAreaRight" fmla="*/ 130680 w 130320"/>
                <a:gd name="textAreaTop" fmla="*/ 0 h 113760"/>
                <a:gd name="textAreaBottom" fmla="*/ 114120 h 113760"/>
              </a:gdLst>
              <a:ahLst/>
              <a:cxnLst/>
              <a:rect l="textAreaLeft" t="textAreaTop" r="textAreaRight" b="textAreaBottom"/>
              <a:pathLst>
                <a:path w="4286" h="3735">
                  <a:moveTo>
                    <a:pt x="4286" y="0"/>
                  </a:moveTo>
                  <a:lnTo>
                    <a:pt x="4286" y="1278"/>
                  </a:lnTo>
                  <a:cubicBezTo>
                    <a:pt x="4286" y="1454"/>
                    <a:pt x="4186" y="1654"/>
                    <a:pt x="3935" y="1805"/>
                  </a:cubicBezTo>
                  <a:lnTo>
                    <a:pt x="852" y="3735"/>
                  </a:lnTo>
                  <a:cubicBezTo>
                    <a:pt x="151" y="3509"/>
                    <a:pt x="0" y="2958"/>
                    <a:pt x="552" y="2607"/>
                  </a:cubicBezTo>
                  <a:lnTo>
                    <a:pt x="3659" y="652"/>
                  </a:lnTo>
                  <a:lnTo>
                    <a:pt x="3935" y="451"/>
                  </a:lnTo>
                  <a:cubicBezTo>
                    <a:pt x="4161" y="326"/>
                    <a:pt x="4261" y="151"/>
                    <a:pt x="4286" y="0"/>
                  </a:cubicBezTo>
                  <a:close/>
                </a:path>
              </a:pathLst>
            </a:custGeom>
            <a:solidFill>
              <a:srgbClr val="3c3c6d"/>
            </a:solidFill>
            <a:ln w="0">
              <a:noFill/>
            </a:ln>
          </p:spPr>
          <p:style>
            <a:lnRef idx="0"/>
            <a:fillRef idx="0"/>
            <a:effectRef idx="0"/>
            <a:fontRef idx="minor"/>
          </p:style>
          <p:txBody>
            <a:bodyPr tIns="56880" bIns="56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6" name="Google Shape;334;p51"/>
            <p:cNvSpPr/>
            <p:nvPr/>
          </p:nvSpPr>
          <p:spPr>
            <a:xfrm>
              <a:off x="5474880" y="4194720"/>
              <a:ext cx="72360" cy="72360"/>
            </a:xfrm>
            <a:custGeom>
              <a:avLst/>
              <a:gdLst>
                <a:gd name="textAreaLeft" fmla="*/ 0 w 72360"/>
                <a:gd name="textAreaRight" fmla="*/ 72720 w 72360"/>
                <a:gd name="textAreaTop" fmla="*/ 0 h 72360"/>
                <a:gd name="textAreaBottom" fmla="*/ 72720 h 72360"/>
              </a:gdLst>
              <a:ahLst/>
              <a:cxnLst/>
              <a:rect l="textAreaLeft" t="textAreaTop" r="textAreaRight" b="textAreaBottom"/>
              <a:pathLst>
                <a:path w="2382" h="2382">
                  <a:moveTo>
                    <a:pt x="2332" y="1254"/>
                  </a:moveTo>
                  <a:cubicBezTo>
                    <a:pt x="2307" y="1906"/>
                    <a:pt x="1755" y="2382"/>
                    <a:pt x="1104" y="2332"/>
                  </a:cubicBezTo>
                  <a:cubicBezTo>
                    <a:pt x="477" y="2282"/>
                    <a:pt x="1" y="1730"/>
                    <a:pt x="26" y="1104"/>
                  </a:cubicBezTo>
                  <a:cubicBezTo>
                    <a:pt x="76" y="477"/>
                    <a:pt x="627" y="1"/>
                    <a:pt x="1254" y="51"/>
                  </a:cubicBezTo>
                  <a:cubicBezTo>
                    <a:pt x="1906" y="76"/>
                    <a:pt x="2382" y="627"/>
                    <a:pt x="2332" y="1254"/>
                  </a:cubicBezTo>
                  <a:close/>
                </a:path>
              </a:pathLst>
            </a:custGeom>
            <a:solidFill>
              <a:srgbClr val="3c3c6d"/>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7" name="Google Shape;335;p51"/>
            <p:cNvSpPr/>
            <p:nvPr/>
          </p:nvSpPr>
          <p:spPr>
            <a:xfrm>
              <a:off x="5194080" y="4282200"/>
              <a:ext cx="72360" cy="72360"/>
            </a:xfrm>
            <a:custGeom>
              <a:avLst/>
              <a:gdLst>
                <a:gd name="textAreaLeft" fmla="*/ 0 w 72360"/>
                <a:gd name="textAreaRight" fmla="*/ 72720 w 72360"/>
                <a:gd name="textAreaTop" fmla="*/ 0 h 72360"/>
                <a:gd name="textAreaBottom" fmla="*/ 72720 h 72360"/>
              </a:gdLst>
              <a:ahLst/>
              <a:cxnLst/>
              <a:rect l="textAreaLeft" t="textAreaTop" r="textAreaRight" b="textAreaBottom"/>
              <a:pathLst>
                <a:path w="2382" h="2381">
                  <a:moveTo>
                    <a:pt x="2332" y="1278"/>
                  </a:moveTo>
                  <a:cubicBezTo>
                    <a:pt x="2307" y="1905"/>
                    <a:pt x="1755" y="2381"/>
                    <a:pt x="1104" y="2331"/>
                  </a:cubicBezTo>
                  <a:cubicBezTo>
                    <a:pt x="477" y="2281"/>
                    <a:pt x="1" y="1754"/>
                    <a:pt x="26" y="1103"/>
                  </a:cubicBezTo>
                  <a:cubicBezTo>
                    <a:pt x="76" y="476"/>
                    <a:pt x="627" y="0"/>
                    <a:pt x="1254" y="50"/>
                  </a:cubicBezTo>
                  <a:cubicBezTo>
                    <a:pt x="1906" y="100"/>
                    <a:pt x="2382" y="627"/>
                    <a:pt x="2332" y="1278"/>
                  </a:cubicBezTo>
                  <a:close/>
                </a:path>
              </a:pathLst>
            </a:custGeom>
            <a:solidFill>
              <a:srgbClr val="3c3c6d"/>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8" name="Google Shape;336;p51"/>
            <p:cNvSpPr/>
            <p:nvPr/>
          </p:nvSpPr>
          <p:spPr>
            <a:xfrm>
              <a:off x="4963680" y="4155120"/>
              <a:ext cx="73080" cy="72360"/>
            </a:xfrm>
            <a:custGeom>
              <a:avLst/>
              <a:gdLst>
                <a:gd name="textAreaLeft" fmla="*/ 0 w 73080"/>
                <a:gd name="textAreaRight" fmla="*/ 73440 w 73080"/>
                <a:gd name="textAreaTop" fmla="*/ 0 h 72360"/>
                <a:gd name="textAreaBottom" fmla="*/ 72720 h 72360"/>
              </a:gdLst>
              <a:ahLst/>
              <a:cxnLst/>
              <a:rect l="textAreaLeft" t="textAreaTop" r="textAreaRight" b="textAreaBottom"/>
              <a:pathLst>
                <a:path w="2408" h="2382">
                  <a:moveTo>
                    <a:pt x="2357" y="1279"/>
                  </a:moveTo>
                  <a:cubicBezTo>
                    <a:pt x="2307" y="1905"/>
                    <a:pt x="1755" y="2382"/>
                    <a:pt x="1129" y="2331"/>
                  </a:cubicBezTo>
                  <a:cubicBezTo>
                    <a:pt x="477" y="2306"/>
                    <a:pt x="1" y="1755"/>
                    <a:pt x="51" y="1128"/>
                  </a:cubicBezTo>
                  <a:cubicBezTo>
                    <a:pt x="101" y="477"/>
                    <a:pt x="653" y="1"/>
                    <a:pt x="1279" y="51"/>
                  </a:cubicBezTo>
                  <a:cubicBezTo>
                    <a:pt x="1906" y="101"/>
                    <a:pt x="2407" y="652"/>
                    <a:pt x="2357" y="1279"/>
                  </a:cubicBezTo>
                  <a:close/>
                </a:path>
              </a:pathLst>
            </a:custGeom>
            <a:solidFill>
              <a:srgbClr val="3c3c6d"/>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9" name="Google Shape;337;p51"/>
            <p:cNvSpPr/>
            <p:nvPr/>
          </p:nvSpPr>
          <p:spPr>
            <a:xfrm>
              <a:off x="5092920" y="4008240"/>
              <a:ext cx="72360" cy="71640"/>
            </a:xfrm>
            <a:custGeom>
              <a:avLst/>
              <a:gdLst>
                <a:gd name="textAreaLeft" fmla="*/ 0 w 72360"/>
                <a:gd name="textAreaRight" fmla="*/ 72720 w 72360"/>
                <a:gd name="textAreaTop" fmla="*/ 0 h 71640"/>
                <a:gd name="textAreaBottom" fmla="*/ 72000 h 71640"/>
              </a:gdLst>
              <a:ahLst/>
              <a:cxnLst/>
              <a:rect l="textAreaLeft" t="textAreaTop" r="textAreaRight" b="textAreaBottom"/>
              <a:pathLst>
                <a:path w="2382" h="2357">
                  <a:moveTo>
                    <a:pt x="2331" y="1254"/>
                  </a:moveTo>
                  <a:cubicBezTo>
                    <a:pt x="2306" y="1880"/>
                    <a:pt x="1755" y="2356"/>
                    <a:pt x="1103" y="2306"/>
                  </a:cubicBezTo>
                  <a:cubicBezTo>
                    <a:pt x="477" y="2281"/>
                    <a:pt x="1" y="1730"/>
                    <a:pt x="26" y="1103"/>
                  </a:cubicBezTo>
                  <a:cubicBezTo>
                    <a:pt x="76" y="477"/>
                    <a:pt x="627" y="1"/>
                    <a:pt x="1254" y="26"/>
                  </a:cubicBezTo>
                  <a:cubicBezTo>
                    <a:pt x="1905" y="76"/>
                    <a:pt x="2382" y="627"/>
                    <a:pt x="2331" y="1254"/>
                  </a:cubicBezTo>
                  <a:close/>
                </a:path>
              </a:pathLst>
            </a:custGeom>
            <a:solidFill>
              <a:srgbClr val="3c3c6d"/>
            </a:solidFill>
            <a:ln w="0">
              <a:noFill/>
            </a:ln>
          </p:spPr>
          <p:style>
            <a:lnRef idx="0"/>
            <a:fillRef idx="0"/>
            <a:effectRef idx="0"/>
            <a:fontRef idx="minor"/>
          </p:style>
          <p:txBody>
            <a:bodyPr tIns="36000" bIns="36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0" name="Google Shape;338;p51"/>
            <p:cNvSpPr/>
            <p:nvPr/>
          </p:nvSpPr>
          <p:spPr>
            <a:xfrm>
              <a:off x="5438880" y="4023360"/>
              <a:ext cx="73080" cy="72360"/>
            </a:xfrm>
            <a:custGeom>
              <a:avLst/>
              <a:gdLst>
                <a:gd name="textAreaLeft" fmla="*/ 0 w 73080"/>
                <a:gd name="textAreaRight" fmla="*/ 73440 w 73080"/>
                <a:gd name="textAreaTop" fmla="*/ 0 h 72360"/>
                <a:gd name="textAreaBottom" fmla="*/ 72720 h 72360"/>
              </a:gdLst>
              <a:ahLst/>
              <a:cxnLst/>
              <a:rect l="textAreaLeft" t="textAreaTop" r="textAreaRight" b="textAreaBottom"/>
              <a:pathLst>
                <a:path w="2407" h="2382">
                  <a:moveTo>
                    <a:pt x="2357" y="1254"/>
                  </a:moveTo>
                  <a:cubicBezTo>
                    <a:pt x="2307" y="1906"/>
                    <a:pt x="1755" y="2382"/>
                    <a:pt x="1129" y="2332"/>
                  </a:cubicBezTo>
                  <a:cubicBezTo>
                    <a:pt x="502" y="2282"/>
                    <a:pt x="1" y="1730"/>
                    <a:pt x="51" y="1104"/>
                  </a:cubicBezTo>
                  <a:cubicBezTo>
                    <a:pt x="101" y="477"/>
                    <a:pt x="653" y="1"/>
                    <a:pt x="1279" y="51"/>
                  </a:cubicBezTo>
                  <a:cubicBezTo>
                    <a:pt x="1931" y="76"/>
                    <a:pt x="2407" y="627"/>
                    <a:pt x="2357" y="1254"/>
                  </a:cubicBezTo>
                  <a:close/>
                </a:path>
              </a:pathLst>
            </a:custGeom>
            <a:solidFill>
              <a:srgbClr val="3c3c6d"/>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1" name="Google Shape;339;p51"/>
            <p:cNvSpPr/>
            <p:nvPr/>
          </p:nvSpPr>
          <p:spPr>
            <a:xfrm>
              <a:off x="5215320" y="3791520"/>
              <a:ext cx="98280" cy="369360"/>
            </a:xfrm>
            <a:custGeom>
              <a:avLst/>
              <a:gdLst>
                <a:gd name="textAreaLeft" fmla="*/ 0 w 98280"/>
                <a:gd name="textAreaRight" fmla="*/ 98640 w 98280"/>
                <a:gd name="textAreaTop" fmla="*/ 0 h 369360"/>
                <a:gd name="textAreaBottom" fmla="*/ 369720 h 369360"/>
              </a:gdLst>
              <a:ahLst/>
              <a:cxnLst/>
              <a:rect l="textAreaLeft" t="textAreaTop" r="textAreaRight" b="textAreaBottom"/>
              <a:pathLst>
                <a:path w="3234" h="12107">
                  <a:moveTo>
                    <a:pt x="3234" y="10602"/>
                  </a:moveTo>
                  <a:cubicBezTo>
                    <a:pt x="3234" y="12106"/>
                    <a:pt x="1" y="11805"/>
                    <a:pt x="1" y="10602"/>
                  </a:cubicBezTo>
                  <a:lnTo>
                    <a:pt x="1" y="1"/>
                  </a:lnTo>
                  <a:lnTo>
                    <a:pt x="3234" y="1"/>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2" name="Google Shape;340;p51"/>
            <p:cNvSpPr/>
            <p:nvPr/>
          </p:nvSpPr>
          <p:spPr>
            <a:xfrm>
              <a:off x="5154120" y="3401280"/>
              <a:ext cx="562680" cy="559080"/>
            </a:xfrm>
            <a:custGeom>
              <a:avLst/>
              <a:gdLst>
                <a:gd name="textAreaLeft" fmla="*/ 0 w 562680"/>
                <a:gd name="textAreaRight" fmla="*/ 563040 w 562680"/>
                <a:gd name="textAreaTop" fmla="*/ 0 h 559080"/>
                <a:gd name="textAreaBottom" fmla="*/ 559440 h 559080"/>
              </a:gdLst>
              <a:ahLst/>
              <a:cxnLst/>
              <a:rect l="textAreaLeft" t="textAreaTop" r="textAreaRight" b="textAreaBottom"/>
              <a:pathLst>
                <a:path w="18447" h="18322">
                  <a:moveTo>
                    <a:pt x="1279" y="3209"/>
                  </a:moveTo>
                  <a:cubicBezTo>
                    <a:pt x="1279" y="3209"/>
                    <a:pt x="10577" y="1"/>
                    <a:pt x="14512" y="477"/>
                  </a:cubicBezTo>
                  <a:cubicBezTo>
                    <a:pt x="18447" y="953"/>
                    <a:pt x="17570" y="17971"/>
                    <a:pt x="17570" y="17971"/>
                  </a:cubicBezTo>
                  <a:cubicBezTo>
                    <a:pt x="17570" y="17971"/>
                    <a:pt x="15464" y="18322"/>
                    <a:pt x="13409" y="17971"/>
                  </a:cubicBezTo>
                  <a:cubicBezTo>
                    <a:pt x="12532" y="13259"/>
                    <a:pt x="11103" y="8046"/>
                    <a:pt x="11103" y="8046"/>
                  </a:cubicBezTo>
                  <a:cubicBezTo>
                    <a:pt x="11103" y="8046"/>
                    <a:pt x="2557" y="10527"/>
                    <a:pt x="1279" y="9274"/>
                  </a:cubicBezTo>
                  <a:cubicBezTo>
                    <a:pt x="1" y="8046"/>
                    <a:pt x="1279" y="3209"/>
                    <a:pt x="1279" y="3209"/>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3" name="Google Shape;341;p51"/>
            <p:cNvSpPr/>
            <p:nvPr/>
          </p:nvSpPr>
          <p:spPr>
            <a:xfrm>
              <a:off x="5154120" y="3401280"/>
              <a:ext cx="562680" cy="608040"/>
            </a:xfrm>
            <a:custGeom>
              <a:avLst/>
              <a:gdLst>
                <a:gd name="textAreaLeft" fmla="*/ 0 w 562680"/>
                <a:gd name="textAreaRight" fmla="*/ 563040 w 562680"/>
                <a:gd name="textAreaTop" fmla="*/ 0 h 608040"/>
                <a:gd name="textAreaBottom" fmla="*/ 608400 h 608040"/>
              </a:gdLst>
              <a:ahLst/>
              <a:cxnLst/>
              <a:rect l="textAreaLeft" t="textAreaTop" r="textAreaRight" b="textAreaBottom"/>
              <a:pathLst>
                <a:path w="18447" h="19926">
                  <a:moveTo>
                    <a:pt x="1279" y="3209"/>
                  </a:moveTo>
                  <a:cubicBezTo>
                    <a:pt x="1279" y="3209"/>
                    <a:pt x="10577" y="1"/>
                    <a:pt x="14512" y="477"/>
                  </a:cubicBezTo>
                  <a:cubicBezTo>
                    <a:pt x="18447" y="953"/>
                    <a:pt x="17570" y="17971"/>
                    <a:pt x="17570" y="17971"/>
                  </a:cubicBezTo>
                  <a:cubicBezTo>
                    <a:pt x="17244" y="18622"/>
                    <a:pt x="14687" y="19926"/>
                    <a:pt x="13409" y="17971"/>
                  </a:cubicBezTo>
                  <a:cubicBezTo>
                    <a:pt x="12532" y="13259"/>
                    <a:pt x="11103" y="8046"/>
                    <a:pt x="11103" y="8046"/>
                  </a:cubicBezTo>
                  <a:cubicBezTo>
                    <a:pt x="11103" y="8046"/>
                    <a:pt x="2557" y="10527"/>
                    <a:pt x="1279" y="9274"/>
                  </a:cubicBezTo>
                  <a:cubicBezTo>
                    <a:pt x="1" y="8046"/>
                    <a:pt x="1279" y="3209"/>
                    <a:pt x="1279" y="3209"/>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4" name="Google Shape;342;p51"/>
            <p:cNvSpPr/>
            <p:nvPr/>
          </p:nvSpPr>
          <p:spPr>
            <a:xfrm>
              <a:off x="5203800" y="3645360"/>
              <a:ext cx="482400" cy="369360"/>
            </a:xfrm>
            <a:custGeom>
              <a:avLst/>
              <a:gdLst>
                <a:gd name="textAreaLeft" fmla="*/ 0 w 482400"/>
                <a:gd name="textAreaRight" fmla="*/ 482760 w 482400"/>
                <a:gd name="textAreaTop" fmla="*/ 0 h 369360"/>
                <a:gd name="textAreaBottom" fmla="*/ 369720 h 369360"/>
              </a:gdLst>
              <a:ahLst/>
              <a:cxnLst/>
              <a:rect l="textAreaLeft" t="textAreaTop" r="textAreaRight" b="textAreaBottom"/>
              <a:pathLst>
                <a:path w="15816" h="12107">
                  <a:moveTo>
                    <a:pt x="14838" y="4713"/>
                  </a:moveTo>
                  <a:cubicBezTo>
                    <a:pt x="14011" y="5490"/>
                    <a:pt x="4136" y="10953"/>
                    <a:pt x="2281" y="11981"/>
                  </a:cubicBezTo>
                  <a:cubicBezTo>
                    <a:pt x="2056" y="12106"/>
                    <a:pt x="1780" y="12106"/>
                    <a:pt x="1555" y="11981"/>
                  </a:cubicBezTo>
                  <a:cubicBezTo>
                    <a:pt x="1555" y="11981"/>
                    <a:pt x="1555" y="11981"/>
                    <a:pt x="1555" y="11981"/>
                  </a:cubicBezTo>
                  <a:lnTo>
                    <a:pt x="1555" y="11981"/>
                  </a:lnTo>
                  <a:cubicBezTo>
                    <a:pt x="527" y="11304"/>
                    <a:pt x="1" y="8998"/>
                    <a:pt x="1981" y="7520"/>
                  </a:cubicBezTo>
                  <a:cubicBezTo>
                    <a:pt x="2582" y="7068"/>
                    <a:pt x="13109" y="1"/>
                    <a:pt x="14788" y="477"/>
                  </a:cubicBezTo>
                  <a:lnTo>
                    <a:pt x="14788" y="477"/>
                  </a:lnTo>
                  <a:cubicBezTo>
                    <a:pt x="14813" y="477"/>
                    <a:pt x="14838" y="502"/>
                    <a:pt x="14838" y="502"/>
                  </a:cubicBezTo>
                  <a:cubicBezTo>
                    <a:pt x="14888" y="527"/>
                    <a:pt x="14963" y="552"/>
                    <a:pt x="14988" y="602"/>
                  </a:cubicBezTo>
                  <a:cubicBezTo>
                    <a:pt x="15815" y="1254"/>
                    <a:pt x="15715" y="3911"/>
                    <a:pt x="14838" y="4713"/>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5" name="Google Shape;343;p51"/>
            <p:cNvSpPr/>
            <p:nvPr/>
          </p:nvSpPr>
          <p:spPr>
            <a:xfrm>
              <a:off x="4842000" y="3429720"/>
              <a:ext cx="812880" cy="581040"/>
            </a:xfrm>
            <a:custGeom>
              <a:avLst/>
              <a:gdLst>
                <a:gd name="textAreaLeft" fmla="*/ 0 w 812880"/>
                <a:gd name="textAreaRight" fmla="*/ 813240 w 812880"/>
                <a:gd name="textAreaTop" fmla="*/ 0 h 581040"/>
                <a:gd name="textAreaBottom" fmla="*/ 581400 h 581040"/>
              </a:gdLst>
              <a:ahLst/>
              <a:cxnLst/>
              <a:rect l="textAreaLeft" t="textAreaTop" r="textAreaRight" b="textAreaBottom"/>
              <a:pathLst>
                <a:path w="26643" h="19048">
                  <a:moveTo>
                    <a:pt x="26643" y="7544"/>
                  </a:moveTo>
                  <a:cubicBezTo>
                    <a:pt x="24964" y="7068"/>
                    <a:pt x="14437" y="14135"/>
                    <a:pt x="13836" y="14587"/>
                  </a:cubicBezTo>
                  <a:cubicBezTo>
                    <a:pt x="11856" y="16065"/>
                    <a:pt x="12382" y="18371"/>
                    <a:pt x="13410" y="19048"/>
                  </a:cubicBezTo>
                  <a:lnTo>
                    <a:pt x="1705" y="12256"/>
                  </a:lnTo>
                  <a:lnTo>
                    <a:pt x="1304" y="12030"/>
                  </a:lnTo>
                  <a:lnTo>
                    <a:pt x="1279" y="12005"/>
                  </a:lnTo>
                  <a:cubicBezTo>
                    <a:pt x="377" y="11228"/>
                    <a:pt x="1" y="9073"/>
                    <a:pt x="1881" y="7669"/>
                  </a:cubicBezTo>
                  <a:cubicBezTo>
                    <a:pt x="2482" y="7243"/>
                    <a:pt x="13259" y="0"/>
                    <a:pt x="14738" y="677"/>
                  </a:cubicBezTo>
                  <a:lnTo>
                    <a:pt x="14838" y="727"/>
                  </a:ln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6" name="Google Shape;344;p51"/>
            <p:cNvSpPr/>
            <p:nvPr/>
          </p:nvSpPr>
          <p:spPr>
            <a:xfrm>
              <a:off x="5934600" y="1553400"/>
              <a:ext cx="518400" cy="897840"/>
            </a:xfrm>
            <a:custGeom>
              <a:avLst/>
              <a:gdLst>
                <a:gd name="textAreaLeft" fmla="*/ 0 w 518400"/>
                <a:gd name="textAreaRight" fmla="*/ 518760 w 518400"/>
                <a:gd name="textAreaTop" fmla="*/ 0 h 897840"/>
                <a:gd name="textAreaBottom" fmla="*/ 898200 h 897840"/>
              </a:gdLst>
              <a:ahLst/>
              <a:cxnLst/>
              <a:rect l="textAreaLeft" t="textAreaTop" r="textAreaRight" b="textAreaBottom"/>
              <a:pathLst>
                <a:path w="16994" h="29424">
                  <a:moveTo>
                    <a:pt x="16818" y="20902"/>
                  </a:moveTo>
                  <a:cubicBezTo>
                    <a:pt x="16492" y="18396"/>
                    <a:pt x="15339" y="3308"/>
                    <a:pt x="13134" y="1604"/>
                  </a:cubicBezTo>
                  <a:cubicBezTo>
                    <a:pt x="13134" y="1604"/>
                    <a:pt x="11630" y="0"/>
                    <a:pt x="10953" y="677"/>
                  </a:cubicBezTo>
                  <a:lnTo>
                    <a:pt x="1" y="7018"/>
                  </a:lnTo>
                  <a:lnTo>
                    <a:pt x="502" y="13835"/>
                  </a:lnTo>
                  <a:lnTo>
                    <a:pt x="5264" y="29424"/>
                  </a:lnTo>
                  <a:lnTo>
                    <a:pt x="15890" y="23309"/>
                  </a:lnTo>
                  <a:cubicBezTo>
                    <a:pt x="16567" y="23108"/>
                    <a:pt x="16993" y="22206"/>
                    <a:pt x="16818" y="20902"/>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7" name="Google Shape;345;p51"/>
            <p:cNvSpPr/>
            <p:nvPr/>
          </p:nvSpPr>
          <p:spPr>
            <a:xfrm>
              <a:off x="5920200" y="1717200"/>
              <a:ext cx="198720" cy="777240"/>
            </a:xfrm>
            <a:custGeom>
              <a:avLst/>
              <a:gdLst>
                <a:gd name="textAreaLeft" fmla="*/ 0 w 198720"/>
                <a:gd name="textAreaRight" fmla="*/ 199080 w 198720"/>
                <a:gd name="textAreaTop" fmla="*/ 0 h 777240"/>
                <a:gd name="textAreaBottom" fmla="*/ 777600 h 777240"/>
              </a:gdLst>
              <a:ahLst/>
              <a:cxnLst/>
              <a:rect l="textAreaLeft" t="textAreaTop" r="textAreaRight" b="textAreaBottom"/>
              <a:pathLst>
                <a:path w="6517" h="25465">
                  <a:moveTo>
                    <a:pt x="2507" y="2657"/>
                  </a:moveTo>
                  <a:cubicBezTo>
                    <a:pt x="4712" y="4387"/>
                    <a:pt x="5865" y="19474"/>
                    <a:pt x="6191" y="21956"/>
                  </a:cubicBezTo>
                  <a:cubicBezTo>
                    <a:pt x="6517" y="24462"/>
                    <a:pt x="4712" y="25464"/>
                    <a:pt x="3083" y="22933"/>
                  </a:cubicBezTo>
                  <a:cubicBezTo>
                    <a:pt x="1479" y="20377"/>
                    <a:pt x="0" y="6016"/>
                    <a:pt x="0" y="3008"/>
                  </a:cubicBezTo>
                  <a:cubicBezTo>
                    <a:pt x="0" y="1"/>
                    <a:pt x="2507" y="2657"/>
                    <a:pt x="2507" y="2657"/>
                  </a:cubicBezTo>
                  <a:close/>
                </a:path>
              </a:pathLst>
            </a:custGeom>
            <a:solidFill>
              <a:srgbClr val="46467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8" name="Google Shape;346;p51"/>
            <p:cNvSpPr/>
            <p:nvPr/>
          </p:nvSpPr>
          <p:spPr>
            <a:xfrm>
              <a:off x="6142680" y="1541160"/>
              <a:ext cx="519840" cy="937080"/>
            </a:xfrm>
            <a:custGeom>
              <a:avLst/>
              <a:gdLst>
                <a:gd name="textAreaLeft" fmla="*/ 0 w 519840"/>
                <a:gd name="textAreaRight" fmla="*/ 520200 w 519840"/>
                <a:gd name="textAreaTop" fmla="*/ 0 h 937080"/>
                <a:gd name="textAreaBottom" fmla="*/ 937440 h 937080"/>
              </a:gdLst>
              <a:ahLst/>
              <a:cxnLst/>
              <a:rect l="textAreaLeft" t="textAreaTop" r="textAreaRight" b="textAreaBottom"/>
              <a:pathLst>
                <a:path w="17044" h="30703">
                  <a:moveTo>
                    <a:pt x="13008" y="150"/>
                  </a:moveTo>
                  <a:cubicBezTo>
                    <a:pt x="9926" y="0"/>
                    <a:pt x="4713" y="3609"/>
                    <a:pt x="2357" y="6592"/>
                  </a:cubicBezTo>
                  <a:cubicBezTo>
                    <a:pt x="1" y="9574"/>
                    <a:pt x="1454" y="12807"/>
                    <a:pt x="2256" y="15990"/>
                  </a:cubicBezTo>
                  <a:cubicBezTo>
                    <a:pt x="3058" y="19173"/>
                    <a:pt x="1830" y="27143"/>
                    <a:pt x="1830" y="27920"/>
                  </a:cubicBezTo>
                  <a:cubicBezTo>
                    <a:pt x="5439" y="30351"/>
                    <a:pt x="14186" y="30702"/>
                    <a:pt x="15189" y="27118"/>
                  </a:cubicBezTo>
                  <a:cubicBezTo>
                    <a:pt x="15615" y="23208"/>
                    <a:pt x="12758" y="19073"/>
                    <a:pt x="12733" y="16792"/>
                  </a:cubicBezTo>
                  <a:cubicBezTo>
                    <a:pt x="12883" y="11880"/>
                    <a:pt x="17043" y="1629"/>
                    <a:pt x="13008" y="150"/>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9" name="Google Shape;347;p51"/>
            <p:cNvSpPr/>
            <p:nvPr/>
          </p:nvSpPr>
          <p:spPr>
            <a:xfrm>
              <a:off x="6449040" y="1545120"/>
              <a:ext cx="141120" cy="940680"/>
            </a:xfrm>
            <a:custGeom>
              <a:avLst/>
              <a:gdLst>
                <a:gd name="textAreaLeft" fmla="*/ 0 w 141120"/>
                <a:gd name="textAreaRight" fmla="*/ 141480 w 141120"/>
                <a:gd name="textAreaTop" fmla="*/ 0 h 940680"/>
                <a:gd name="textAreaBottom" fmla="*/ 941040 h 940680"/>
              </a:gdLst>
              <a:ahLst/>
              <a:cxnLst/>
              <a:rect l="textAreaLeft" t="textAreaTop" r="textAreaRight" b="textAreaBottom"/>
              <a:pathLst>
                <a:path w="4638" h="30828">
                  <a:moveTo>
                    <a:pt x="302" y="727"/>
                  </a:moveTo>
                  <a:cubicBezTo>
                    <a:pt x="1881" y="7670"/>
                    <a:pt x="1379" y="15163"/>
                    <a:pt x="1028" y="18096"/>
                  </a:cubicBezTo>
                  <a:cubicBezTo>
                    <a:pt x="678" y="21053"/>
                    <a:pt x="602" y="30828"/>
                    <a:pt x="602" y="30828"/>
                  </a:cubicBezTo>
                  <a:cubicBezTo>
                    <a:pt x="2983" y="29625"/>
                    <a:pt x="4111" y="27419"/>
                    <a:pt x="4161" y="26417"/>
                  </a:cubicBezTo>
                  <a:cubicBezTo>
                    <a:pt x="4211" y="25414"/>
                    <a:pt x="3309" y="16918"/>
                    <a:pt x="3359" y="16241"/>
                  </a:cubicBezTo>
                  <a:cubicBezTo>
                    <a:pt x="3434" y="15539"/>
                    <a:pt x="4637" y="8998"/>
                    <a:pt x="4512" y="5439"/>
                  </a:cubicBezTo>
                  <a:cubicBezTo>
                    <a:pt x="4387" y="1905"/>
                    <a:pt x="3059" y="1354"/>
                    <a:pt x="3059" y="1354"/>
                  </a:cubicBezTo>
                  <a:lnTo>
                    <a:pt x="1" y="0"/>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0" name="Google Shape;348;p51"/>
            <p:cNvSpPr/>
            <p:nvPr/>
          </p:nvSpPr>
          <p:spPr>
            <a:xfrm>
              <a:off x="6465600" y="1620720"/>
              <a:ext cx="12600" cy="25560"/>
            </a:xfrm>
            <a:custGeom>
              <a:avLst/>
              <a:gdLst>
                <a:gd name="textAreaLeft" fmla="*/ 0 w 12600"/>
                <a:gd name="textAreaRight" fmla="*/ 12960 w 12600"/>
                <a:gd name="textAreaTop" fmla="*/ 0 h 25560"/>
                <a:gd name="textAreaBottom" fmla="*/ 25920 h 25560"/>
              </a:gdLst>
              <a:ahLst/>
              <a:cxnLst/>
              <a:rect l="textAreaLeft" t="textAreaTop" r="textAreaRight" b="textAreaBottom"/>
              <a:pathLst>
                <a:path w="427" h="853">
                  <a:moveTo>
                    <a:pt x="0" y="1"/>
                  </a:moveTo>
                  <a:lnTo>
                    <a:pt x="426" y="176"/>
                  </a:lnTo>
                  <a:cubicBezTo>
                    <a:pt x="376" y="377"/>
                    <a:pt x="351" y="602"/>
                    <a:pt x="326" y="853"/>
                  </a:cubicBezTo>
                  <a:cubicBezTo>
                    <a:pt x="326" y="803"/>
                    <a:pt x="301" y="753"/>
                    <a:pt x="301" y="727"/>
                  </a:cubicBezTo>
                  <a:close/>
                </a:path>
              </a:pathLst>
            </a:custGeom>
            <a:solidFill>
              <a:schemeClr val="accent2"/>
            </a:solidFill>
            <a:ln w="0">
              <a:noFill/>
            </a:ln>
          </p:spPr>
          <p:style>
            <a:lnRef idx="0"/>
            <a:fillRef idx="0"/>
            <a:effectRef idx="0"/>
            <a:fontRef idx="minor"/>
          </p:style>
          <p:txBody>
            <a:bodyPr tIns="12960" bIns="12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1" name="Google Shape;349;p51"/>
            <p:cNvSpPr/>
            <p:nvPr/>
          </p:nvSpPr>
          <p:spPr>
            <a:xfrm>
              <a:off x="6063120" y="1589400"/>
              <a:ext cx="330840" cy="904680"/>
            </a:xfrm>
            <a:custGeom>
              <a:avLst/>
              <a:gdLst>
                <a:gd name="textAreaLeft" fmla="*/ 0 w 330840"/>
                <a:gd name="textAreaRight" fmla="*/ 331200 w 330840"/>
                <a:gd name="textAreaTop" fmla="*/ 0 h 904680"/>
                <a:gd name="textAreaBottom" fmla="*/ 905040 h 904680"/>
              </a:gdLst>
              <a:ahLst/>
              <a:cxnLst/>
              <a:rect l="textAreaLeft" t="textAreaTop" r="textAreaRight" b="textAreaBottom"/>
              <a:pathLst>
                <a:path w="10853" h="29650">
                  <a:moveTo>
                    <a:pt x="8471" y="0"/>
                  </a:moveTo>
                  <a:cubicBezTo>
                    <a:pt x="10852" y="5063"/>
                    <a:pt x="9700" y="9674"/>
                    <a:pt x="9599" y="13835"/>
                  </a:cubicBezTo>
                  <a:cubicBezTo>
                    <a:pt x="9499" y="17995"/>
                    <a:pt x="7344" y="29649"/>
                    <a:pt x="7344" y="29649"/>
                  </a:cubicBezTo>
                  <a:cubicBezTo>
                    <a:pt x="3208" y="28622"/>
                    <a:pt x="2707" y="25840"/>
                    <a:pt x="1905" y="24436"/>
                  </a:cubicBezTo>
                  <a:cubicBezTo>
                    <a:pt x="0" y="14712"/>
                    <a:pt x="2406" y="6842"/>
                    <a:pt x="4211" y="3910"/>
                  </a:cubicBezTo>
                  <a:cubicBezTo>
                    <a:pt x="5614" y="1629"/>
                    <a:pt x="8471" y="0"/>
                    <a:pt x="8471"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2" name="Google Shape;350;p51"/>
            <p:cNvSpPr/>
            <p:nvPr/>
          </p:nvSpPr>
          <p:spPr>
            <a:xfrm>
              <a:off x="6126120" y="1756080"/>
              <a:ext cx="228600" cy="489960"/>
            </a:xfrm>
            <a:custGeom>
              <a:avLst/>
              <a:gdLst>
                <a:gd name="textAreaLeft" fmla="*/ 0 w 228600"/>
                <a:gd name="textAreaRight" fmla="*/ 228960 w 228600"/>
                <a:gd name="textAreaTop" fmla="*/ 0 h 489960"/>
                <a:gd name="textAreaBottom" fmla="*/ 490320 h 489960"/>
              </a:gdLst>
              <a:ahLst/>
              <a:cxnLst/>
              <a:rect l="textAreaLeft" t="textAreaTop" r="textAreaRight" b="textAreaBottom"/>
              <a:pathLst>
                <a:path w="7495" h="16066">
                  <a:moveTo>
                    <a:pt x="3835" y="953"/>
                  </a:moveTo>
                  <a:cubicBezTo>
                    <a:pt x="0" y="1"/>
                    <a:pt x="1930" y="9023"/>
                    <a:pt x="3810" y="12607"/>
                  </a:cubicBezTo>
                  <a:cubicBezTo>
                    <a:pt x="4762" y="14437"/>
                    <a:pt x="5514" y="15490"/>
                    <a:pt x="6667" y="16066"/>
                  </a:cubicBezTo>
                  <a:cubicBezTo>
                    <a:pt x="7043" y="13610"/>
                    <a:pt x="7369" y="11129"/>
                    <a:pt x="7494" y="9374"/>
                  </a:cubicBezTo>
                  <a:cubicBezTo>
                    <a:pt x="6517" y="6116"/>
                    <a:pt x="5790" y="1931"/>
                    <a:pt x="3835" y="953"/>
                  </a:cubicBezTo>
                  <a:close/>
                </a:path>
              </a:pathLst>
            </a:custGeom>
            <a:solidFill>
              <a:srgbClr val="eabd4e"/>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3" name="Google Shape;351;p51"/>
            <p:cNvSpPr/>
            <p:nvPr/>
          </p:nvSpPr>
          <p:spPr>
            <a:xfrm>
              <a:off x="5761080" y="2741760"/>
              <a:ext cx="87480" cy="62280"/>
            </a:xfrm>
            <a:custGeom>
              <a:avLst/>
              <a:gdLst>
                <a:gd name="textAreaLeft" fmla="*/ 0 w 87480"/>
                <a:gd name="textAreaRight" fmla="*/ 87840 w 87480"/>
                <a:gd name="textAreaTop" fmla="*/ 0 h 62280"/>
                <a:gd name="textAreaBottom" fmla="*/ 62640 h 62280"/>
              </a:gdLst>
              <a:ahLst/>
              <a:cxnLst/>
              <a:rect l="textAreaLeft" t="textAreaTop" r="textAreaRight" b="textAreaBottom"/>
              <a:pathLst>
                <a:path w="2883" h="2056">
                  <a:moveTo>
                    <a:pt x="2156" y="1"/>
                  </a:moveTo>
                  <a:lnTo>
                    <a:pt x="0" y="1529"/>
                  </a:lnTo>
                  <a:lnTo>
                    <a:pt x="276" y="2056"/>
                  </a:lnTo>
                  <a:lnTo>
                    <a:pt x="2582" y="477"/>
                  </a:lnTo>
                  <a:lnTo>
                    <a:pt x="2883" y="1"/>
                  </a:lnTo>
                  <a:close/>
                </a:path>
              </a:pathLst>
            </a:custGeom>
            <a:solidFill>
              <a:srgbClr val="3c3c6d"/>
            </a:solidFill>
            <a:ln w="0">
              <a:noFill/>
            </a:ln>
          </p:spPr>
          <p:style>
            <a:lnRef idx="0"/>
            <a:fillRef idx="0"/>
            <a:effectRef idx="0"/>
            <a:fontRef idx="minor"/>
          </p:style>
          <p:txBody>
            <a:bodyPr tIns="31320" bIns="31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4" name="Google Shape;352;p51"/>
            <p:cNvSpPr/>
            <p:nvPr/>
          </p:nvSpPr>
          <p:spPr>
            <a:xfrm>
              <a:off x="5144400" y="1934640"/>
              <a:ext cx="518400" cy="897840"/>
            </a:xfrm>
            <a:custGeom>
              <a:avLst/>
              <a:gdLst>
                <a:gd name="textAreaLeft" fmla="*/ 0 w 518400"/>
                <a:gd name="textAreaRight" fmla="*/ 518760 w 518400"/>
                <a:gd name="textAreaTop" fmla="*/ 0 h 897840"/>
                <a:gd name="textAreaBottom" fmla="*/ 898200 h 897840"/>
              </a:gdLst>
              <a:ahLst/>
              <a:cxnLst/>
              <a:rect l="textAreaLeft" t="textAreaTop" r="textAreaRight" b="textAreaBottom"/>
              <a:pathLst>
                <a:path w="16994" h="29425">
                  <a:moveTo>
                    <a:pt x="16818" y="20903"/>
                  </a:moveTo>
                  <a:cubicBezTo>
                    <a:pt x="16517" y="18396"/>
                    <a:pt x="15339" y="3309"/>
                    <a:pt x="13134" y="1604"/>
                  </a:cubicBezTo>
                  <a:cubicBezTo>
                    <a:pt x="13134" y="1604"/>
                    <a:pt x="11655" y="0"/>
                    <a:pt x="10978" y="677"/>
                  </a:cubicBezTo>
                  <a:lnTo>
                    <a:pt x="1" y="6993"/>
                  </a:lnTo>
                  <a:lnTo>
                    <a:pt x="502" y="13835"/>
                  </a:lnTo>
                  <a:lnTo>
                    <a:pt x="5264" y="29424"/>
                  </a:lnTo>
                  <a:lnTo>
                    <a:pt x="15916" y="23284"/>
                  </a:lnTo>
                  <a:cubicBezTo>
                    <a:pt x="16567" y="23108"/>
                    <a:pt x="16993" y="22206"/>
                    <a:pt x="16818" y="20903"/>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5" name="Google Shape;353;p51"/>
            <p:cNvSpPr/>
            <p:nvPr/>
          </p:nvSpPr>
          <p:spPr>
            <a:xfrm>
              <a:off x="5130360" y="2098080"/>
              <a:ext cx="198000" cy="777240"/>
            </a:xfrm>
            <a:custGeom>
              <a:avLst/>
              <a:gdLst>
                <a:gd name="textAreaLeft" fmla="*/ 0 w 198000"/>
                <a:gd name="textAreaRight" fmla="*/ 198360 w 198000"/>
                <a:gd name="textAreaTop" fmla="*/ 0 h 777240"/>
                <a:gd name="textAreaBottom" fmla="*/ 777600 h 777240"/>
              </a:gdLst>
              <a:ahLst/>
              <a:cxnLst/>
              <a:rect l="textAreaLeft" t="textAreaTop" r="textAreaRight" b="textAreaBottom"/>
              <a:pathLst>
                <a:path w="6492" h="25465">
                  <a:moveTo>
                    <a:pt x="2482" y="2657"/>
                  </a:moveTo>
                  <a:cubicBezTo>
                    <a:pt x="4687" y="4387"/>
                    <a:pt x="5865" y="19475"/>
                    <a:pt x="6166" y="21956"/>
                  </a:cubicBezTo>
                  <a:cubicBezTo>
                    <a:pt x="6492" y="24462"/>
                    <a:pt x="4712" y="25465"/>
                    <a:pt x="3083" y="22908"/>
                  </a:cubicBezTo>
                  <a:cubicBezTo>
                    <a:pt x="1454" y="20377"/>
                    <a:pt x="1" y="5991"/>
                    <a:pt x="1" y="3008"/>
                  </a:cubicBezTo>
                  <a:cubicBezTo>
                    <a:pt x="1" y="1"/>
                    <a:pt x="2482" y="2657"/>
                    <a:pt x="2482" y="2657"/>
                  </a:cubicBezTo>
                  <a:close/>
                </a:path>
              </a:pathLst>
            </a:custGeom>
            <a:solidFill>
              <a:srgbClr val="46467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6" name="Google Shape;354;p51"/>
            <p:cNvSpPr/>
            <p:nvPr/>
          </p:nvSpPr>
          <p:spPr>
            <a:xfrm>
              <a:off x="7538400" y="1027800"/>
              <a:ext cx="285840" cy="500760"/>
            </a:xfrm>
            <a:custGeom>
              <a:avLst/>
              <a:gdLst>
                <a:gd name="textAreaLeft" fmla="*/ 0 w 285840"/>
                <a:gd name="textAreaRight" fmla="*/ 286200 w 285840"/>
                <a:gd name="textAreaTop" fmla="*/ 0 h 500760"/>
                <a:gd name="textAreaBottom" fmla="*/ 501120 h 500760"/>
              </a:gdLst>
              <a:ahLst/>
              <a:cxnLst/>
              <a:rect l="textAreaLeft" t="textAreaTop" r="textAreaRight" b="textAreaBottom"/>
              <a:pathLst>
                <a:path w="9374" h="16418">
                  <a:moveTo>
                    <a:pt x="7243" y="1"/>
                  </a:moveTo>
                  <a:cubicBezTo>
                    <a:pt x="4687" y="1254"/>
                    <a:pt x="0" y="11580"/>
                    <a:pt x="777" y="14011"/>
                  </a:cubicBezTo>
                  <a:cubicBezTo>
                    <a:pt x="1579" y="16417"/>
                    <a:pt x="3760" y="15089"/>
                    <a:pt x="5238" y="12958"/>
                  </a:cubicBezTo>
                  <a:cubicBezTo>
                    <a:pt x="7294" y="10026"/>
                    <a:pt x="9374" y="3660"/>
                    <a:pt x="9098" y="2056"/>
                  </a:cubicBezTo>
                  <a:cubicBezTo>
                    <a:pt x="8847" y="477"/>
                    <a:pt x="7243" y="1"/>
                    <a:pt x="7243" y="1"/>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7" name="Google Shape;355;p51"/>
            <p:cNvSpPr/>
            <p:nvPr/>
          </p:nvSpPr>
          <p:spPr>
            <a:xfrm>
              <a:off x="7593480" y="2662200"/>
              <a:ext cx="266760" cy="196920"/>
            </a:xfrm>
            <a:custGeom>
              <a:avLst/>
              <a:gdLst>
                <a:gd name="textAreaLeft" fmla="*/ 0 w 266760"/>
                <a:gd name="textAreaRight" fmla="*/ 267120 w 266760"/>
                <a:gd name="textAreaTop" fmla="*/ 0 h 196920"/>
                <a:gd name="textAreaBottom" fmla="*/ 197280 h 196920"/>
              </a:gdLst>
              <a:ahLst/>
              <a:cxnLst/>
              <a:rect l="textAreaLeft" t="textAreaTop" r="textAreaRight" b="textAreaBottom"/>
              <a:pathLst>
                <a:path w="8748" h="6467">
                  <a:moveTo>
                    <a:pt x="6066" y="0"/>
                  </a:moveTo>
                  <a:cubicBezTo>
                    <a:pt x="6066" y="0"/>
                    <a:pt x="2106" y="4612"/>
                    <a:pt x="1053" y="4912"/>
                  </a:cubicBezTo>
                  <a:cubicBezTo>
                    <a:pt x="1" y="5238"/>
                    <a:pt x="953" y="6316"/>
                    <a:pt x="1755" y="6391"/>
                  </a:cubicBezTo>
                  <a:cubicBezTo>
                    <a:pt x="2557" y="6466"/>
                    <a:pt x="5139" y="6366"/>
                    <a:pt x="5891" y="5639"/>
                  </a:cubicBezTo>
                  <a:cubicBezTo>
                    <a:pt x="6642" y="4887"/>
                    <a:pt x="8748" y="4110"/>
                    <a:pt x="8748" y="4110"/>
                  </a:cubicBezTo>
                  <a:cubicBezTo>
                    <a:pt x="8748" y="1704"/>
                    <a:pt x="8171" y="201"/>
                    <a:pt x="8171" y="20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8" name="Google Shape;356;p51"/>
            <p:cNvSpPr/>
            <p:nvPr/>
          </p:nvSpPr>
          <p:spPr>
            <a:xfrm>
              <a:off x="7720560" y="1623960"/>
              <a:ext cx="231480" cy="1080720"/>
            </a:xfrm>
            <a:custGeom>
              <a:avLst/>
              <a:gdLst>
                <a:gd name="textAreaLeft" fmla="*/ 0 w 231480"/>
                <a:gd name="textAreaRight" fmla="*/ 231840 w 231480"/>
                <a:gd name="textAreaTop" fmla="*/ 0 h 1080720"/>
                <a:gd name="textAreaBottom" fmla="*/ 1081080 h 1080720"/>
              </a:gdLst>
              <a:ahLst/>
              <a:cxnLst/>
              <a:rect l="textAreaLeft" t="textAreaTop" r="textAreaRight" b="textAreaBottom"/>
              <a:pathLst>
                <a:path w="7595" h="35415">
                  <a:moveTo>
                    <a:pt x="501" y="1404"/>
                  </a:moveTo>
                  <a:cubicBezTo>
                    <a:pt x="501" y="1404"/>
                    <a:pt x="0" y="11630"/>
                    <a:pt x="176" y="14963"/>
                  </a:cubicBezTo>
                  <a:cubicBezTo>
                    <a:pt x="376" y="18322"/>
                    <a:pt x="1178" y="34938"/>
                    <a:pt x="1178" y="34938"/>
                  </a:cubicBezTo>
                  <a:cubicBezTo>
                    <a:pt x="3359" y="35415"/>
                    <a:pt x="4737" y="34938"/>
                    <a:pt x="4737" y="34938"/>
                  </a:cubicBezTo>
                  <a:cubicBezTo>
                    <a:pt x="5439" y="22207"/>
                    <a:pt x="5414" y="18522"/>
                    <a:pt x="5614" y="16643"/>
                  </a:cubicBezTo>
                  <a:cubicBezTo>
                    <a:pt x="5815" y="14738"/>
                    <a:pt x="6065" y="9249"/>
                    <a:pt x="6065" y="9249"/>
                  </a:cubicBezTo>
                  <a:cubicBezTo>
                    <a:pt x="7594" y="6091"/>
                    <a:pt x="6015" y="1981"/>
                    <a:pt x="5263" y="1003"/>
                  </a:cubicBezTo>
                  <a:cubicBezTo>
                    <a:pt x="4512" y="1"/>
                    <a:pt x="501" y="1404"/>
                    <a:pt x="501" y="1404"/>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9" name="Google Shape;357;p51"/>
            <p:cNvSpPr/>
            <p:nvPr/>
          </p:nvSpPr>
          <p:spPr>
            <a:xfrm>
              <a:off x="7940160" y="2765520"/>
              <a:ext cx="150480" cy="263520"/>
            </a:xfrm>
            <a:custGeom>
              <a:avLst/>
              <a:gdLst>
                <a:gd name="textAreaLeft" fmla="*/ 0 w 150480"/>
                <a:gd name="textAreaRight" fmla="*/ 150840 w 150480"/>
                <a:gd name="textAreaTop" fmla="*/ 0 h 263520"/>
                <a:gd name="textAreaBottom" fmla="*/ 263880 h 263520"/>
              </a:gdLst>
              <a:ahLst/>
              <a:cxnLst/>
              <a:rect l="textAreaLeft" t="textAreaTop" r="textAreaRight" b="textAreaBottom"/>
              <a:pathLst>
                <a:path w="4938" h="8648">
                  <a:moveTo>
                    <a:pt x="1153" y="1003"/>
                  </a:moveTo>
                  <a:cubicBezTo>
                    <a:pt x="1028" y="2858"/>
                    <a:pt x="351" y="5063"/>
                    <a:pt x="176" y="6166"/>
                  </a:cubicBezTo>
                  <a:cubicBezTo>
                    <a:pt x="0" y="7294"/>
                    <a:pt x="401" y="7920"/>
                    <a:pt x="677" y="8296"/>
                  </a:cubicBezTo>
                  <a:cubicBezTo>
                    <a:pt x="928" y="8647"/>
                    <a:pt x="4085" y="7595"/>
                    <a:pt x="4512" y="6392"/>
                  </a:cubicBezTo>
                  <a:cubicBezTo>
                    <a:pt x="4938" y="5164"/>
                    <a:pt x="4060" y="4111"/>
                    <a:pt x="3985" y="1830"/>
                  </a:cubicBezTo>
                  <a:cubicBezTo>
                    <a:pt x="2983" y="1"/>
                    <a:pt x="1153" y="1003"/>
                    <a:pt x="1153" y="1003"/>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0" name="Google Shape;358;p51"/>
            <p:cNvSpPr/>
            <p:nvPr/>
          </p:nvSpPr>
          <p:spPr>
            <a:xfrm>
              <a:off x="7836120" y="1632960"/>
              <a:ext cx="263520" cy="1217880"/>
            </a:xfrm>
            <a:custGeom>
              <a:avLst/>
              <a:gdLst>
                <a:gd name="textAreaLeft" fmla="*/ 0 w 263520"/>
                <a:gd name="textAreaRight" fmla="*/ 263880 w 263520"/>
                <a:gd name="textAreaTop" fmla="*/ 0 h 1217880"/>
                <a:gd name="textAreaBottom" fmla="*/ 1218240 h 1217880"/>
              </a:gdLst>
              <a:ahLst/>
              <a:cxnLst/>
              <a:rect l="textAreaLeft" t="textAreaTop" r="textAreaRight" b="textAreaBottom"/>
              <a:pathLst>
                <a:path w="8648" h="39901">
                  <a:moveTo>
                    <a:pt x="1" y="1905"/>
                  </a:moveTo>
                  <a:cubicBezTo>
                    <a:pt x="1" y="1905"/>
                    <a:pt x="552" y="11204"/>
                    <a:pt x="1404" y="14286"/>
                  </a:cubicBezTo>
                  <a:cubicBezTo>
                    <a:pt x="2256" y="17394"/>
                    <a:pt x="3033" y="26467"/>
                    <a:pt x="3409" y="28046"/>
                  </a:cubicBezTo>
                  <a:cubicBezTo>
                    <a:pt x="3760" y="29625"/>
                    <a:pt x="4211" y="39424"/>
                    <a:pt x="4211" y="39424"/>
                  </a:cubicBezTo>
                  <a:cubicBezTo>
                    <a:pt x="6166" y="39901"/>
                    <a:pt x="7720" y="39424"/>
                    <a:pt x="7720" y="39424"/>
                  </a:cubicBezTo>
                  <a:cubicBezTo>
                    <a:pt x="7670" y="30251"/>
                    <a:pt x="7895" y="22808"/>
                    <a:pt x="7720" y="20301"/>
                  </a:cubicBezTo>
                  <a:cubicBezTo>
                    <a:pt x="7545" y="17795"/>
                    <a:pt x="7795" y="10352"/>
                    <a:pt x="7795" y="10352"/>
                  </a:cubicBezTo>
                  <a:cubicBezTo>
                    <a:pt x="8597" y="6868"/>
                    <a:pt x="8647" y="6442"/>
                    <a:pt x="7795" y="4136"/>
                  </a:cubicBezTo>
                  <a:cubicBezTo>
                    <a:pt x="6918" y="1830"/>
                    <a:pt x="3234" y="1"/>
                    <a:pt x="1" y="1905"/>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1" name="Google Shape;359;p51"/>
            <p:cNvSpPr/>
            <p:nvPr/>
          </p:nvSpPr>
          <p:spPr>
            <a:xfrm>
              <a:off x="7666200" y="1014120"/>
              <a:ext cx="536760" cy="869760"/>
            </a:xfrm>
            <a:custGeom>
              <a:avLst/>
              <a:gdLst>
                <a:gd name="textAreaLeft" fmla="*/ 0 w 536760"/>
                <a:gd name="textAreaRight" fmla="*/ 537120 w 536760"/>
                <a:gd name="textAreaTop" fmla="*/ 0 h 869760"/>
                <a:gd name="textAreaBottom" fmla="*/ 870120 h 869760"/>
              </a:gdLst>
              <a:ahLst/>
              <a:cxnLst/>
              <a:rect l="textAreaLeft" t="textAreaTop" r="textAreaRight" b="textAreaBottom"/>
              <a:pathLst>
                <a:path w="17595" h="28498">
                  <a:moveTo>
                    <a:pt x="3785" y="126"/>
                  </a:moveTo>
                  <a:cubicBezTo>
                    <a:pt x="6642" y="1"/>
                    <a:pt x="13234" y="1480"/>
                    <a:pt x="15414" y="4262"/>
                  </a:cubicBezTo>
                  <a:cubicBezTo>
                    <a:pt x="17595" y="7018"/>
                    <a:pt x="14437" y="11931"/>
                    <a:pt x="13660" y="14888"/>
                  </a:cubicBezTo>
                  <a:cubicBezTo>
                    <a:pt x="12908" y="17846"/>
                    <a:pt x="14011" y="25264"/>
                    <a:pt x="14011" y="25966"/>
                  </a:cubicBezTo>
                  <a:cubicBezTo>
                    <a:pt x="10652" y="28196"/>
                    <a:pt x="2507" y="28497"/>
                    <a:pt x="1605" y="25139"/>
                  </a:cubicBezTo>
                  <a:cubicBezTo>
                    <a:pt x="1229" y="21530"/>
                    <a:pt x="2056" y="17194"/>
                    <a:pt x="2106" y="15089"/>
                  </a:cubicBezTo>
                  <a:cubicBezTo>
                    <a:pt x="1981" y="10527"/>
                    <a:pt x="1" y="1480"/>
                    <a:pt x="3785" y="126"/>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2" name="Google Shape;360;p51"/>
            <p:cNvSpPr/>
            <p:nvPr/>
          </p:nvSpPr>
          <p:spPr>
            <a:xfrm>
              <a:off x="7697520" y="1017720"/>
              <a:ext cx="167400" cy="874080"/>
            </a:xfrm>
            <a:custGeom>
              <a:avLst/>
              <a:gdLst>
                <a:gd name="textAreaLeft" fmla="*/ 0 w 167400"/>
                <a:gd name="textAreaRight" fmla="*/ 167760 w 167400"/>
                <a:gd name="textAreaTop" fmla="*/ 0 h 874080"/>
                <a:gd name="textAreaBottom" fmla="*/ 874440 h 874080"/>
              </a:gdLst>
              <a:ahLst/>
              <a:cxnLst/>
              <a:rect l="textAreaLeft" t="textAreaTop" r="textAreaRight" b="textAreaBottom"/>
              <a:pathLst>
                <a:path w="5490" h="28647">
                  <a:moveTo>
                    <a:pt x="5188" y="677"/>
                  </a:moveTo>
                  <a:cubicBezTo>
                    <a:pt x="3359" y="7118"/>
                    <a:pt x="2933" y="14336"/>
                    <a:pt x="3108" y="17068"/>
                  </a:cubicBezTo>
                  <a:cubicBezTo>
                    <a:pt x="3284" y="19825"/>
                    <a:pt x="3359" y="28647"/>
                    <a:pt x="3359" y="28647"/>
                  </a:cubicBezTo>
                  <a:cubicBezTo>
                    <a:pt x="1228" y="27519"/>
                    <a:pt x="301" y="25464"/>
                    <a:pt x="301" y="24537"/>
                  </a:cubicBezTo>
                  <a:cubicBezTo>
                    <a:pt x="301" y="23584"/>
                    <a:pt x="1103" y="15589"/>
                    <a:pt x="1078" y="14963"/>
                  </a:cubicBezTo>
                  <a:cubicBezTo>
                    <a:pt x="1053" y="14311"/>
                    <a:pt x="0" y="6968"/>
                    <a:pt x="301" y="3684"/>
                  </a:cubicBezTo>
                  <a:cubicBezTo>
                    <a:pt x="602" y="376"/>
                    <a:pt x="2757" y="0"/>
                    <a:pt x="2757" y="0"/>
                  </a:cubicBezTo>
                  <a:lnTo>
                    <a:pt x="5489" y="0"/>
                  </a:ln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3" name="Google Shape;361;p51"/>
            <p:cNvSpPr/>
            <p:nvPr/>
          </p:nvSpPr>
          <p:spPr>
            <a:xfrm>
              <a:off x="7764120" y="801360"/>
              <a:ext cx="37800" cy="99000"/>
            </a:xfrm>
            <a:custGeom>
              <a:avLst/>
              <a:gdLst>
                <a:gd name="textAreaLeft" fmla="*/ 0 w 37800"/>
                <a:gd name="textAreaRight" fmla="*/ 38160 w 37800"/>
                <a:gd name="textAreaTop" fmla="*/ 0 h 99000"/>
                <a:gd name="textAreaBottom" fmla="*/ 99360 h 99000"/>
              </a:gdLst>
              <a:ahLst/>
              <a:cxnLst/>
              <a:rect l="textAreaLeft" t="textAreaTop" r="textAreaRight" b="textAreaBottom"/>
              <a:pathLst>
                <a:path w="1254" h="3259">
                  <a:moveTo>
                    <a:pt x="1254" y="0"/>
                  </a:moveTo>
                  <a:cubicBezTo>
                    <a:pt x="1" y="401"/>
                    <a:pt x="1254" y="3259"/>
                    <a:pt x="1254" y="3259"/>
                  </a:cubicBezTo>
                  <a:close/>
                </a:path>
              </a:pathLst>
            </a:custGeom>
            <a:solidFill>
              <a:srgbClr val="3c3c6d"/>
            </a:solidFill>
            <a:ln w="0">
              <a:noFill/>
            </a:ln>
          </p:spPr>
          <p:style>
            <a:lnRef idx="0"/>
            <a:fillRef idx="0"/>
            <a:effectRef idx="0"/>
            <a:fontRef idx="minor"/>
          </p:style>
          <p:txBody>
            <a:bodyPr tIns="49680" bIns="49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4" name="Google Shape;362;p51"/>
            <p:cNvSpPr/>
            <p:nvPr/>
          </p:nvSpPr>
          <p:spPr>
            <a:xfrm>
              <a:off x="7785720" y="730800"/>
              <a:ext cx="238320" cy="340920"/>
            </a:xfrm>
            <a:custGeom>
              <a:avLst/>
              <a:gdLst>
                <a:gd name="textAreaLeft" fmla="*/ 0 w 238320"/>
                <a:gd name="textAreaRight" fmla="*/ 238680 w 238320"/>
                <a:gd name="textAreaTop" fmla="*/ 0 h 340920"/>
                <a:gd name="textAreaBottom" fmla="*/ 341280 h 340920"/>
              </a:gdLst>
              <a:ahLst/>
              <a:cxnLst/>
              <a:rect l="textAreaLeft" t="textAreaTop" r="textAreaRight" b="textAreaBottom"/>
              <a:pathLst>
                <a:path w="7821" h="11179">
                  <a:moveTo>
                    <a:pt x="477" y="2682"/>
                  </a:moveTo>
                  <a:cubicBezTo>
                    <a:pt x="477" y="2682"/>
                    <a:pt x="1" y="4362"/>
                    <a:pt x="201" y="5640"/>
                  </a:cubicBezTo>
                  <a:cubicBezTo>
                    <a:pt x="377" y="6943"/>
                    <a:pt x="477" y="9524"/>
                    <a:pt x="1630" y="10352"/>
                  </a:cubicBezTo>
                  <a:cubicBezTo>
                    <a:pt x="2783" y="11179"/>
                    <a:pt x="4437" y="10226"/>
                    <a:pt x="5514" y="9299"/>
                  </a:cubicBezTo>
                  <a:cubicBezTo>
                    <a:pt x="6617" y="8372"/>
                    <a:pt x="7770" y="6667"/>
                    <a:pt x="7795" y="4587"/>
                  </a:cubicBezTo>
                  <a:cubicBezTo>
                    <a:pt x="7820" y="2532"/>
                    <a:pt x="7018" y="1"/>
                    <a:pt x="4036" y="126"/>
                  </a:cubicBezTo>
                  <a:cubicBezTo>
                    <a:pt x="1053" y="251"/>
                    <a:pt x="477" y="2682"/>
                    <a:pt x="477" y="2682"/>
                  </a:cubicBez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5" name="Google Shape;363;p51"/>
            <p:cNvSpPr/>
            <p:nvPr/>
          </p:nvSpPr>
          <p:spPr>
            <a:xfrm>
              <a:off x="7845480" y="959040"/>
              <a:ext cx="147240" cy="215280"/>
            </a:xfrm>
            <a:custGeom>
              <a:avLst/>
              <a:gdLst>
                <a:gd name="textAreaLeft" fmla="*/ 0 w 147240"/>
                <a:gd name="textAreaRight" fmla="*/ 147600 w 147240"/>
                <a:gd name="textAreaTop" fmla="*/ 0 h 215280"/>
                <a:gd name="textAreaBottom" fmla="*/ 215640 h 215280"/>
              </a:gdLst>
              <a:ahLst/>
              <a:cxnLst/>
              <a:rect l="textAreaLeft" t="textAreaTop" r="textAreaRight" b="textAreaBottom"/>
              <a:pathLst>
                <a:path w="4838" h="7069">
                  <a:moveTo>
                    <a:pt x="4311" y="0"/>
                  </a:moveTo>
                  <a:cubicBezTo>
                    <a:pt x="4311" y="0"/>
                    <a:pt x="4086" y="2657"/>
                    <a:pt x="4787" y="3634"/>
                  </a:cubicBezTo>
                  <a:cubicBezTo>
                    <a:pt x="4838" y="4286"/>
                    <a:pt x="2958" y="7068"/>
                    <a:pt x="1078" y="6592"/>
                  </a:cubicBezTo>
                  <a:cubicBezTo>
                    <a:pt x="0" y="6316"/>
                    <a:pt x="126" y="5038"/>
                    <a:pt x="126" y="5038"/>
                  </a:cubicBezTo>
                  <a:cubicBezTo>
                    <a:pt x="251" y="4060"/>
                    <a:pt x="126" y="1730"/>
                    <a:pt x="126" y="1730"/>
                  </a:cubicBez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6" name="Google Shape;364;p51"/>
            <p:cNvSpPr/>
            <p:nvPr/>
          </p:nvSpPr>
          <p:spPr>
            <a:xfrm>
              <a:off x="7764840" y="644400"/>
              <a:ext cx="333360" cy="334080"/>
            </a:xfrm>
            <a:custGeom>
              <a:avLst/>
              <a:gdLst>
                <a:gd name="textAreaLeft" fmla="*/ 0 w 333360"/>
                <a:gd name="textAreaRight" fmla="*/ 333720 w 333360"/>
                <a:gd name="textAreaTop" fmla="*/ 0 h 334080"/>
                <a:gd name="textAreaBottom" fmla="*/ 334440 h 334080"/>
              </a:gdLst>
              <a:ahLst/>
              <a:cxnLst/>
              <a:rect l="textAreaLeft" t="textAreaTop" r="textAreaRight" b="textAreaBottom"/>
              <a:pathLst>
                <a:path w="10929" h="10953">
                  <a:moveTo>
                    <a:pt x="427" y="3284"/>
                  </a:moveTo>
                  <a:cubicBezTo>
                    <a:pt x="1" y="4813"/>
                    <a:pt x="477" y="5364"/>
                    <a:pt x="1780" y="5815"/>
                  </a:cubicBezTo>
                  <a:cubicBezTo>
                    <a:pt x="3084" y="6241"/>
                    <a:pt x="6517" y="5239"/>
                    <a:pt x="6517" y="5239"/>
                  </a:cubicBezTo>
                  <a:cubicBezTo>
                    <a:pt x="6292" y="6893"/>
                    <a:pt x="6793" y="7745"/>
                    <a:pt x="6793" y="7745"/>
                  </a:cubicBezTo>
                  <a:cubicBezTo>
                    <a:pt x="7369" y="6141"/>
                    <a:pt x="7871" y="6943"/>
                    <a:pt x="7946" y="8246"/>
                  </a:cubicBezTo>
                  <a:cubicBezTo>
                    <a:pt x="7996" y="9524"/>
                    <a:pt x="7269" y="9499"/>
                    <a:pt x="7269" y="9499"/>
                  </a:cubicBezTo>
                  <a:cubicBezTo>
                    <a:pt x="7319" y="10577"/>
                    <a:pt x="7670" y="10953"/>
                    <a:pt x="7670" y="10953"/>
                  </a:cubicBezTo>
                  <a:cubicBezTo>
                    <a:pt x="9049" y="10001"/>
                    <a:pt x="10928" y="3610"/>
                    <a:pt x="8447" y="3459"/>
                  </a:cubicBezTo>
                  <a:cubicBezTo>
                    <a:pt x="8397" y="1229"/>
                    <a:pt x="1329" y="1"/>
                    <a:pt x="427" y="3284"/>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7" name="Google Shape;365;p51"/>
            <p:cNvSpPr/>
            <p:nvPr/>
          </p:nvSpPr>
          <p:spPr>
            <a:xfrm>
              <a:off x="7891920" y="1056960"/>
              <a:ext cx="289800" cy="851400"/>
            </a:xfrm>
            <a:custGeom>
              <a:avLst/>
              <a:gdLst>
                <a:gd name="textAreaLeft" fmla="*/ 0 w 289800"/>
                <a:gd name="textAreaRight" fmla="*/ 290160 w 289800"/>
                <a:gd name="textAreaTop" fmla="*/ 0 h 851400"/>
                <a:gd name="textAreaBottom" fmla="*/ 851760 h 851400"/>
              </a:gdLst>
              <a:ahLst/>
              <a:cxnLst/>
              <a:rect l="textAreaLeft" t="textAreaTop" r="textAreaRight" b="textAreaBottom"/>
              <a:pathLst>
                <a:path w="9500" h="27896">
                  <a:moveTo>
                    <a:pt x="3384" y="0"/>
                  </a:moveTo>
                  <a:cubicBezTo>
                    <a:pt x="1153" y="4687"/>
                    <a:pt x="0" y="8948"/>
                    <a:pt x="75" y="12807"/>
                  </a:cubicBezTo>
                  <a:cubicBezTo>
                    <a:pt x="151" y="16667"/>
                    <a:pt x="953" y="27895"/>
                    <a:pt x="953" y="27895"/>
                  </a:cubicBezTo>
                  <a:cubicBezTo>
                    <a:pt x="4787" y="26968"/>
                    <a:pt x="7419" y="25865"/>
                    <a:pt x="8146" y="24562"/>
                  </a:cubicBezTo>
                  <a:cubicBezTo>
                    <a:pt x="6517" y="20226"/>
                    <a:pt x="5915" y="17294"/>
                    <a:pt x="6241" y="16066"/>
                  </a:cubicBezTo>
                  <a:cubicBezTo>
                    <a:pt x="6592" y="14838"/>
                    <a:pt x="9499" y="5414"/>
                    <a:pt x="7970" y="2607"/>
                  </a:cubicBezTo>
                  <a:cubicBezTo>
                    <a:pt x="6542" y="1053"/>
                    <a:pt x="3384" y="0"/>
                    <a:pt x="3384" y="0"/>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8" name="Google Shape;366;p51"/>
            <p:cNvSpPr/>
            <p:nvPr/>
          </p:nvSpPr>
          <p:spPr>
            <a:xfrm>
              <a:off x="7878240" y="1037880"/>
              <a:ext cx="116640" cy="163440"/>
            </a:xfrm>
            <a:custGeom>
              <a:avLst/>
              <a:gdLst>
                <a:gd name="textAreaLeft" fmla="*/ 0 w 116640"/>
                <a:gd name="textAreaRight" fmla="*/ 117000 w 116640"/>
                <a:gd name="textAreaTop" fmla="*/ 0 h 163440"/>
                <a:gd name="textAreaBottom" fmla="*/ 163800 h 163440"/>
              </a:gdLst>
              <a:ahLst/>
              <a:cxnLst/>
              <a:rect l="textAreaLeft" t="textAreaTop" r="textAreaRight" b="textAreaBottom"/>
              <a:pathLst>
                <a:path w="3835" h="5365">
                  <a:moveTo>
                    <a:pt x="3334" y="1"/>
                  </a:moveTo>
                  <a:cubicBezTo>
                    <a:pt x="3334" y="101"/>
                    <a:pt x="3835" y="627"/>
                    <a:pt x="3835" y="627"/>
                  </a:cubicBezTo>
                  <a:cubicBezTo>
                    <a:pt x="3835" y="627"/>
                    <a:pt x="2857" y="2733"/>
                    <a:pt x="2506" y="3660"/>
                  </a:cubicBezTo>
                  <a:cubicBezTo>
                    <a:pt x="2181" y="4587"/>
                    <a:pt x="1253" y="5364"/>
                    <a:pt x="1253" y="5364"/>
                  </a:cubicBezTo>
                  <a:lnTo>
                    <a:pt x="0" y="4011"/>
                  </a:lnTo>
                  <a:cubicBezTo>
                    <a:pt x="1729" y="3109"/>
                    <a:pt x="3334" y="1"/>
                    <a:pt x="3334" y="1"/>
                  </a:cubicBezTo>
                  <a:close/>
                </a:path>
              </a:pathLst>
            </a:custGeom>
            <a:solidFill>
              <a:schemeClr val="lt2"/>
            </a:solidFill>
            <a:ln w="0">
              <a:noFill/>
            </a:ln>
          </p:spPr>
          <p:style>
            <a:lnRef idx="0"/>
            <a:fillRef idx="0"/>
            <a:effectRef idx="0"/>
            <a:fontRef idx="minor"/>
          </p:style>
          <p:txBody>
            <a:bodyPr tIns="81720" bIns="81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9" name="Google Shape;367;p51"/>
            <p:cNvSpPr/>
            <p:nvPr/>
          </p:nvSpPr>
          <p:spPr>
            <a:xfrm>
              <a:off x="7825320" y="1054440"/>
              <a:ext cx="52560" cy="134280"/>
            </a:xfrm>
            <a:custGeom>
              <a:avLst/>
              <a:gdLst>
                <a:gd name="textAreaLeft" fmla="*/ 0 w 52560"/>
                <a:gd name="textAreaRight" fmla="*/ 52920 w 52560"/>
                <a:gd name="textAreaTop" fmla="*/ 0 h 134280"/>
                <a:gd name="textAreaBottom" fmla="*/ 134640 h 134280"/>
              </a:gdLst>
              <a:ahLst/>
              <a:cxnLst/>
              <a:rect l="textAreaLeft" t="textAreaTop" r="textAreaRight" b="textAreaBottom"/>
              <a:pathLst>
                <a:path w="1731" h="4412">
                  <a:moveTo>
                    <a:pt x="928" y="125"/>
                  </a:moveTo>
                  <a:cubicBezTo>
                    <a:pt x="1053" y="0"/>
                    <a:pt x="1329" y="2757"/>
                    <a:pt x="1730" y="3459"/>
                  </a:cubicBezTo>
                  <a:cubicBezTo>
                    <a:pt x="953" y="4211"/>
                    <a:pt x="477" y="4411"/>
                    <a:pt x="477" y="4411"/>
                  </a:cubicBezTo>
                  <a:cubicBezTo>
                    <a:pt x="477" y="4411"/>
                    <a:pt x="1" y="1303"/>
                    <a:pt x="928" y="125"/>
                  </a:cubicBezTo>
                  <a:close/>
                </a:path>
              </a:pathLst>
            </a:custGeom>
            <a:solidFill>
              <a:schemeClr val="lt2"/>
            </a:solidFill>
            <a:ln w="0">
              <a:noFill/>
            </a:ln>
          </p:spPr>
          <p:style>
            <a:lnRef idx="0"/>
            <a:fillRef idx="0"/>
            <a:effectRef idx="0"/>
            <a:fontRef idx="minor"/>
          </p:style>
          <p:txBody>
            <a:bodyPr tIns="67320" bIns="67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0" name="Google Shape;368;p51"/>
            <p:cNvSpPr/>
            <p:nvPr/>
          </p:nvSpPr>
          <p:spPr>
            <a:xfrm>
              <a:off x="7849080" y="1158480"/>
              <a:ext cx="60840" cy="62280"/>
            </a:xfrm>
            <a:custGeom>
              <a:avLst/>
              <a:gdLst>
                <a:gd name="textAreaLeft" fmla="*/ 0 w 60840"/>
                <a:gd name="textAreaRight" fmla="*/ 61200 w 60840"/>
                <a:gd name="textAreaTop" fmla="*/ 0 h 62280"/>
                <a:gd name="textAreaBottom" fmla="*/ 62640 h 62280"/>
              </a:gdLst>
              <a:ahLst/>
              <a:cxnLst/>
              <a:rect l="textAreaLeft" t="textAreaTop" r="textAreaRight" b="textAreaBottom"/>
              <a:pathLst>
                <a:path w="2006" h="2056">
                  <a:moveTo>
                    <a:pt x="1078" y="1"/>
                  </a:moveTo>
                  <a:lnTo>
                    <a:pt x="1" y="652"/>
                  </a:lnTo>
                  <a:cubicBezTo>
                    <a:pt x="251" y="1504"/>
                    <a:pt x="276" y="2056"/>
                    <a:pt x="276" y="2056"/>
                  </a:cubicBezTo>
                  <a:lnTo>
                    <a:pt x="1254" y="2056"/>
                  </a:lnTo>
                  <a:lnTo>
                    <a:pt x="2006" y="1003"/>
                  </a:lnTo>
                  <a:close/>
                </a:path>
              </a:pathLst>
            </a:custGeom>
            <a:solidFill>
              <a:srgbClr val="ec827d"/>
            </a:solidFill>
            <a:ln w="0">
              <a:noFill/>
            </a:ln>
          </p:spPr>
          <p:style>
            <a:lnRef idx="0"/>
            <a:fillRef idx="0"/>
            <a:effectRef idx="0"/>
            <a:fontRef idx="minor"/>
          </p:style>
          <p:txBody>
            <a:bodyPr tIns="31320" bIns="31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1" name="Google Shape;369;p51"/>
            <p:cNvSpPr/>
            <p:nvPr/>
          </p:nvSpPr>
          <p:spPr>
            <a:xfrm>
              <a:off x="7812360" y="1209240"/>
              <a:ext cx="76320" cy="455760"/>
            </a:xfrm>
            <a:custGeom>
              <a:avLst/>
              <a:gdLst>
                <a:gd name="textAreaLeft" fmla="*/ 0 w 76320"/>
                <a:gd name="textAreaRight" fmla="*/ 76680 w 76320"/>
                <a:gd name="textAreaTop" fmla="*/ 0 h 455760"/>
                <a:gd name="textAreaBottom" fmla="*/ 456120 h 455760"/>
              </a:gdLst>
              <a:ahLst/>
              <a:cxnLst/>
              <a:rect l="textAreaLeft" t="textAreaTop" r="textAreaRight" b="textAreaBottom"/>
              <a:pathLst>
                <a:path w="2508" h="14939">
                  <a:moveTo>
                    <a:pt x="1479" y="402"/>
                  </a:moveTo>
                  <a:cubicBezTo>
                    <a:pt x="1" y="8071"/>
                    <a:pt x="151" y="12833"/>
                    <a:pt x="151" y="12833"/>
                  </a:cubicBezTo>
                  <a:lnTo>
                    <a:pt x="903" y="14938"/>
                  </a:lnTo>
                  <a:lnTo>
                    <a:pt x="2507" y="12582"/>
                  </a:lnTo>
                  <a:cubicBezTo>
                    <a:pt x="2507" y="12582"/>
                    <a:pt x="1329" y="3560"/>
                    <a:pt x="2457" y="402"/>
                  </a:cubicBezTo>
                  <a:cubicBezTo>
                    <a:pt x="1855" y="1"/>
                    <a:pt x="1479" y="402"/>
                    <a:pt x="1479" y="402"/>
                  </a:cubicBez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2" name="Google Shape;370;p51"/>
            <p:cNvSpPr/>
            <p:nvPr/>
          </p:nvSpPr>
          <p:spPr>
            <a:xfrm>
              <a:off x="5306400" y="1922400"/>
              <a:ext cx="566640" cy="937080"/>
            </a:xfrm>
            <a:custGeom>
              <a:avLst/>
              <a:gdLst>
                <a:gd name="textAreaLeft" fmla="*/ 0 w 566640"/>
                <a:gd name="textAreaRight" fmla="*/ 567000 w 566640"/>
                <a:gd name="textAreaTop" fmla="*/ 0 h 937080"/>
                <a:gd name="textAreaBottom" fmla="*/ 937440 h 937080"/>
              </a:gdLst>
              <a:ahLst/>
              <a:cxnLst/>
              <a:rect l="textAreaLeft" t="textAreaTop" r="textAreaRight" b="textAreaBottom"/>
              <a:pathLst>
                <a:path w="18572" h="30703">
                  <a:moveTo>
                    <a:pt x="14511" y="151"/>
                  </a:moveTo>
                  <a:cubicBezTo>
                    <a:pt x="11429" y="0"/>
                    <a:pt x="4737" y="2106"/>
                    <a:pt x="2356" y="5063"/>
                  </a:cubicBezTo>
                  <a:cubicBezTo>
                    <a:pt x="0" y="8046"/>
                    <a:pt x="2983" y="12782"/>
                    <a:pt x="3760" y="15990"/>
                  </a:cubicBezTo>
                  <a:cubicBezTo>
                    <a:pt x="4562" y="19173"/>
                    <a:pt x="3333" y="27143"/>
                    <a:pt x="3333" y="27920"/>
                  </a:cubicBezTo>
                  <a:cubicBezTo>
                    <a:pt x="6968" y="30351"/>
                    <a:pt x="15714" y="30702"/>
                    <a:pt x="16717" y="27093"/>
                  </a:cubicBezTo>
                  <a:cubicBezTo>
                    <a:pt x="17143" y="23183"/>
                    <a:pt x="14286" y="19073"/>
                    <a:pt x="14236" y="16792"/>
                  </a:cubicBezTo>
                  <a:cubicBezTo>
                    <a:pt x="14386" y="11855"/>
                    <a:pt x="18572" y="1629"/>
                    <a:pt x="14511" y="15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3" name="Google Shape;371;p51"/>
            <p:cNvSpPr/>
            <p:nvPr/>
          </p:nvSpPr>
          <p:spPr>
            <a:xfrm>
              <a:off x="5659200" y="1926000"/>
              <a:ext cx="168120" cy="940680"/>
            </a:xfrm>
            <a:custGeom>
              <a:avLst/>
              <a:gdLst>
                <a:gd name="textAreaLeft" fmla="*/ 0 w 168120"/>
                <a:gd name="textAreaRight" fmla="*/ 168480 w 168120"/>
                <a:gd name="textAreaTop" fmla="*/ 0 h 940680"/>
                <a:gd name="textAreaBottom" fmla="*/ 941040 h 940680"/>
              </a:gdLst>
              <a:ahLst/>
              <a:cxnLst/>
              <a:rect l="textAreaLeft" t="textAreaTop" r="textAreaRight" b="textAreaBottom"/>
              <a:pathLst>
                <a:path w="5514" h="30828">
                  <a:moveTo>
                    <a:pt x="276" y="728"/>
                  </a:moveTo>
                  <a:cubicBezTo>
                    <a:pt x="1880" y="7670"/>
                    <a:pt x="1379" y="15164"/>
                    <a:pt x="1028" y="18096"/>
                  </a:cubicBezTo>
                  <a:cubicBezTo>
                    <a:pt x="652" y="21028"/>
                    <a:pt x="602" y="30828"/>
                    <a:pt x="602" y="30828"/>
                  </a:cubicBezTo>
                  <a:cubicBezTo>
                    <a:pt x="2957" y="29625"/>
                    <a:pt x="4085" y="27419"/>
                    <a:pt x="4135" y="26417"/>
                  </a:cubicBezTo>
                  <a:cubicBezTo>
                    <a:pt x="4211" y="25414"/>
                    <a:pt x="3283" y="16918"/>
                    <a:pt x="3358" y="16241"/>
                  </a:cubicBezTo>
                  <a:cubicBezTo>
                    <a:pt x="3409" y="15540"/>
                    <a:pt x="5514" y="7520"/>
                    <a:pt x="5389" y="3986"/>
                  </a:cubicBezTo>
                  <a:cubicBezTo>
                    <a:pt x="5263" y="427"/>
                    <a:pt x="2957" y="26"/>
                    <a:pt x="2957" y="26"/>
                  </a:cubicBezTo>
                  <a:lnTo>
                    <a:pt x="0" y="1"/>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4" name="Google Shape;372;p51"/>
            <p:cNvSpPr/>
            <p:nvPr/>
          </p:nvSpPr>
          <p:spPr>
            <a:xfrm>
              <a:off x="5510880" y="1617120"/>
              <a:ext cx="251280" cy="368640"/>
            </a:xfrm>
            <a:custGeom>
              <a:avLst/>
              <a:gdLst>
                <a:gd name="textAreaLeft" fmla="*/ 0 w 251280"/>
                <a:gd name="textAreaRight" fmla="*/ 251640 w 251280"/>
                <a:gd name="textAreaTop" fmla="*/ 0 h 368640"/>
                <a:gd name="textAreaBottom" fmla="*/ 369000 h 368640"/>
              </a:gdLst>
              <a:ahLst/>
              <a:cxnLst/>
              <a:rect l="textAreaLeft" t="textAreaTop" r="textAreaRight" b="textAreaBottom"/>
              <a:pathLst>
                <a:path w="8247" h="12081">
                  <a:moveTo>
                    <a:pt x="7921" y="2933"/>
                  </a:moveTo>
                  <a:cubicBezTo>
                    <a:pt x="7921" y="2933"/>
                    <a:pt x="8171" y="4737"/>
                    <a:pt x="8221" y="6141"/>
                  </a:cubicBezTo>
                  <a:cubicBezTo>
                    <a:pt x="8247" y="8421"/>
                    <a:pt x="7871" y="10326"/>
                    <a:pt x="6617" y="11203"/>
                  </a:cubicBezTo>
                  <a:cubicBezTo>
                    <a:pt x="5389" y="12081"/>
                    <a:pt x="3109" y="11504"/>
                    <a:pt x="1931" y="10502"/>
                  </a:cubicBezTo>
                  <a:cubicBezTo>
                    <a:pt x="753" y="9499"/>
                    <a:pt x="26" y="7193"/>
                    <a:pt x="26" y="4963"/>
                  </a:cubicBezTo>
                  <a:cubicBezTo>
                    <a:pt x="1" y="2732"/>
                    <a:pt x="878" y="0"/>
                    <a:pt x="4111" y="176"/>
                  </a:cubicBezTo>
                  <a:cubicBezTo>
                    <a:pt x="7319" y="326"/>
                    <a:pt x="7921" y="2933"/>
                    <a:pt x="7921" y="2933"/>
                  </a:cubicBez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5" name="Google Shape;373;p51"/>
            <p:cNvSpPr/>
            <p:nvPr/>
          </p:nvSpPr>
          <p:spPr>
            <a:xfrm>
              <a:off x="5521680" y="1861920"/>
              <a:ext cx="158040" cy="232200"/>
            </a:xfrm>
            <a:custGeom>
              <a:avLst/>
              <a:gdLst>
                <a:gd name="textAreaLeft" fmla="*/ 0 w 158040"/>
                <a:gd name="textAreaRight" fmla="*/ 158400 w 158040"/>
                <a:gd name="textAreaTop" fmla="*/ 0 h 232200"/>
                <a:gd name="textAreaBottom" fmla="*/ 232560 h 232200"/>
              </a:gdLst>
              <a:ahLst/>
              <a:cxnLst/>
              <a:rect l="textAreaLeft" t="textAreaTop" r="textAreaRight" b="textAreaBottom"/>
              <a:pathLst>
                <a:path w="5189" h="7620">
                  <a:moveTo>
                    <a:pt x="577" y="0"/>
                  </a:moveTo>
                  <a:cubicBezTo>
                    <a:pt x="577" y="0"/>
                    <a:pt x="828" y="2858"/>
                    <a:pt x="51" y="3910"/>
                  </a:cubicBezTo>
                  <a:cubicBezTo>
                    <a:pt x="1" y="4637"/>
                    <a:pt x="2006" y="7619"/>
                    <a:pt x="4011" y="7118"/>
                  </a:cubicBezTo>
                  <a:cubicBezTo>
                    <a:pt x="5189" y="6817"/>
                    <a:pt x="5063" y="5439"/>
                    <a:pt x="5063" y="5439"/>
                  </a:cubicBezTo>
                  <a:cubicBezTo>
                    <a:pt x="4938" y="4411"/>
                    <a:pt x="5089" y="1880"/>
                    <a:pt x="5089" y="1880"/>
                  </a:cubicBez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6" name="Google Shape;374;p51"/>
            <p:cNvSpPr/>
            <p:nvPr/>
          </p:nvSpPr>
          <p:spPr>
            <a:xfrm>
              <a:off x="5426640" y="1562040"/>
              <a:ext cx="347760" cy="375480"/>
            </a:xfrm>
            <a:custGeom>
              <a:avLst/>
              <a:gdLst>
                <a:gd name="textAreaLeft" fmla="*/ 0 w 347760"/>
                <a:gd name="textAreaRight" fmla="*/ 348120 w 347760"/>
                <a:gd name="textAreaTop" fmla="*/ 0 h 375480"/>
                <a:gd name="textAreaBottom" fmla="*/ 375840 h 375480"/>
              </a:gdLst>
              <a:ahLst/>
              <a:cxnLst/>
              <a:rect l="textAreaLeft" t="textAreaTop" r="textAreaRight" b="textAreaBottom"/>
              <a:pathLst>
                <a:path w="11405" h="12307">
                  <a:moveTo>
                    <a:pt x="10402" y="2482"/>
                  </a:moveTo>
                  <a:cubicBezTo>
                    <a:pt x="8623" y="1"/>
                    <a:pt x="2006" y="2031"/>
                    <a:pt x="2557" y="4387"/>
                  </a:cubicBezTo>
                  <a:cubicBezTo>
                    <a:pt x="1" y="5189"/>
                    <a:pt x="1655" y="11805"/>
                    <a:pt x="4688" y="12307"/>
                  </a:cubicBezTo>
                  <a:cubicBezTo>
                    <a:pt x="4688" y="12307"/>
                    <a:pt x="6091" y="10903"/>
                    <a:pt x="5991" y="10552"/>
                  </a:cubicBezTo>
                  <a:cubicBezTo>
                    <a:pt x="5690" y="10678"/>
                    <a:pt x="5314" y="10678"/>
                    <a:pt x="5139" y="9876"/>
                  </a:cubicBezTo>
                  <a:cubicBezTo>
                    <a:pt x="4838" y="8497"/>
                    <a:pt x="5690" y="7620"/>
                    <a:pt x="6718" y="9149"/>
                  </a:cubicBezTo>
                  <a:cubicBezTo>
                    <a:pt x="6718" y="9149"/>
                    <a:pt x="6868" y="7946"/>
                    <a:pt x="6191" y="6292"/>
                  </a:cubicBezTo>
                  <a:cubicBezTo>
                    <a:pt x="6191" y="6292"/>
                    <a:pt x="9625" y="5991"/>
                    <a:pt x="10728" y="5013"/>
                  </a:cubicBezTo>
                  <a:cubicBezTo>
                    <a:pt x="11329" y="4512"/>
                    <a:pt x="11405" y="3860"/>
                    <a:pt x="10402" y="2482"/>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7" name="Google Shape;375;p51"/>
            <p:cNvSpPr/>
            <p:nvPr/>
          </p:nvSpPr>
          <p:spPr>
            <a:xfrm>
              <a:off x="5273640" y="1967400"/>
              <a:ext cx="317880" cy="907920"/>
            </a:xfrm>
            <a:custGeom>
              <a:avLst/>
              <a:gdLst>
                <a:gd name="textAreaLeft" fmla="*/ 0 w 317880"/>
                <a:gd name="textAreaRight" fmla="*/ 318240 w 317880"/>
                <a:gd name="textAreaTop" fmla="*/ 0 h 907920"/>
                <a:gd name="textAreaBottom" fmla="*/ 908280 h 907920"/>
              </a:gdLst>
              <a:ahLst/>
              <a:cxnLst/>
              <a:rect l="textAreaLeft" t="textAreaTop" r="textAreaRight" b="textAreaBottom"/>
              <a:pathLst>
                <a:path w="10427" h="29750">
                  <a:moveTo>
                    <a:pt x="8046" y="0"/>
                  </a:moveTo>
                  <a:cubicBezTo>
                    <a:pt x="10427" y="5063"/>
                    <a:pt x="9700" y="9775"/>
                    <a:pt x="9574" y="13935"/>
                  </a:cubicBezTo>
                  <a:cubicBezTo>
                    <a:pt x="9474" y="18095"/>
                    <a:pt x="7319" y="29750"/>
                    <a:pt x="7319" y="29750"/>
                  </a:cubicBezTo>
                  <a:cubicBezTo>
                    <a:pt x="3183" y="28722"/>
                    <a:pt x="2707" y="25940"/>
                    <a:pt x="1905" y="24537"/>
                  </a:cubicBezTo>
                  <a:cubicBezTo>
                    <a:pt x="0" y="14812"/>
                    <a:pt x="1254" y="5965"/>
                    <a:pt x="3033" y="3033"/>
                  </a:cubicBezTo>
                  <a:cubicBezTo>
                    <a:pt x="4437" y="752"/>
                    <a:pt x="8046" y="0"/>
                    <a:pt x="8046" y="0"/>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8" name="Google Shape;376;p51"/>
            <p:cNvSpPr/>
            <p:nvPr/>
          </p:nvSpPr>
          <p:spPr>
            <a:xfrm>
              <a:off x="5317200" y="2116800"/>
              <a:ext cx="246960" cy="521640"/>
            </a:xfrm>
            <a:custGeom>
              <a:avLst/>
              <a:gdLst>
                <a:gd name="textAreaLeft" fmla="*/ 0 w 246960"/>
                <a:gd name="textAreaRight" fmla="*/ 247320 w 246960"/>
                <a:gd name="textAreaTop" fmla="*/ 0 h 521640"/>
                <a:gd name="textAreaBottom" fmla="*/ 522000 h 521640"/>
              </a:gdLst>
              <a:ahLst/>
              <a:cxnLst/>
              <a:rect l="textAreaLeft" t="textAreaTop" r="textAreaRight" b="textAreaBottom"/>
              <a:pathLst>
                <a:path w="8097" h="17094">
                  <a:moveTo>
                    <a:pt x="8096" y="10126"/>
                  </a:moveTo>
                  <a:cubicBezTo>
                    <a:pt x="6893" y="6717"/>
                    <a:pt x="5866" y="1955"/>
                    <a:pt x="3836" y="953"/>
                  </a:cubicBezTo>
                  <a:cubicBezTo>
                    <a:pt x="1" y="0"/>
                    <a:pt x="1154" y="9574"/>
                    <a:pt x="3034" y="13158"/>
                  </a:cubicBezTo>
                  <a:cubicBezTo>
                    <a:pt x="4161" y="15339"/>
                    <a:pt x="5314" y="16542"/>
                    <a:pt x="7219" y="17093"/>
                  </a:cubicBezTo>
                  <a:cubicBezTo>
                    <a:pt x="7595" y="14587"/>
                    <a:pt x="7971" y="11980"/>
                    <a:pt x="8096" y="10126"/>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9" name="Google Shape;377;p51"/>
            <p:cNvSpPr/>
            <p:nvPr/>
          </p:nvSpPr>
          <p:spPr>
            <a:xfrm>
              <a:off x="5519160" y="1946880"/>
              <a:ext cx="124560" cy="176400"/>
            </a:xfrm>
            <a:custGeom>
              <a:avLst/>
              <a:gdLst>
                <a:gd name="textAreaLeft" fmla="*/ 0 w 124560"/>
                <a:gd name="textAreaRight" fmla="*/ 124920 w 124560"/>
                <a:gd name="textAreaTop" fmla="*/ 0 h 176400"/>
                <a:gd name="textAreaBottom" fmla="*/ 176760 h 176400"/>
              </a:gdLst>
              <a:ahLst/>
              <a:cxnLst/>
              <a:rect l="textAreaLeft" t="textAreaTop" r="textAreaRight" b="textAreaBottom"/>
              <a:pathLst>
                <a:path w="4086" h="5790">
                  <a:moveTo>
                    <a:pt x="552" y="0"/>
                  </a:moveTo>
                  <a:cubicBezTo>
                    <a:pt x="527" y="101"/>
                    <a:pt x="1" y="677"/>
                    <a:pt x="1" y="677"/>
                  </a:cubicBezTo>
                  <a:cubicBezTo>
                    <a:pt x="1" y="677"/>
                    <a:pt x="1028" y="2958"/>
                    <a:pt x="1404" y="3960"/>
                  </a:cubicBezTo>
                  <a:cubicBezTo>
                    <a:pt x="1780" y="4963"/>
                    <a:pt x="2757" y="5790"/>
                    <a:pt x="2757" y="5790"/>
                  </a:cubicBezTo>
                  <a:lnTo>
                    <a:pt x="4086" y="4336"/>
                  </a:lnTo>
                  <a:cubicBezTo>
                    <a:pt x="2256" y="3334"/>
                    <a:pt x="552" y="0"/>
                    <a:pt x="552" y="0"/>
                  </a:cubicBezTo>
                  <a:close/>
                </a:path>
              </a:pathLst>
            </a:custGeom>
            <a:solidFill>
              <a:schemeClr val="lt2"/>
            </a:solidFill>
            <a:ln w="0">
              <a:noFill/>
            </a:ln>
          </p:spPr>
          <p:style>
            <a:lnRef idx="0"/>
            <a:fillRef idx="0"/>
            <a:effectRef idx="0"/>
            <a:fontRef idx="minor"/>
          </p:style>
          <p:txBody>
            <a:bodyPr tIns="88200" bIns="88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0" name="Google Shape;378;p51"/>
            <p:cNvSpPr/>
            <p:nvPr/>
          </p:nvSpPr>
          <p:spPr>
            <a:xfrm>
              <a:off x="5644080" y="1965240"/>
              <a:ext cx="57960" cy="145080"/>
            </a:xfrm>
            <a:custGeom>
              <a:avLst/>
              <a:gdLst>
                <a:gd name="textAreaLeft" fmla="*/ 0 w 57960"/>
                <a:gd name="textAreaRight" fmla="*/ 58320 w 57960"/>
                <a:gd name="textAreaTop" fmla="*/ 0 h 145080"/>
                <a:gd name="textAreaBottom" fmla="*/ 145440 h 145080"/>
              </a:gdLst>
              <a:ahLst/>
              <a:cxnLst/>
              <a:rect l="textAreaLeft" t="textAreaTop" r="textAreaRight" b="textAreaBottom"/>
              <a:pathLst>
                <a:path w="1906" h="4763">
                  <a:moveTo>
                    <a:pt x="903" y="151"/>
                  </a:moveTo>
                  <a:cubicBezTo>
                    <a:pt x="778" y="1"/>
                    <a:pt x="452" y="2983"/>
                    <a:pt x="1" y="3735"/>
                  </a:cubicBezTo>
                  <a:cubicBezTo>
                    <a:pt x="878" y="4537"/>
                    <a:pt x="1379" y="4763"/>
                    <a:pt x="1379" y="4763"/>
                  </a:cubicBezTo>
                  <a:cubicBezTo>
                    <a:pt x="1379" y="4763"/>
                    <a:pt x="1906" y="1429"/>
                    <a:pt x="903" y="151"/>
                  </a:cubicBezTo>
                  <a:close/>
                </a:path>
              </a:pathLst>
            </a:custGeom>
            <a:solidFill>
              <a:schemeClr val="lt2"/>
            </a:solidFill>
            <a:ln w="0">
              <a:noFill/>
            </a:ln>
          </p:spPr>
          <p:style>
            <a:lnRef idx="0"/>
            <a:fillRef idx="0"/>
            <a:effectRef idx="0"/>
            <a:fontRef idx="minor"/>
          </p:style>
          <p:txBody>
            <a:bodyPr tIns="72720" bIns="72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1" name="Google Shape;379;p51"/>
            <p:cNvSpPr/>
            <p:nvPr/>
          </p:nvSpPr>
          <p:spPr>
            <a:xfrm>
              <a:off x="5513760" y="2024640"/>
              <a:ext cx="2324880" cy="1342440"/>
            </a:xfrm>
            <a:custGeom>
              <a:avLst/>
              <a:gdLst>
                <a:gd name="textAreaLeft" fmla="*/ 0 w 2324880"/>
                <a:gd name="textAreaRight" fmla="*/ 2325240 w 2324880"/>
                <a:gd name="textAreaTop" fmla="*/ 0 h 1342440"/>
                <a:gd name="textAreaBottom" fmla="*/ 1342800 h 1342440"/>
              </a:gdLst>
              <a:ahLst/>
              <a:cxnLst/>
              <a:rect l="textAreaLeft" t="textAreaTop" r="textAreaRight" b="textAreaBottom"/>
              <a:pathLst>
                <a:path w="76166" h="43986">
                  <a:moveTo>
                    <a:pt x="42131" y="1"/>
                  </a:moveTo>
                  <a:lnTo>
                    <a:pt x="0" y="24337"/>
                  </a:lnTo>
                  <a:lnTo>
                    <a:pt x="34035" y="43986"/>
                  </a:lnTo>
                  <a:lnTo>
                    <a:pt x="76166" y="19650"/>
                  </a:lnTo>
                  <a:lnTo>
                    <a:pt x="42131" y="1"/>
                  </a:lnTo>
                  <a:close/>
                </a:path>
              </a:pathLst>
            </a:custGeom>
            <a:solidFill>
              <a:srgbClr val="83c9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2" name="Google Shape;380;p51"/>
            <p:cNvSpPr/>
            <p:nvPr/>
          </p:nvSpPr>
          <p:spPr>
            <a:xfrm>
              <a:off x="5509080" y="2741400"/>
              <a:ext cx="98280" cy="51840"/>
            </a:xfrm>
            <a:custGeom>
              <a:avLst/>
              <a:gdLst>
                <a:gd name="textAreaLeft" fmla="*/ 0 w 98280"/>
                <a:gd name="textAreaRight" fmla="*/ 98640 w 98280"/>
                <a:gd name="textAreaTop" fmla="*/ 0 h 51840"/>
                <a:gd name="textAreaBottom" fmla="*/ 52200 h 51840"/>
              </a:gdLst>
              <a:ahLst/>
              <a:cxnLst/>
              <a:rect l="textAreaLeft" t="textAreaTop" r="textAreaRight" b="textAreaBottom"/>
              <a:pathLst>
                <a:path w="3234" h="1711">
                  <a:moveTo>
                    <a:pt x="1617" y="0"/>
                  </a:moveTo>
                  <a:cubicBezTo>
                    <a:pt x="1241" y="0"/>
                    <a:pt x="865" y="88"/>
                    <a:pt x="577" y="263"/>
                  </a:cubicBezTo>
                  <a:cubicBezTo>
                    <a:pt x="1" y="589"/>
                    <a:pt x="1" y="1115"/>
                    <a:pt x="577" y="1466"/>
                  </a:cubicBezTo>
                  <a:cubicBezTo>
                    <a:pt x="865" y="1629"/>
                    <a:pt x="1248" y="1711"/>
                    <a:pt x="1627" y="1711"/>
                  </a:cubicBezTo>
                  <a:cubicBezTo>
                    <a:pt x="2006" y="1711"/>
                    <a:pt x="2382" y="1629"/>
                    <a:pt x="2657" y="1466"/>
                  </a:cubicBezTo>
                  <a:cubicBezTo>
                    <a:pt x="3234" y="1140"/>
                    <a:pt x="3234" y="589"/>
                    <a:pt x="2657" y="263"/>
                  </a:cubicBezTo>
                  <a:cubicBezTo>
                    <a:pt x="2369" y="88"/>
                    <a:pt x="1993" y="0"/>
                    <a:pt x="1617" y="0"/>
                  </a:cubicBezTo>
                  <a:close/>
                </a:path>
              </a:pathLst>
            </a:custGeom>
            <a:solidFill>
              <a:srgbClr val="83c9ff"/>
            </a:solidFill>
            <a:ln w="0">
              <a:noFill/>
            </a:ln>
          </p:spPr>
          <p:style>
            <a:lnRef idx="0"/>
            <a:fillRef idx="0"/>
            <a:effectRef idx="0"/>
            <a:fontRef idx="minor"/>
          </p:style>
          <p:txBody>
            <a:bodyPr tIns="25920" bIns="25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3" name="Google Shape;381;p51"/>
            <p:cNvSpPr/>
            <p:nvPr/>
          </p:nvSpPr>
          <p:spPr>
            <a:xfrm>
              <a:off x="7745040" y="2598840"/>
              <a:ext cx="98280" cy="51120"/>
            </a:xfrm>
            <a:custGeom>
              <a:avLst/>
              <a:gdLst>
                <a:gd name="textAreaLeft" fmla="*/ 0 w 98280"/>
                <a:gd name="textAreaRight" fmla="*/ 98640 w 98280"/>
                <a:gd name="textAreaTop" fmla="*/ 0 h 51120"/>
                <a:gd name="textAreaBottom" fmla="*/ 51480 h 51120"/>
              </a:gdLst>
              <a:ahLst/>
              <a:cxnLst/>
              <a:rect l="textAreaLeft" t="textAreaTop" r="textAreaRight" b="textAreaBottom"/>
              <a:pathLst>
                <a:path w="3234" h="1692">
                  <a:moveTo>
                    <a:pt x="1604" y="0"/>
                  </a:moveTo>
                  <a:cubicBezTo>
                    <a:pt x="1222" y="0"/>
                    <a:pt x="840" y="82"/>
                    <a:pt x="552" y="245"/>
                  </a:cubicBezTo>
                  <a:cubicBezTo>
                    <a:pt x="0" y="570"/>
                    <a:pt x="0" y="1097"/>
                    <a:pt x="577" y="1448"/>
                  </a:cubicBezTo>
                  <a:cubicBezTo>
                    <a:pt x="865" y="1610"/>
                    <a:pt x="1241" y="1692"/>
                    <a:pt x="1617" y="1692"/>
                  </a:cubicBezTo>
                  <a:cubicBezTo>
                    <a:pt x="1993" y="1692"/>
                    <a:pt x="2369" y="1610"/>
                    <a:pt x="2657" y="1448"/>
                  </a:cubicBezTo>
                  <a:cubicBezTo>
                    <a:pt x="3233" y="1122"/>
                    <a:pt x="3233" y="570"/>
                    <a:pt x="2657" y="245"/>
                  </a:cubicBezTo>
                  <a:cubicBezTo>
                    <a:pt x="2369" y="82"/>
                    <a:pt x="1986" y="0"/>
                    <a:pt x="1604" y="0"/>
                  </a:cubicBezTo>
                  <a:close/>
                </a:path>
              </a:pathLst>
            </a:custGeom>
            <a:solidFill>
              <a:srgbClr val="83c9ff"/>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4" name="Google Shape;382;p51"/>
            <p:cNvSpPr/>
            <p:nvPr/>
          </p:nvSpPr>
          <p:spPr>
            <a:xfrm>
              <a:off x="7758000" y="3587040"/>
              <a:ext cx="71640" cy="37800"/>
            </a:xfrm>
            <a:custGeom>
              <a:avLst/>
              <a:gdLst>
                <a:gd name="textAreaLeft" fmla="*/ 0 w 71640"/>
                <a:gd name="textAreaRight" fmla="*/ 72000 w 71640"/>
                <a:gd name="textAreaTop" fmla="*/ 0 h 37800"/>
                <a:gd name="textAreaBottom" fmla="*/ 38160 h 37800"/>
              </a:gdLst>
              <a:ahLst/>
              <a:cxnLst/>
              <a:rect l="textAreaLeft" t="textAreaTop" r="textAreaRight" b="textAreaBottom"/>
              <a:pathLst>
                <a:path w="2357" h="1254">
                  <a:moveTo>
                    <a:pt x="1178" y="0"/>
                  </a:moveTo>
                  <a:cubicBezTo>
                    <a:pt x="903" y="0"/>
                    <a:pt x="627" y="63"/>
                    <a:pt x="426" y="188"/>
                  </a:cubicBezTo>
                  <a:cubicBezTo>
                    <a:pt x="0" y="439"/>
                    <a:pt x="0" y="815"/>
                    <a:pt x="426" y="1066"/>
                  </a:cubicBezTo>
                  <a:cubicBezTo>
                    <a:pt x="639" y="1191"/>
                    <a:pt x="915" y="1254"/>
                    <a:pt x="1191" y="1254"/>
                  </a:cubicBezTo>
                  <a:cubicBezTo>
                    <a:pt x="1466" y="1254"/>
                    <a:pt x="1742" y="1191"/>
                    <a:pt x="1955" y="1066"/>
                  </a:cubicBezTo>
                  <a:cubicBezTo>
                    <a:pt x="2356" y="815"/>
                    <a:pt x="2356" y="439"/>
                    <a:pt x="1930" y="188"/>
                  </a:cubicBezTo>
                  <a:cubicBezTo>
                    <a:pt x="1730" y="63"/>
                    <a:pt x="1454" y="0"/>
                    <a:pt x="1178" y="0"/>
                  </a:cubicBezTo>
                  <a:close/>
                </a:path>
              </a:pathLst>
            </a:custGeom>
            <a:solidFill>
              <a:schemeClr val="dk1"/>
            </a:solidFill>
            <a:ln w="0">
              <a:noFill/>
            </a:ln>
          </p:spPr>
          <p:style>
            <a:lnRef idx="0"/>
            <a:fillRef idx="0"/>
            <a:effectRef idx="0"/>
            <a:fontRef idx="minor"/>
          </p:style>
          <p:txBody>
            <a:bodyPr tIns="19080" bIns="19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5" name="Google Shape;383;p51"/>
            <p:cNvSpPr/>
            <p:nvPr/>
          </p:nvSpPr>
          <p:spPr>
            <a:xfrm>
              <a:off x="7749000" y="2624760"/>
              <a:ext cx="90000" cy="980640"/>
            </a:xfrm>
            <a:custGeom>
              <a:avLst/>
              <a:gdLst>
                <a:gd name="textAreaLeft" fmla="*/ 0 w 90000"/>
                <a:gd name="textAreaRight" fmla="*/ 90360 w 90000"/>
                <a:gd name="textAreaTop" fmla="*/ 0 h 980640"/>
                <a:gd name="textAreaBottom" fmla="*/ 981000 h 980640"/>
              </a:gdLst>
              <a:ahLst/>
              <a:cxnLst/>
              <a:rect l="textAreaLeft" t="textAreaTop" r="textAreaRight" b="textAreaBottom"/>
              <a:pathLst>
                <a:path w="2958" h="32131">
                  <a:moveTo>
                    <a:pt x="1" y="0"/>
                  </a:moveTo>
                  <a:lnTo>
                    <a:pt x="402" y="32131"/>
                  </a:lnTo>
                  <a:lnTo>
                    <a:pt x="2557" y="32131"/>
                  </a:lnTo>
                  <a:lnTo>
                    <a:pt x="2958"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6" name="Google Shape;384;p51"/>
            <p:cNvSpPr/>
            <p:nvPr/>
          </p:nvSpPr>
          <p:spPr>
            <a:xfrm>
              <a:off x="6500160" y="3312720"/>
              <a:ext cx="98280" cy="51840"/>
            </a:xfrm>
            <a:custGeom>
              <a:avLst/>
              <a:gdLst>
                <a:gd name="textAreaLeft" fmla="*/ 0 w 98280"/>
                <a:gd name="textAreaRight" fmla="*/ 98640 w 98280"/>
                <a:gd name="textAreaTop" fmla="*/ 0 h 51840"/>
                <a:gd name="textAreaBottom" fmla="*/ 52200 h 51840"/>
              </a:gdLst>
              <a:ahLst/>
              <a:cxnLst/>
              <a:rect l="textAreaLeft" t="textAreaTop" r="textAreaRight" b="textAreaBottom"/>
              <a:pathLst>
                <a:path w="3234" h="1712">
                  <a:moveTo>
                    <a:pt x="1596" y="1"/>
                  </a:moveTo>
                  <a:cubicBezTo>
                    <a:pt x="1227" y="1"/>
                    <a:pt x="859" y="82"/>
                    <a:pt x="577" y="242"/>
                  </a:cubicBezTo>
                  <a:cubicBezTo>
                    <a:pt x="0" y="593"/>
                    <a:pt x="0" y="1119"/>
                    <a:pt x="577" y="1445"/>
                  </a:cubicBezTo>
                  <a:cubicBezTo>
                    <a:pt x="870" y="1624"/>
                    <a:pt x="1255" y="1711"/>
                    <a:pt x="1638" y="1711"/>
                  </a:cubicBezTo>
                  <a:cubicBezTo>
                    <a:pt x="2006" y="1711"/>
                    <a:pt x="2374" y="1630"/>
                    <a:pt x="2657" y="1470"/>
                  </a:cubicBezTo>
                  <a:cubicBezTo>
                    <a:pt x="3233" y="1119"/>
                    <a:pt x="3233" y="593"/>
                    <a:pt x="2657" y="267"/>
                  </a:cubicBezTo>
                  <a:cubicBezTo>
                    <a:pt x="2363" y="88"/>
                    <a:pt x="1979" y="1"/>
                    <a:pt x="1596" y="1"/>
                  </a:cubicBezTo>
                  <a:close/>
                </a:path>
              </a:pathLst>
            </a:custGeom>
            <a:solidFill>
              <a:srgbClr val="83c9ff"/>
            </a:solidFill>
            <a:ln w="0">
              <a:noFill/>
            </a:ln>
          </p:spPr>
          <p:style>
            <a:lnRef idx="0"/>
            <a:fillRef idx="0"/>
            <a:effectRef idx="0"/>
            <a:fontRef idx="minor"/>
          </p:style>
          <p:txBody>
            <a:bodyPr tIns="25920" bIns="25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7" name="Google Shape;385;p51"/>
            <p:cNvSpPr/>
            <p:nvPr/>
          </p:nvSpPr>
          <p:spPr>
            <a:xfrm>
              <a:off x="6513120" y="4301640"/>
              <a:ext cx="71640" cy="37440"/>
            </a:xfrm>
            <a:custGeom>
              <a:avLst/>
              <a:gdLst>
                <a:gd name="textAreaLeft" fmla="*/ 0 w 71640"/>
                <a:gd name="textAreaRight" fmla="*/ 72000 w 71640"/>
                <a:gd name="textAreaTop" fmla="*/ 0 h 37440"/>
                <a:gd name="textAreaBottom" fmla="*/ 37800 h 37440"/>
              </a:gdLst>
              <a:ahLst/>
              <a:cxnLst/>
              <a:rect l="textAreaLeft" t="textAreaTop" r="textAreaRight" b="textAreaBottom"/>
              <a:pathLst>
                <a:path w="2357" h="1235">
                  <a:moveTo>
                    <a:pt x="1191" y="0"/>
                  </a:moveTo>
                  <a:cubicBezTo>
                    <a:pt x="915" y="0"/>
                    <a:pt x="639" y="63"/>
                    <a:pt x="426" y="188"/>
                  </a:cubicBezTo>
                  <a:cubicBezTo>
                    <a:pt x="0" y="414"/>
                    <a:pt x="0" y="815"/>
                    <a:pt x="426" y="1065"/>
                  </a:cubicBezTo>
                  <a:cubicBezTo>
                    <a:pt x="639" y="1178"/>
                    <a:pt x="915" y="1234"/>
                    <a:pt x="1191" y="1234"/>
                  </a:cubicBezTo>
                  <a:cubicBezTo>
                    <a:pt x="1466" y="1234"/>
                    <a:pt x="1742" y="1178"/>
                    <a:pt x="1955" y="1065"/>
                  </a:cubicBezTo>
                  <a:cubicBezTo>
                    <a:pt x="2356" y="815"/>
                    <a:pt x="2356" y="414"/>
                    <a:pt x="1955" y="188"/>
                  </a:cubicBezTo>
                  <a:cubicBezTo>
                    <a:pt x="1742" y="63"/>
                    <a:pt x="1466" y="0"/>
                    <a:pt x="1191" y="0"/>
                  </a:cubicBez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8" name="Google Shape;386;p51"/>
            <p:cNvSpPr/>
            <p:nvPr/>
          </p:nvSpPr>
          <p:spPr>
            <a:xfrm>
              <a:off x="6504840" y="3338640"/>
              <a:ext cx="89280" cy="981360"/>
            </a:xfrm>
            <a:custGeom>
              <a:avLst/>
              <a:gdLst>
                <a:gd name="textAreaLeft" fmla="*/ 0 w 89280"/>
                <a:gd name="textAreaRight" fmla="*/ 89640 w 89280"/>
                <a:gd name="textAreaTop" fmla="*/ 0 h 981360"/>
                <a:gd name="textAreaBottom" fmla="*/ 981720 h 981360"/>
              </a:gdLst>
              <a:ahLst/>
              <a:cxnLst/>
              <a:rect l="textAreaLeft" t="textAreaTop" r="textAreaRight" b="textAreaBottom"/>
              <a:pathLst>
                <a:path w="2933" h="32157">
                  <a:moveTo>
                    <a:pt x="0" y="1"/>
                  </a:moveTo>
                  <a:lnTo>
                    <a:pt x="401" y="32156"/>
                  </a:lnTo>
                  <a:lnTo>
                    <a:pt x="2532" y="32156"/>
                  </a:lnTo>
                  <a:lnTo>
                    <a:pt x="2933" y="1"/>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9" name="Google Shape;387;p51"/>
            <p:cNvSpPr/>
            <p:nvPr/>
          </p:nvSpPr>
          <p:spPr>
            <a:xfrm>
              <a:off x="6748920" y="2025000"/>
              <a:ext cx="98280" cy="51120"/>
            </a:xfrm>
            <a:custGeom>
              <a:avLst/>
              <a:gdLst>
                <a:gd name="textAreaLeft" fmla="*/ 0 w 98280"/>
                <a:gd name="textAreaRight" fmla="*/ 98640 w 98280"/>
                <a:gd name="textAreaTop" fmla="*/ 0 h 51120"/>
                <a:gd name="textAreaBottom" fmla="*/ 51480 h 51120"/>
              </a:gdLst>
              <a:ahLst/>
              <a:cxnLst/>
              <a:rect l="textAreaLeft" t="textAreaTop" r="textAreaRight" b="textAreaBottom"/>
              <a:pathLst>
                <a:path w="3234" h="1692">
                  <a:moveTo>
                    <a:pt x="1617" y="0"/>
                  </a:moveTo>
                  <a:cubicBezTo>
                    <a:pt x="1241" y="0"/>
                    <a:pt x="865" y="82"/>
                    <a:pt x="577" y="244"/>
                  </a:cubicBezTo>
                  <a:cubicBezTo>
                    <a:pt x="0" y="570"/>
                    <a:pt x="0" y="1122"/>
                    <a:pt x="577" y="1447"/>
                  </a:cubicBezTo>
                  <a:cubicBezTo>
                    <a:pt x="865" y="1610"/>
                    <a:pt x="1247" y="1692"/>
                    <a:pt x="1626" y="1692"/>
                  </a:cubicBezTo>
                  <a:cubicBezTo>
                    <a:pt x="2006" y="1692"/>
                    <a:pt x="2381" y="1610"/>
                    <a:pt x="2657" y="1447"/>
                  </a:cubicBezTo>
                  <a:cubicBezTo>
                    <a:pt x="3234" y="1122"/>
                    <a:pt x="3234" y="570"/>
                    <a:pt x="2657" y="244"/>
                  </a:cubicBezTo>
                  <a:cubicBezTo>
                    <a:pt x="2369" y="82"/>
                    <a:pt x="1993" y="0"/>
                    <a:pt x="1617" y="0"/>
                  </a:cubicBezTo>
                  <a:close/>
                </a:path>
              </a:pathLst>
            </a:custGeom>
            <a:solidFill>
              <a:srgbClr val="83c9ff"/>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0" name="Google Shape;388;p51"/>
            <p:cNvSpPr/>
            <p:nvPr/>
          </p:nvSpPr>
          <p:spPr>
            <a:xfrm>
              <a:off x="6762600" y="3013200"/>
              <a:ext cx="71640" cy="37800"/>
            </a:xfrm>
            <a:custGeom>
              <a:avLst/>
              <a:gdLst>
                <a:gd name="textAreaLeft" fmla="*/ 0 w 71640"/>
                <a:gd name="textAreaRight" fmla="*/ 72000 w 71640"/>
                <a:gd name="textAreaTop" fmla="*/ 0 h 37800"/>
                <a:gd name="textAreaBottom" fmla="*/ 38160 h 37800"/>
              </a:gdLst>
              <a:ahLst/>
              <a:cxnLst/>
              <a:rect l="textAreaLeft" t="textAreaTop" r="textAreaRight" b="textAreaBottom"/>
              <a:pathLst>
                <a:path w="2357" h="1254">
                  <a:moveTo>
                    <a:pt x="1166" y="0"/>
                  </a:moveTo>
                  <a:cubicBezTo>
                    <a:pt x="890" y="0"/>
                    <a:pt x="615" y="63"/>
                    <a:pt x="402" y="188"/>
                  </a:cubicBezTo>
                  <a:cubicBezTo>
                    <a:pt x="1" y="439"/>
                    <a:pt x="1" y="815"/>
                    <a:pt x="427" y="1066"/>
                  </a:cubicBezTo>
                  <a:cubicBezTo>
                    <a:pt x="627" y="1191"/>
                    <a:pt x="897" y="1254"/>
                    <a:pt x="1169" y="1254"/>
                  </a:cubicBezTo>
                  <a:cubicBezTo>
                    <a:pt x="1442" y="1254"/>
                    <a:pt x="1717" y="1191"/>
                    <a:pt x="1930" y="1066"/>
                  </a:cubicBezTo>
                  <a:cubicBezTo>
                    <a:pt x="2357" y="815"/>
                    <a:pt x="2357" y="439"/>
                    <a:pt x="1930" y="188"/>
                  </a:cubicBezTo>
                  <a:cubicBezTo>
                    <a:pt x="1717" y="63"/>
                    <a:pt x="1442" y="0"/>
                    <a:pt x="1166" y="0"/>
                  </a:cubicBezTo>
                  <a:close/>
                </a:path>
              </a:pathLst>
            </a:custGeom>
            <a:solidFill>
              <a:srgbClr val="83c9ff"/>
            </a:solidFill>
            <a:ln w="0">
              <a:noFill/>
            </a:ln>
          </p:spPr>
          <p:style>
            <a:lnRef idx="0"/>
            <a:fillRef idx="0"/>
            <a:effectRef idx="0"/>
            <a:fontRef idx="minor"/>
          </p:style>
          <p:txBody>
            <a:bodyPr tIns="19080" bIns="19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1" name="Google Shape;389;p51"/>
            <p:cNvSpPr/>
            <p:nvPr/>
          </p:nvSpPr>
          <p:spPr>
            <a:xfrm>
              <a:off x="6753240" y="2050920"/>
              <a:ext cx="89280" cy="981360"/>
            </a:xfrm>
            <a:custGeom>
              <a:avLst/>
              <a:gdLst>
                <a:gd name="textAreaLeft" fmla="*/ 0 w 89280"/>
                <a:gd name="textAreaRight" fmla="*/ 89640 w 89280"/>
                <a:gd name="textAreaTop" fmla="*/ 0 h 981360"/>
                <a:gd name="textAreaBottom" fmla="*/ 981720 h 981360"/>
              </a:gdLst>
              <a:ahLst/>
              <a:cxnLst/>
              <a:rect l="textAreaLeft" t="textAreaTop" r="textAreaRight" b="textAreaBottom"/>
              <a:pathLst>
                <a:path w="2934" h="32157">
                  <a:moveTo>
                    <a:pt x="1" y="1"/>
                  </a:moveTo>
                  <a:lnTo>
                    <a:pt x="402" y="32156"/>
                  </a:lnTo>
                  <a:lnTo>
                    <a:pt x="2557" y="32156"/>
                  </a:lnTo>
                  <a:lnTo>
                    <a:pt x="2933" y="1"/>
                  </a:lnTo>
                  <a:close/>
                </a:path>
              </a:pathLst>
            </a:custGeom>
            <a:solidFill>
              <a:srgbClr val="83c9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2" name="Google Shape;390;p51"/>
            <p:cNvSpPr/>
            <p:nvPr/>
          </p:nvSpPr>
          <p:spPr>
            <a:xfrm>
              <a:off x="5187960" y="2399040"/>
              <a:ext cx="2986200" cy="1220760"/>
            </a:xfrm>
            <a:custGeom>
              <a:avLst/>
              <a:gdLst>
                <a:gd name="textAreaLeft" fmla="*/ 0 w 2986200"/>
                <a:gd name="textAreaRight" fmla="*/ 2986560 w 2986200"/>
                <a:gd name="textAreaTop" fmla="*/ 0 h 1220760"/>
                <a:gd name="textAreaBottom" fmla="*/ 1221120 h 1220760"/>
              </a:gdLst>
              <a:ahLst/>
              <a:cxnLst/>
              <a:rect l="textAreaLeft" t="textAreaTop" r="textAreaRight" b="textAreaBottom"/>
              <a:pathLst>
                <a:path w="97821" h="39993">
                  <a:moveTo>
                    <a:pt x="97820" y="0"/>
                  </a:moveTo>
                  <a:cubicBezTo>
                    <a:pt x="97820" y="3685"/>
                    <a:pt x="95590" y="7194"/>
                    <a:pt x="91028" y="9800"/>
                  </a:cubicBezTo>
                  <a:lnTo>
                    <a:pt x="48898" y="34136"/>
                  </a:lnTo>
                  <a:cubicBezTo>
                    <a:pt x="44333" y="36771"/>
                    <a:pt x="38224" y="38062"/>
                    <a:pt x="31826" y="38062"/>
                  </a:cubicBezTo>
                  <a:cubicBezTo>
                    <a:pt x="24104" y="38062"/>
                    <a:pt x="15959" y="36180"/>
                    <a:pt x="9599" y="32507"/>
                  </a:cubicBezTo>
                  <a:cubicBezTo>
                    <a:pt x="3384" y="28923"/>
                    <a:pt x="126" y="24336"/>
                    <a:pt x="0" y="19950"/>
                  </a:cubicBezTo>
                  <a:lnTo>
                    <a:pt x="0" y="21855"/>
                  </a:lnTo>
                  <a:cubicBezTo>
                    <a:pt x="126" y="26241"/>
                    <a:pt x="3384" y="30828"/>
                    <a:pt x="9599" y="34437"/>
                  </a:cubicBezTo>
                  <a:cubicBezTo>
                    <a:pt x="15959" y="38110"/>
                    <a:pt x="24104" y="39992"/>
                    <a:pt x="31826" y="39992"/>
                  </a:cubicBezTo>
                  <a:cubicBezTo>
                    <a:pt x="38224" y="39992"/>
                    <a:pt x="44333" y="38700"/>
                    <a:pt x="48898" y="36066"/>
                  </a:cubicBezTo>
                  <a:lnTo>
                    <a:pt x="91028" y="11730"/>
                  </a:lnTo>
                  <a:cubicBezTo>
                    <a:pt x="95590" y="9098"/>
                    <a:pt x="97820" y="5589"/>
                    <a:pt x="97820" y="1905"/>
                  </a:cubicBezTo>
                  <a:lnTo>
                    <a:pt x="97820" y="0"/>
                  </a:ln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3" name="Google Shape;391;p51"/>
            <p:cNvSpPr/>
            <p:nvPr/>
          </p:nvSpPr>
          <p:spPr>
            <a:xfrm>
              <a:off x="5185440" y="1837800"/>
              <a:ext cx="2989800" cy="1723680"/>
            </a:xfrm>
            <a:custGeom>
              <a:avLst/>
              <a:gdLst>
                <a:gd name="textAreaLeft" fmla="*/ 0 w 2989800"/>
                <a:gd name="textAreaRight" fmla="*/ 2990160 w 2989800"/>
                <a:gd name="textAreaTop" fmla="*/ 0 h 1723680"/>
                <a:gd name="textAreaBottom" fmla="*/ 1724040 h 1723680"/>
              </a:gdLst>
              <a:ahLst/>
              <a:cxnLst/>
              <a:rect l="textAreaLeft" t="textAreaTop" r="textAreaRight" b="textAreaBottom"/>
              <a:pathLst>
                <a:path w="97946" h="56475">
                  <a:moveTo>
                    <a:pt x="66095" y="0"/>
                  </a:moveTo>
                  <a:cubicBezTo>
                    <a:pt x="59697" y="0"/>
                    <a:pt x="53588" y="1292"/>
                    <a:pt x="49023" y="3926"/>
                  </a:cubicBezTo>
                  <a:lnTo>
                    <a:pt x="6892" y="28237"/>
                  </a:lnTo>
                  <a:cubicBezTo>
                    <a:pt x="2231" y="30944"/>
                    <a:pt x="0" y="34578"/>
                    <a:pt x="100" y="38363"/>
                  </a:cubicBezTo>
                  <a:cubicBezTo>
                    <a:pt x="251" y="42749"/>
                    <a:pt x="3484" y="47335"/>
                    <a:pt x="9725" y="50919"/>
                  </a:cubicBezTo>
                  <a:cubicBezTo>
                    <a:pt x="16085" y="54592"/>
                    <a:pt x="24221" y="56474"/>
                    <a:pt x="31937" y="56474"/>
                  </a:cubicBezTo>
                  <a:cubicBezTo>
                    <a:pt x="38329" y="56474"/>
                    <a:pt x="44433" y="55183"/>
                    <a:pt x="48998" y="52548"/>
                  </a:cubicBezTo>
                  <a:lnTo>
                    <a:pt x="91129" y="28237"/>
                  </a:lnTo>
                  <a:cubicBezTo>
                    <a:pt x="95690" y="25606"/>
                    <a:pt x="97921" y="22097"/>
                    <a:pt x="97921" y="18413"/>
                  </a:cubicBezTo>
                  <a:cubicBezTo>
                    <a:pt x="97946" y="13951"/>
                    <a:pt x="94687" y="9215"/>
                    <a:pt x="88321" y="5555"/>
                  </a:cubicBezTo>
                  <a:cubicBezTo>
                    <a:pt x="81961" y="1882"/>
                    <a:pt x="73817" y="0"/>
                    <a:pt x="66095"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4" name="Google Shape;392;p51"/>
            <p:cNvSpPr/>
            <p:nvPr/>
          </p:nvSpPr>
          <p:spPr>
            <a:xfrm>
              <a:off x="7235640" y="2503800"/>
              <a:ext cx="557640" cy="322560"/>
            </a:xfrm>
            <a:custGeom>
              <a:avLst/>
              <a:gdLst>
                <a:gd name="textAreaLeft" fmla="*/ 0 w 557640"/>
                <a:gd name="textAreaRight" fmla="*/ 558000 w 557640"/>
                <a:gd name="textAreaTop" fmla="*/ 0 h 322560"/>
                <a:gd name="textAreaBottom" fmla="*/ 322920 h 322560"/>
              </a:gdLst>
              <a:ahLst/>
              <a:cxnLst/>
              <a:rect l="textAreaLeft" t="textAreaTop" r="textAreaRight" b="textAreaBottom"/>
              <a:pathLst>
                <a:path w="18272" h="10577">
                  <a:moveTo>
                    <a:pt x="17895" y="3659"/>
                  </a:moveTo>
                  <a:lnTo>
                    <a:pt x="11554" y="0"/>
                  </a:lnTo>
                  <a:lnTo>
                    <a:pt x="827" y="6191"/>
                  </a:lnTo>
                  <a:lnTo>
                    <a:pt x="0" y="6291"/>
                  </a:lnTo>
                  <a:lnTo>
                    <a:pt x="0" y="6516"/>
                  </a:lnTo>
                  <a:cubicBezTo>
                    <a:pt x="0" y="6617"/>
                    <a:pt x="51" y="6667"/>
                    <a:pt x="126" y="6717"/>
                  </a:cubicBezTo>
                  <a:lnTo>
                    <a:pt x="6592" y="10451"/>
                  </a:lnTo>
                  <a:cubicBezTo>
                    <a:pt x="6792" y="10577"/>
                    <a:pt x="7143" y="10552"/>
                    <a:pt x="7369" y="10426"/>
                  </a:cubicBezTo>
                  <a:lnTo>
                    <a:pt x="18071" y="4236"/>
                  </a:lnTo>
                  <a:cubicBezTo>
                    <a:pt x="18221" y="4161"/>
                    <a:pt x="18271" y="4060"/>
                    <a:pt x="18271" y="3960"/>
                  </a:cubicBezTo>
                  <a:lnTo>
                    <a:pt x="18271" y="3609"/>
                  </a:ln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5" name="Google Shape;393;p51"/>
            <p:cNvSpPr/>
            <p:nvPr/>
          </p:nvSpPr>
          <p:spPr>
            <a:xfrm>
              <a:off x="7151400" y="2219760"/>
              <a:ext cx="436680" cy="475560"/>
            </a:xfrm>
            <a:custGeom>
              <a:avLst/>
              <a:gdLst>
                <a:gd name="textAreaLeft" fmla="*/ 0 w 436680"/>
                <a:gd name="textAreaRight" fmla="*/ 437040 w 436680"/>
                <a:gd name="textAreaTop" fmla="*/ 0 h 475560"/>
                <a:gd name="textAreaBottom" fmla="*/ 475920 h 475560"/>
              </a:gdLst>
              <a:ahLst/>
              <a:cxnLst/>
              <a:rect l="textAreaLeft" t="textAreaTop" r="textAreaRight" b="textAreaBottom"/>
              <a:pathLst>
                <a:path w="14312" h="15590">
                  <a:moveTo>
                    <a:pt x="14311" y="8948"/>
                  </a:moveTo>
                  <a:lnTo>
                    <a:pt x="2757" y="15590"/>
                  </a:lnTo>
                  <a:lnTo>
                    <a:pt x="76" y="7069"/>
                  </a:lnTo>
                  <a:cubicBezTo>
                    <a:pt x="1" y="6818"/>
                    <a:pt x="76" y="6517"/>
                    <a:pt x="276" y="6392"/>
                  </a:cubicBezTo>
                  <a:lnTo>
                    <a:pt x="11179" y="101"/>
                  </a:lnTo>
                  <a:cubicBezTo>
                    <a:pt x="11379" y="1"/>
                    <a:pt x="11605" y="101"/>
                    <a:pt x="11680" y="352"/>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6" name="Google Shape;394;p51"/>
            <p:cNvSpPr/>
            <p:nvPr/>
          </p:nvSpPr>
          <p:spPr>
            <a:xfrm>
              <a:off x="7169760" y="2249640"/>
              <a:ext cx="399960" cy="419760"/>
            </a:xfrm>
            <a:custGeom>
              <a:avLst/>
              <a:gdLst>
                <a:gd name="textAreaLeft" fmla="*/ 0 w 399960"/>
                <a:gd name="textAreaRight" fmla="*/ 400320 w 399960"/>
                <a:gd name="textAreaTop" fmla="*/ 0 h 419760"/>
                <a:gd name="textAreaBottom" fmla="*/ 420120 h 419760"/>
              </a:gdLst>
              <a:ahLst/>
              <a:cxnLst/>
              <a:rect l="textAreaLeft" t="textAreaTop" r="textAreaRight" b="textAreaBottom"/>
              <a:pathLst>
                <a:path w="13108" h="13760">
                  <a:moveTo>
                    <a:pt x="13108" y="7594"/>
                  </a:moveTo>
                  <a:lnTo>
                    <a:pt x="2456" y="13760"/>
                  </a:lnTo>
                  <a:lnTo>
                    <a:pt x="0" y="6216"/>
                  </a:lnTo>
                  <a:lnTo>
                    <a:pt x="10777" y="0"/>
                  </a:lnTo>
                  <a:close/>
                </a:path>
              </a:pathLst>
            </a:custGeom>
            <a:solidFill>
              <a:srgbClr val="bee1f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7" name="Google Shape;395;p51"/>
            <p:cNvSpPr/>
            <p:nvPr/>
          </p:nvSpPr>
          <p:spPr>
            <a:xfrm>
              <a:off x="7235640" y="2493000"/>
              <a:ext cx="559080" cy="322560"/>
            </a:xfrm>
            <a:custGeom>
              <a:avLst/>
              <a:gdLst>
                <a:gd name="textAreaLeft" fmla="*/ 0 w 559080"/>
                <a:gd name="textAreaRight" fmla="*/ 559440 w 559080"/>
                <a:gd name="textAreaTop" fmla="*/ 0 h 322560"/>
                <a:gd name="textAreaBottom" fmla="*/ 322920 h 322560"/>
              </a:gdLst>
              <a:ahLst/>
              <a:cxnLst/>
              <a:rect l="textAreaLeft" t="textAreaTop" r="textAreaRight" b="textAreaBottom"/>
              <a:pathLst>
                <a:path w="18322" h="10577">
                  <a:moveTo>
                    <a:pt x="18071" y="4236"/>
                  </a:moveTo>
                  <a:lnTo>
                    <a:pt x="7369" y="10426"/>
                  </a:lnTo>
                  <a:cubicBezTo>
                    <a:pt x="7143" y="10552"/>
                    <a:pt x="6792" y="10577"/>
                    <a:pt x="6592" y="10451"/>
                  </a:cubicBezTo>
                  <a:lnTo>
                    <a:pt x="0" y="6642"/>
                  </a:lnTo>
                  <a:lnTo>
                    <a:pt x="11554" y="0"/>
                  </a:lnTo>
                  <a:lnTo>
                    <a:pt x="18146" y="3785"/>
                  </a:lnTo>
                  <a:cubicBezTo>
                    <a:pt x="18321" y="3910"/>
                    <a:pt x="18296" y="4111"/>
                    <a:pt x="18071" y="4236"/>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8" name="Google Shape;396;p51"/>
            <p:cNvSpPr/>
            <p:nvPr/>
          </p:nvSpPr>
          <p:spPr>
            <a:xfrm>
              <a:off x="7235640" y="2493000"/>
              <a:ext cx="559080" cy="322560"/>
            </a:xfrm>
            <a:custGeom>
              <a:avLst/>
              <a:gdLst>
                <a:gd name="textAreaLeft" fmla="*/ 0 w 559080"/>
                <a:gd name="textAreaRight" fmla="*/ 559440 w 559080"/>
                <a:gd name="textAreaTop" fmla="*/ 0 h 322560"/>
                <a:gd name="textAreaBottom" fmla="*/ 322920 h 322560"/>
              </a:gdLst>
              <a:ahLst/>
              <a:cxnLst/>
              <a:rect l="textAreaLeft" t="textAreaTop" r="textAreaRight" b="textAreaBottom"/>
              <a:pathLst>
                <a:path w="18322" h="10577">
                  <a:moveTo>
                    <a:pt x="18071" y="4236"/>
                  </a:moveTo>
                  <a:lnTo>
                    <a:pt x="7369" y="10426"/>
                  </a:lnTo>
                  <a:cubicBezTo>
                    <a:pt x="7143" y="10552"/>
                    <a:pt x="6792" y="10577"/>
                    <a:pt x="6592" y="10451"/>
                  </a:cubicBezTo>
                  <a:lnTo>
                    <a:pt x="0" y="6642"/>
                  </a:lnTo>
                  <a:lnTo>
                    <a:pt x="11554" y="0"/>
                  </a:lnTo>
                  <a:lnTo>
                    <a:pt x="18146" y="3785"/>
                  </a:lnTo>
                  <a:cubicBezTo>
                    <a:pt x="18321" y="3910"/>
                    <a:pt x="18296" y="4111"/>
                    <a:pt x="18071" y="4236"/>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9" name="Google Shape;397;p51"/>
            <p:cNvSpPr/>
            <p:nvPr/>
          </p:nvSpPr>
          <p:spPr>
            <a:xfrm>
              <a:off x="7271280" y="2512800"/>
              <a:ext cx="413640" cy="239040"/>
            </a:xfrm>
            <a:custGeom>
              <a:avLst/>
              <a:gdLst>
                <a:gd name="textAreaLeft" fmla="*/ 0 w 413640"/>
                <a:gd name="textAreaRight" fmla="*/ 414000 w 413640"/>
                <a:gd name="textAreaTop" fmla="*/ 0 h 239040"/>
                <a:gd name="textAreaBottom" fmla="*/ 239400 h 239040"/>
              </a:gdLst>
              <a:ahLst/>
              <a:cxnLst/>
              <a:rect l="textAreaLeft" t="textAreaTop" r="textAreaRight" b="textAreaBottom"/>
              <a:pathLst>
                <a:path w="13560" h="7846">
                  <a:moveTo>
                    <a:pt x="13559" y="1805"/>
                  </a:moveTo>
                  <a:lnTo>
                    <a:pt x="3108" y="7846"/>
                  </a:lnTo>
                  <a:lnTo>
                    <a:pt x="0" y="6041"/>
                  </a:lnTo>
                  <a:lnTo>
                    <a:pt x="10452" y="1"/>
                  </a:lnTo>
                  <a:close/>
                </a:path>
              </a:pathLst>
            </a:custGeom>
            <a:solidFill>
              <a:srgbClr val="112b4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0" name="Google Shape;398;p51"/>
            <p:cNvSpPr/>
            <p:nvPr/>
          </p:nvSpPr>
          <p:spPr>
            <a:xfrm>
              <a:off x="7510320" y="2651400"/>
              <a:ext cx="135000" cy="77760"/>
            </a:xfrm>
            <a:custGeom>
              <a:avLst/>
              <a:gdLst>
                <a:gd name="textAreaLeft" fmla="*/ 0 w 135000"/>
                <a:gd name="textAreaRight" fmla="*/ 135360 w 135000"/>
                <a:gd name="textAreaTop" fmla="*/ 0 h 77760"/>
                <a:gd name="textAreaBottom" fmla="*/ 78120 h 77760"/>
              </a:gdLst>
              <a:ahLst/>
              <a:cxnLst/>
              <a:rect l="textAreaLeft" t="textAreaTop" r="textAreaRight" b="textAreaBottom"/>
              <a:pathLst>
                <a:path w="4438" h="2557">
                  <a:moveTo>
                    <a:pt x="4287" y="1028"/>
                  </a:moveTo>
                  <a:lnTo>
                    <a:pt x="1805" y="2456"/>
                  </a:lnTo>
                  <a:cubicBezTo>
                    <a:pt x="1655" y="2532"/>
                    <a:pt x="1430" y="2557"/>
                    <a:pt x="1329" y="2481"/>
                  </a:cubicBezTo>
                  <a:lnTo>
                    <a:pt x="126" y="1805"/>
                  </a:lnTo>
                  <a:cubicBezTo>
                    <a:pt x="1" y="1730"/>
                    <a:pt x="26" y="1604"/>
                    <a:pt x="151" y="1529"/>
                  </a:cubicBezTo>
                  <a:lnTo>
                    <a:pt x="2658" y="75"/>
                  </a:lnTo>
                  <a:cubicBezTo>
                    <a:pt x="2783" y="0"/>
                    <a:pt x="3008" y="0"/>
                    <a:pt x="3134" y="50"/>
                  </a:cubicBezTo>
                  <a:lnTo>
                    <a:pt x="4312" y="752"/>
                  </a:lnTo>
                  <a:cubicBezTo>
                    <a:pt x="4437" y="827"/>
                    <a:pt x="4437" y="953"/>
                    <a:pt x="4287" y="1028"/>
                  </a:cubicBezTo>
                  <a:close/>
                </a:path>
              </a:pathLst>
            </a:custGeom>
            <a:solidFill>
              <a:srgbClr val="3c3c6d"/>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1" name="Google Shape;399;p51"/>
            <p:cNvSpPr/>
            <p:nvPr/>
          </p:nvSpPr>
          <p:spPr>
            <a:xfrm>
              <a:off x="5414400" y="2887200"/>
              <a:ext cx="383760" cy="414360"/>
            </a:xfrm>
            <a:custGeom>
              <a:avLst/>
              <a:gdLst>
                <a:gd name="textAreaLeft" fmla="*/ 0 w 383760"/>
                <a:gd name="textAreaRight" fmla="*/ 384120 w 383760"/>
                <a:gd name="textAreaTop" fmla="*/ 0 h 414360"/>
                <a:gd name="textAreaBottom" fmla="*/ 414720 h 414360"/>
              </a:gdLst>
              <a:ahLst/>
              <a:cxnLst/>
              <a:rect l="textAreaLeft" t="textAreaTop" r="textAreaRight" b="textAreaBottom"/>
              <a:pathLst>
                <a:path w="12583" h="13588">
                  <a:moveTo>
                    <a:pt x="5239" y="1"/>
                  </a:moveTo>
                  <a:cubicBezTo>
                    <a:pt x="5239" y="1"/>
                    <a:pt x="277" y="9249"/>
                    <a:pt x="1" y="9775"/>
                  </a:cubicBezTo>
                  <a:cubicBezTo>
                    <a:pt x="1" y="9775"/>
                    <a:pt x="7094" y="13334"/>
                    <a:pt x="7695" y="13585"/>
                  </a:cubicBezTo>
                  <a:cubicBezTo>
                    <a:pt x="7701" y="13587"/>
                    <a:pt x="7707" y="13588"/>
                    <a:pt x="7713" y="13588"/>
                  </a:cubicBezTo>
                  <a:cubicBezTo>
                    <a:pt x="8356" y="13588"/>
                    <a:pt x="12582" y="2407"/>
                    <a:pt x="12582" y="2407"/>
                  </a:cubicBezTo>
                  <a:lnTo>
                    <a:pt x="5239" y="1"/>
                  </a:ln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2" name="Google Shape;400;p51"/>
            <p:cNvSpPr/>
            <p:nvPr/>
          </p:nvSpPr>
          <p:spPr>
            <a:xfrm>
              <a:off x="5888160" y="2446560"/>
              <a:ext cx="518400" cy="173520"/>
            </a:xfrm>
            <a:custGeom>
              <a:avLst/>
              <a:gdLst>
                <a:gd name="textAreaLeft" fmla="*/ 0 w 518400"/>
                <a:gd name="textAreaRight" fmla="*/ 518760 w 518400"/>
                <a:gd name="textAreaTop" fmla="*/ 0 h 173520"/>
                <a:gd name="textAreaBottom" fmla="*/ 173880 h 173520"/>
              </a:gdLst>
              <a:ahLst/>
              <a:cxnLst/>
              <a:rect l="textAreaLeft" t="textAreaTop" r="textAreaRight" b="textAreaBottom"/>
              <a:pathLst>
                <a:path w="16994" h="5690">
                  <a:moveTo>
                    <a:pt x="6016" y="0"/>
                  </a:moveTo>
                  <a:lnTo>
                    <a:pt x="1" y="4587"/>
                  </a:lnTo>
                  <a:lnTo>
                    <a:pt x="10703" y="5690"/>
                  </a:lnTo>
                  <a:lnTo>
                    <a:pt x="16993" y="953"/>
                  </a:lnTo>
                  <a:lnTo>
                    <a:pt x="6016" y="0"/>
                  </a:lnTo>
                  <a:close/>
                </a:path>
              </a:pathLst>
            </a:custGeom>
            <a:solidFill>
              <a:schemeClr val="lt2"/>
            </a:solidFill>
            <a:ln w="0">
              <a:noFill/>
            </a:ln>
          </p:spPr>
          <p:style>
            <a:lnRef idx="0"/>
            <a:fillRef idx="0"/>
            <a:effectRef idx="0"/>
            <a:fontRef idx="minor"/>
          </p:style>
          <p:txBody>
            <a:bodyPr tIns="86760" bIns="86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3" name="Google Shape;401;p51"/>
            <p:cNvSpPr/>
            <p:nvPr/>
          </p:nvSpPr>
          <p:spPr>
            <a:xfrm>
              <a:off x="5717520" y="3037320"/>
              <a:ext cx="395280" cy="227880"/>
            </a:xfrm>
            <a:custGeom>
              <a:avLst/>
              <a:gdLst>
                <a:gd name="textAreaLeft" fmla="*/ 0 w 395280"/>
                <a:gd name="textAreaRight" fmla="*/ 395640 w 395280"/>
                <a:gd name="textAreaTop" fmla="*/ 0 h 227880"/>
                <a:gd name="textAreaBottom" fmla="*/ 228240 h 227880"/>
              </a:gdLst>
              <a:ahLst/>
              <a:cxnLst/>
              <a:rect l="textAreaLeft" t="textAreaTop" r="textAreaRight" b="textAreaBottom"/>
              <a:pathLst>
                <a:path w="12959" h="7471">
                  <a:moveTo>
                    <a:pt x="7434" y="0"/>
                  </a:moveTo>
                  <a:cubicBezTo>
                    <a:pt x="7280" y="0"/>
                    <a:pt x="7118" y="37"/>
                    <a:pt x="6993" y="120"/>
                  </a:cubicBezTo>
                  <a:lnTo>
                    <a:pt x="176" y="4055"/>
                  </a:lnTo>
                  <a:cubicBezTo>
                    <a:pt x="151" y="4055"/>
                    <a:pt x="126" y="4080"/>
                    <a:pt x="76" y="4105"/>
                  </a:cubicBezTo>
                  <a:lnTo>
                    <a:pt x="1" y="4130"/>
                  </a:lnTo>
                  <a:lnTo>
                    <a:pt x="1" y="4306"/>
                  </a:lnTo>
                  <a:cubicBezTo>
                    <a:pt x="1" y="4381"/>
                    <a:pt x="51" y="4431"/>
                    <a:pt x="126" y="4481"/>
                  </a:cubicBezTo>
                  <a:lnTo>
                    <a:pt x="5164" y="7388"/>
                  </a:lnTo>
                  <a:cubicBezTo>
                    <a:pt x="5254" y="7445"/>
                    <a:pt x="5375" y="7471"/>
                    <a:pt x="5501" y="7471"/>
                  </a:cubicBezTo>
                  <a:cubicBezTo>
                    <a:pt x="5655" y="7471"/>
                    <a:pt x="5817" y="7432"/>
                    <a:pt x="5941" y="7363"/>
                  </a:cubicBezTo>
                  <a:lnTo>
                    <a:pt x="12758" y="3428"/>
                  </a:lnTo>
                  <a:cubicBezTo>
                    <a:pt x="12883" y="3353"/>
                    <a:pt x="12933" y="3278"/>
                    <a:pt x="12958" y="3178"/>
                  </a:cubicBezTo>
                  <a:lnTo>
                    <a:pt x="12958" y="3002"/>
                  </a:lnTo>
                  <a:lnTo>
                    <a:pt x="12858" y="3027"/>
                  </a:lnTo>
                  <a:cubicBezTo>
                    <a:pt x="12858" y="3002"/>
                    <a:pt x="12833" y="3002"/>
                    <a:pt x="12808" y="2977"/>
                  </a:cubicBezTo>
                  <a:lnTo>
                    <a:pt x="7770" y="70"/>
                  </a:lnTo>
                  <a:cubicBezTo>
                    <a:pt x="7680" y="25"/>
                    <a:pt x="7560" y="0"/>
                    <a:pt x="7434" y="0"/>
                  </a:cubicBezTo>
                  <a:close/>
                </a:path>
              </a:pathLst>
            </a:custGeom>
            <a:solidFill>
              <a:srgbClr val="a5b7c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4" name="Google Shape;402;p51"/>
            <p:cNvSpPr/>
            <p:nvPr/>
          </p:nvSpPr>
          <p:spPr>
            <a:xfrm>
              <a:off x="5715000" y="3032280"/>
              <a:ext cx="399240" cy="227880"/>
            </a:xfrm>
            <a:custGeom>
              <a:avLst/>
              <a:gdLst>
                <a:gd name="textAreaLeft" fmla="*/ 0 w 399240"/>
                <a:gd name="textAreaRight" fmla="*/ 399600 w 399240"/>
                <a:gd name="textAreaTop" fmla="*/ 0 h 227880"/>
                <a:gd name="textAreaBottom" fmla="*/ 228240 h 227880"/>
              </a:gdLst>
              <a:ahLst/>
              <a:cxnLst/>
              <a:rect l="textAreaLeft" t="textAreaTop" r="textAreaRight" b="textAreaBottom"/>
              <a:pathLst>
                <a:path w="13084" h="7474">
                  <a:moveTo>
                    <a:pt x="7508" y="0"/>
                  </a:moveTo>
                  <a:cubicBezTo>
                    <a:pt x="7354" y="0"/>
                    <a:pt x="7192" y="39"/>
                    <a:pt x="7068" y="108"/>
                  </a:cubicBezTo>
                  <a:lnTo>
                    <a:pt x="251" y="4043"/>
                  </a:lnTo>
                  <a:cubicBezTo>
                    <a:pt x="26" y="4168"/>
                    <a:pt x="1" y="4368"/>
                    <a:pt x="201" y="4494"/>
                  </a:cubicBezTo>
                  <a:lnTo>
                    <a:pt x="5239" y="7401"/>
                  </a:lnTo>
                  <a:cubicBezTo>
                    <a:pt x="5333" y="7448"/>
                    <a:pt x="5462" y="7473"/>
                    <a:pt x="5594" y="7473"/>
                  </a:cubicBezTo>
                  <a:cubicBezTo>
                    <a:pt x="5743" y="7473"/>
                    <a:pt x="5897" y="7442"/>
                    <a:pt x="6016" y="7376"/>
                  </a:cubicBezTo>
                  <a:lnTo>
                    <a:pt x="12833" y="3441"/>
                  </a:lnTo>
                  <a:cubicBezTo>
                    <a:pt x="13058" y="3291"/>
                    <a:pt x="13083" y="3090"/>
                    <a:pt x="12883" y="2990"/>
                  </a:cubicBezTo>
                  <a:lnTo>
                    <a:pt x="7845" y="83"/>
                  </a:lnTo>
                  <a:cubicBezTo>
                    <a:pt x="7755" y="26"/>
                    <a:pt x="7634" y="0"/>
                    <a:pt x="7508" y="0"/>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5" name="Google Shape;403;p51"/>
            <p:cNvSpPr/>
            <p:nvPr/>
          </p:nvSpPr>
          <p:spPr>
            <a:xfrm>
              <a:off x="5738760" y="3041640"/>
              <a:ext cx="357840" cy="206280"/>
            </a:xfrm>
            <a:custGeom>
              <a:avLst/>
              <a:gdLst>
                <a:gd name="textAreaLeft" fmla="*/ 0 w 357840"/>
                <a:gd name="textAreaRight" fmla="*/ 358200 w 357840"/>
                <a:gd name="textAreaTop" fmla="*/ 0 h 206280"/>
                <a:gd name="textAreaBottom" fmla="*/ 206640 h 206280"/>
              </a:gdLst>
              <a:ahLst/>
              <a:cxnLst/>
              <a:rect l="textAreaLeft" t="textAreaTop" r="textAreaRight" b="textAreaBottom"/>
              <a:pathLst>
                <a:path w="11730" h="6768">
                  <a:moveTo>
                    <a:pt x="6742" y="0"/>
                  </a:moveTo>
                  <a:lnTo>
                    <a:pt x="1" y="3885"/>
                  </a:lnTo>
                  <a:lnTo>
                    <a:pt x="4963" y="6767"/>
                  </a:lnTo>
                  <a:lnTo>
                    <a:pt x="11730" y="2857"/>
                  </a:lnTo>
                  <a:lnTo>
                    <a:pt x="6742" y="0"/>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6" name="Google Shape;404;p51"/>
            <p:cNvSpPr/>
            <p:nvPr/>
          </p:nvSpPr>
          <p:spPr>
            <a:xfrm>
              <a:off x="5659920" y="1911600"/>
              <a:ext cx="546840" cy="523080"/>
            </a:xfrm>
            <a:custGeom>
              <a:avLst/>
              <a:gdLst>
                <a:gd name="textAreaLeft" fmla="*/ 0 w 546840"/>
                <a:gd name="textAreaRight" fmla="*/ 547200 w 546840"/>
                <a:gd name="textAreaTop" fmla="*/ 0 h 523080"/>
                <a:gd name="textAreaBottom" fmla="*/ 523440 h 523080"/>
              </a:gdLst>
              <a:ahLst/>
              <a:cxnLst/>
              <a:rect l="textAreaLeft" t="textAreaTop" r="textAreaRight" b="textAreaBottom"/>
              <a:pathLst>
                <a:path w="17921" h="17144">
                  <a:moveTo>
                    <a:pt x="3810" y="878"/>
                  </a:moveTo>
                  <a:cubicBezTo>
                    <a:pt x="6692" y="2156"/>
                    <a:pt x="6040" y="9800"/>
                    <a:pt x="8221" y="11730"/>
                  </a:cubicBezTo>
                  <a:cubicBezTo>
                    <a:pt x="9449" y="12808"/>
                    <a:pt x="15564" y="14211"/>
                    <a:pt x="17243" y="14236"/>
                  </a:cubicBezTo>
                  <a:cubicBezTo>
                    <a:pt x="17920" y="15615"/>
                    <a:pt x="16742" y="17143"/>
                    <a:pt x="16742" y="17143"/>
                  </a:cubicBezTo>
                  <a:cubicBezTo>
                    <a:pt x="6341" y="16291"/>
                    <a:pt x="5589" y="16041"/>
                    <a:pt x="3208" y="11830"/>
                  </a:cubicBezTo>
                  <a:cubicBezTo>
                    <a:pt x="1328" y="8547"/>
                    <a:pt x="0" y="0"/>
                    <a:pt x="3810" y="878"/>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7" name="Google Shape;405;p51"/>
            <p:cNvSpPr/>
            <p:nvPr/>
          </p:nvSpPr>
          <p:spPr>
            <a:xfrm>
              <a:off x="6147360" y="2353680"/>
              <a:ext cx="236880" cy="103320"/>
            </a:xfrm>
            <a:custGeom>
              <a:avLst/>
              <a:gdLst>
                <a:gd name="textAreaLeft" fmla="*/ 0 w 236880"/>
                <a:gd name="textAreaRight" fmla="*/ 237240 w 236880"/>
                <a:gd name="textAreaTop" fmla="*/ 0 h 103320"/>
                <a:gd name="textAreaBottom" fmla="*/ 103680 h 103320"/>
              </a:gdLst>
              <a:ahLst/>
              <a:cxnLst/>
              <a:rect l="textAreaLeft" t="textAreaTop" r="textAreaRight" b="textAreaBottom"/>
              <a:pathLst>
                <a:path w="7770" h="3400">
                  <a:moveTo>
                    <a:pt x="3514" y="0"/>
                  </a:moveTo>
                  <a:cubicBezTo>
                    <a:pt x="2502" y="0"/>
                    <a:pt x="953" y="180"/>
                    <a:pt x="953" y="180"/>
                  </a:cubicBezTo>
                  <a:cubicBezTo>
                    <a:pt x="301" y="531"/>
                    <a:pt x="0" y="1133"/>
                    <a:pt x="226" y="2135"/>
                  </a:cubicBezTo>
                  <a:cubicBezTo>
                    <a:pt x="226" y="2135"/>
                    <a:pt x="1604" y="2361"/>
                    <a:pt x="2983" y="2837"/>
                  </a:cubicBezTo>
                  <a:cubicBezTo>
                    <a:pt x="3912" y="3158"/>
                    <a:pt x="4443" y="3400"/>
                    <a:pt x="4767" y="3400"/>
                  </a:cubicBezTo>
                  <a:cubicBezTo>
                    <a:pt x="4923" y="3400"/>
                    <a:pt x="5031" y="3343"/>
                    <a:pt x="5113" y="3213"/>
                  </a:cubicBezTo>
                  <a:cubicBezTo>
                    <a:pt x="5389" y="2762"/>
                    <a:pt x="3434" y="2260"/>
                    <a:pt x="3434" y="2060"/>
                  </a:cubicBezTo>
                  <a:cubicBezTo>
                    <a:pt x="3434" y="2005"/>
                    <a:pt x="3491" y="1982"/>
                    <a:pt x="3583" y="1982"/>
                  </a:cubicBezTo>
                  <a:cubicBezTo>
                    <a:pt x="3825" y="1982"/>
                    <a:pt x="4310" y="2140"/>
                    <a:pt x="4637" y="2286"/>
                  </a:cubicBezTo>
                  <a:cubicBezTo>
                    <a:pt x="5031" y="2471"/>
                    <a:pt x="6367" y="2870"/>
                    <a:pt x="6784" y="2870"/>
                  </a:cubicBezTo>
                  <a:cubicBezTo>
                    <a:pt x="6818" y="2870"/>
                    <a:pt x="6846" y="2868"/>
                    <a:pt x="6867" y="2862"/>
                  </a:cubicBezTo>
                  <a:cubicBezTo>
                    <a:pt x="7770" y="2661"/>
                    <a:pt x="6692" y="1734"/>
                    <a:pt x="6366" y="1408"/>
                  </a:cubicBezTo>
                  <a:cubicBezTo>
                    <a:pt x="6015" y="1057"/>
                    <a:pt x="4812" y="331"/>
                    <a:pt x="4286" y="80"/>
                  </a:cubicBezTo>
                  <a:cubicBezTo>
                    <a:pt x="4151" y="22"/>
                    <a:pt x="3864" y="0"/>
                    <a:pt x="3514" y="0"/>
                  </a:cubicBezTo>
                  <a:close/>
                </a:path>
              </a:pathLst>
            </a:custGeom>
            <a:solidFill>
              <a:srgbClr val="9e8980"/>
            </a:solidFill>
            <a:ln w="0">
              <a:noFill/>
            </a:ln>
          </p:spPr>
          <p:style>
            <a:lnRef idx="0"/>
            <a:fillRef idx="0"/>
            <a:effectRef idx="0"/>
            <a:fontRef idx="minor"/>
          </p:style>
          <p:txBody>
            <a:bodyPr tIns="51840" bIns="51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8" name="Google Shape;406;p51"/>
            <p:cNvSpPr/>
            <p:nvPr/>
          </p:nvSpPr>
          <p:spPr>
            <a:xfrm>
              <a:off x="5976720" y="2406960"/>
              <a:ext cx="72360" cy="88560"/>
            </a:xfrm>
            <a:custGeom>
              <a:avLst/>
              <a:gdLst>
                <a:gd name="textAreaLeft" fmla="*/ 0 w 72360"/>
                <a:gd name="textAreaRight" fmla="*/ 72720 w 72360"/>
                <a:gd name="textAreaTop" fmla="*/ 0 h 88560"/>
                <a:gd name="textAreaBottom" fmla="*/ 88920 h 88560"/>
              </a:gdLst>
              <a:ahLst/>
              <a:cxnLst/>
              <a:rect l="textAreaLeft" t="textAreaTop" r="textAreaRight" b="textAreaBottom"/>
              <a:pathLst>
                <a:path w="2382" h="2913">
                  <a:moveTo>
                    <a:pt x="2194" y="0"/>
                  </a:moveTo>
                  <a:cubicBezTo>
                    <a:pt x="2146" y="0"/>
                    <a:pt x="2097" y="19"/>
                    <a:pt x="2055" y="60"/>
                  </a:cubicBezTo>
                  <a:lnTo>
                    <a:pt x="50" y="2642"/>
                  </a:lnTo>
                  <a:cubicBezTo>
                    <a:pt x="0" y="2717"/>
                    <a:pt x="0" y="2817"/>
                    <a:pt x="75" y="2867"/>
                  </a:cubicBezTo>
                  <a:cubicBezTo>
                    <a:pt x="107" y="2899"/>
                    <a:pt x="143" y="2913"/>
                    <a:pt x="179" y="2913"/>
                  </a:cubicBezTo>
                  <a:cubicBezTo>
                    <a:pt x="230" y="2913"/>
                    <a:pt x="282" y="2886"/>
                    <a:pt x="326" y="2842"/>
                  </a:cubicBezTo>
                  <a:lnTo>
                    <a:pt x="2331" y="286"/>
                  </a:lnTo>
                  <a:cubicBezTo>
                    <a:pt x="2381" y="211"/>
                    <a:pt x="2381" y="110"/>
                    <a:pt x="2306" y="35"/>
                  </a:cubicBezTo>
                  <a:cubicBezTo>
                    <a:pt x="2272" y="13"/>
                    <a:pt x="2233" y="0"/>
                    <a:pt x="2194" y="0"/>
                  </a:cubicBezTo>
                  <a:close/>
                </a:path>
              </a:pathLst>
            </a:custGeom>
            <a:solidFill>
              <a:srgbClr val="3c3c6d"/>
            </a:solidFill>
            <a:ln w="0">
              <a:noFill/>
            </a:ln>
          </p:spPr>
          <p:style>
            <a:lnRef idx="0"/>
            <a:fillRef idx="0"/>
            <a:effectRef idx="0"/>
            <a:fontRef idx="minor"/>
          </p:style>
          <p:txBody>
            <a:bodyPr tIns="44280" bIns="44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9" name="Google Shape;407;p51"/>
            <p:cNvSpPr/>
            <p:nvPr/>
          </p:nvSpPr>
          <p:spPr>
            <a:xfrm>
              <a:off x="5924880" y="2448720"/>
              <a:ext cx="73080" cy="30960"/>
            </a:xfrm>
            <a:custGeom>
              <a:avLst/>
              <a:gdLst>
                <a:gd name="textAreaLeft" fmla="*/ 0 w 73080"/>
                <a:gd name="textAreaRight" fmla="*/ 73440 w 73080"/>
                <a:gd name="textAreaTop" fmla="*/ 0 h 30960"/>
                <a:gd name="textAreaBottom" fmla="*/ 31320 h 30960"/>
              </a:gdLst>
              <a:ahLst/>
              <a:cxnLst/>
              <a:rect l="textAreaLeft" t="textAreaTop" r="textAreaRight" b="textAreaBottom"/>
              <a:pathLst>
                <a:path w="2407" h="1029">
                  <a:moveTo>
                    <a:pt x="1" y="1"/>
                  </a:moveTo>
                  <a:cubicBezTo>
                    <a:pt x="903" y="452"/>
                    <a:pt x="2407" y="176"/>
                    <a:pt x="2407" y="351"/>
                  </a:cubicBezTo>
                  <a:cubicBezTo>
                    <a:pt x="2407" y="502"/>
                    <a:pt x="2106" y="1028"/>
                    <a:pt x="1480" y="1028"/>
                  </a:cubicBezTo>
                  <a:cubicBezTo>
                    <a:pt x="853" y="1028"/>
                    <a:pt x="1" y="1"/>
                    <a:pt x="1" y="1"/>
                  </a:cubicBezTo>
                  <a:close/>
                </a:path>
              </a:pathLst>
            </a:custGeom>
            <a:solidFill>
              <a:srgbClr val="9e8980"/>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0" name="Google Shape;408;p51"/>
            <p:cNvSpPr/>
            <p:nvPr/>
          </p:nvSpPr>
          <p:spPr>
            <a:xfrm>
              <a:off x="5848920" y="2432520"/>
              <a:ext cx="199440" cy="132840"/>
            </a:xfrm>
            <a:custGeom>
              <a:avLst/>
              <a:gdLst>
                <a:gd name="textAreaLeft" fmla="*/ 0 w 199440"/>
                <a:gd name="textAreaRight" fmla="*/ 199800 w 199440"/>
                <a:gd name="textAreaTop" fmla="*/ 0 h 132840"/>
                <a:gd name="textAreaBottom" fmla="*/ 133200 h 132840"/>
              </a:gdLst>
              <a:ahLst/>
              <a:cxnLst/>
              <a:rect l="textAreaLeft" t="textAreaTop" r="textAreaRight" b="textAreaBottom"/>
              <a:pathLst>
                <a:path w="6543" h="4362">
                  <a:moveTo>
                    <a:pt x="1" y="1905"/>
                  </a:moveTo>
                  <a:cubicBezTo>
                    <a:pt x="527" y="1329"/>
                    <a:pt x="1855" y="0"/>
                    <a:pt x="2908" y="702"/>
                  </a:cubicBezTo>
                  <a:cubicBezTo>
                    <a:pt x="3961" y="1379"/>
                    <a:pt x="4662" y="1379"/>
                    <a:pt x="4988" y="1504"/>
                  </a:cubicBezTo>
                  <a:cubicBezTo>
                    <a:pt x="5339" y="978"/>
                    <a:pt x="5865" y="1379"/>
                    <a:pt x="6216" y="2131"/>
                  </a:cubicBezTo>
                  <a:cubicBezTo>
                    <a:pt x="6542" y="2882"/>
                    <a:pt x="4311" y="3785"/>
                    <a:pt x="3961" y="4085"/>
                  </a:cubicBezTo>
                  <a:cubicBezTo>
                    <a:pt x="3610" y="4361"/>
                    <a:pt x="1" y="3785"/>
                    <a:pt x="1" y="3785"/>
                  </a:cubicBezTo>
                  <a:close/>
                </a:path>
              </a:pathLst>
            </a:custGeom>
            <a:solidFill>
              <a:srgbClr val="9e8980"/>
            </a:solidFill>
            <a:ln w="0">
              <a:noFill/>
            </a:ln>
          </p:spPr>
          <p:style>
            <a:lnRef idx="0"/>
            <a:fillRef idx="0"/>
            <a:effectRef idx="0"/>
            <a:fontRef idx="minor"/>
          </p:style>
          <p:txBody>
            <a:bodyPr tIns="66600" bIns="66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1" name="Google Shape;409;p51"/>
            <p:cNvSpPr/>
            <p:nvPr/>
          </p:nvSpPr>
          <p:spPr>
            <a:xfrm>
              <a:off x="5317200" y="2050200"/>
              <a:ext cx="559080" cy="549000"/>
            </a:xfrm>
            <a:custGeom>
              <a:avLst/>
              <a:gdLst>
                <a:gd name="textAreaLeft" fmla="*/ 0 w 559080"/>
                <a:gd name="textAreaRight" fmla="*/ 559440 w 559080"/>
                <a:gd name="textAreaTop" fmla="*/ 0 h 549000"/>
                <a:gd name="textAreaBottom" fmla="*/ 549360 h 549000"/>
              </a:gdLst>
              <a:ahLst/>
              <a:cxnLst/>
              <a:rect l="textAreaLeft" t="textAreaTop" r="textAreaRight" b="textAreaBottom"/>
              <a:pathLst>
                <a:path w="18322" h="17996">
                  <a:moveTo>
                    <a:pt x="3836" y="953"/>
                  </a:moveTo>
                  <a:cubicBezTo>
                    <a:pt x="6693" y="2357"/>
                    <a:pt x="7570" y="11204"/>
                    <a:pt x="9750" y="13309"/>
                  </a:cubicBezTo>
                  <a:cubicBezTo>
                    <a:pt x="10978" y="14487"/>
                    <a:pt x="15966" y="13535"/>
                    <a:pt x="17645" y="13585"/>
                  </a:cubicBezTo>
                  <a:cubicBezTo>
                    <a:pt x="18322" y="15064"/>
                    <a:pt x="17420" y="16868"/>
                    <a:pt x="17420" y="16868"/>
                  </a:cubicBezTo>
                  <a:cubicBezTo>
                    <a:pt x="7871" y="17996"/>
                    <a:pt x="5440" y="17745"/>
                    <a:pt x="3034" y="13159"/>
                  </a:cubicBezTo>
                  <a:cubicBezTo>
                    <a:pt x="1154" y="9575"/>
                    <a:pt x="1" y="1"/>
                    <a:pt x="3836" y="953"/>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2" name="Google Shape;410;p51"/>
            <p:cNvSpPr/>
            <p:nvPr/>
          </p:nvSpPr>
          <p:spPr>
            <a:xfrm>
              <a:off x="7698240" y="1320840"/>
              <a:ext cx="195480" cy="181800"/>
            </a:xfrm>
            <a:custGeom>
              <a:avLst/>
              <a:gdLst>
                <a:gd name="textAreaLeft" fmla="*/ 0 w 195480"/>
                <a:gd name="textAreaRight" fmla="*/ 195840 w 195480"/>
                <a:gd name="textAreaTop" fmla="*/ 0 h 181800"/>
                <a:gd name="textAreaBottom" fmla="*/ 182160 h 181800"/>
              </a:gdLst>
              <a:ahLst/>
              <a:cxnLst/>
              <a:rect l="textAreaLeft" t="textAreaTop" r="textAreaRight" b="textAreaBottom"/>
              <a:pathLst>
                <a:path w="6417" h="5965">
                  <a:moveTo>
                    <a:pt x="6141" y="3008"/>
                  </a:moveTo>
                  <a:cubicBezTo>
                    <a:pt x="5865" y="2080"/>
                    <a:pt x="5339" y="1203"/>
                    <a:pt x="4537" y="677"/>
                  </a:cubicBezTo>
                  <a:cubicBezTo>
                    <a:pt x="4311" y="551"/>
                    <a:pt x="4086" y="426"/>
                    <a:pt x="3860" y="326"/>
                  </a:cubicBezTo>
                  <a:cubicBezTo>
                    <a:pt x="3735" y="301"/>
                    <a:pt x="3635" y="251"/>
                    <a:pt x="3509" y="251"/>
                  </a:cubicBezTo>
                  <a:cubicBezTo>
                    <a:pt x="3434" y="251"/>
                    <a:pt x="3234" y="201"/>
                    <a:pt x="3158" y="251"/>
                  </a:cubicBezTo>
                  <a:cubicBezTo>
                    <a:pt x="3133" y="301"/>
                    <a:pt x="3133" y="376"/>
                    <a:pt x="3158" y="451"/>
                  </a:cubicBezTo>
                  <a:cubicBezTo>
                    <a:pt x="3259" y="652"/>
                    <a:pt x="3484" y="802"/>
                    <a:pt x="3710" y="902"/>
                  </a:cubicBezTo>
                  <a:cubicBezTo>
                    <a:pt x="4061" y="1128"/>
                    <a:pt x="4186" y="1429"/>
                    <a:pt x="4311" y="1779"/>
                  </a:cubicBezTo>
                  <a:cubicBezTo>
                    <a:pt x="3960" y="1429"/>
                    <a:pt x="3660" y="1053"/>
                    <a:pt x="3234" y="777"/>
                  </a:cubicBezTo>
                  <a:cubicBezTo>
                    <a:pt x="2807" y="501"/>
                    <a:pt x="2356" y="326"/>
                    <a:pt x="1905" y="150"/>
                  </a:cubicBezTo>
                  <a:cubicBezTo>
                    <a:pt x="1705" y="75"/>
                    <a:pt x="1479" y="0"/>
                    <a:pt x="1279" y="25"/>
                  </a:cubicBezTo>
                  <a:cubicBezTo>
                    <a:pt x="1028" y="75"/>
                    <a:pt x="928" y="276"/>
                    <a:pt x="1078" y="476"/>
                  </a:cubicBezTo>
                  <a:cubicBezTo>
                    <a:pt x="1228" y="652"/>
                    <a:pt x="1479" y="702"/>
                    <a:pt x="1655" y="827"/>
                  </a:cubicBezTo>
                  <a:cubicBezTo>
                    <a:pt x="1930" y="952"/>
                    <a:pt x="2156" y="1128"/>
                    <a:pt x="2381" y="1328"/>
                  </a:cubicBezTo>
                  <a:cubicBezTo>
                    <a:pt x="2482" y="1429"/>
                    <a:pt x="2582" y="1529"/>
                    <a:pt x="2657" y="1629"/>
                  </a:cubicBezTo>
                  <a:cubicBezTo>
                    <a:pt x="2732" y="1729"/>
                    <a:pt x="2782" y="1880"/>
                    <a:pt x="2883" y="1930"/>
                  </a:cubicBezTo>
                  <a:cubicBezTo>
                    <a:pt x="2632" y="1830"/>
                    <a:pt x="2381" y="1704"/>
                    <a:pt x="2131" y="1554"/>
                  </a:cubicBezTo>
                  <a:cubicBezTo>
                    <a:pt x="1905" y="1429"/>
                    <a:pt x="1680" y="1378"/>
                    <a:pt x="1454" y="1253"/>
                  </a:cubicBezTo>
                  <a:cubicBezTo>
                    <a:pt x="1254" y="1178"/>
                    <a:pt x="1078" y="1028"/>
                    <a:pt x="878" y="927"/>
                  </a:cubicBezTo>
                  <a:cubicBezTo>
                    <a:pt x="777" y="852"/>
                    <a:pt x="652" y="802"/>
                    <a:pt x="552" y="877"/>
                  </a:cubicBezTo>
                  <a:cubicBezTo>
                    <a:pt x="477" y="902"/>
                    <a:pt x="452" y="1003"/>
                    <a:pt x="452" y="1078"/>
                  </a:cubicBezTo>
                  <a:cubicBezTo>
                    <a:pt x="452" y="1178"/>
                    <a:pt x="477" y="1253"/>
                    <a:pt x="527" y="1328"/>
                  </a:cubicBezTo>
                  <a:cubicBezTo>
                    <a:pt x="652" y="1504"/>
                    <a:pt x="802" y="1679"/>
                    <a:pt x="1003" y="1779"/>
                  </a:cubicBezTo>
                  <a:cubicBezTo>
                    <a:pt x="1178" y="1855"/>
                    <a:pt x="1304" y="1980"/>
                    <a:pt x="1454" y="2105"/>
                  </a:cubicBezTo>
                  <a:cubicBezTo>
                    <a:pt x="1655" y="2231"/>
                    <a:pt x="1855" y="2381"/>
                    <a:pt x="2056" y="2531"/>
                  </a:cubicBezTo>
                  <a:cubicBezTo>
                    <a:pt x="2156" y="2607"/>
                    <a:pt x="2231" y="2682"/>
                    <a:pt x="2331" y="2782"/>
                  </a:cubicBezTo>
                  <a:cubicBezTo>
                    <a:pt x="2406" y="2832"/>
                    <a:pt x="2482" y="2982"/>
                    <a:pt x="2582" y="3033"/>
                  </a:cubicBezTo>
                  <a:cubicBezTo>
                    <a:pt x="2181" y="2807"/>
                    <a:pt x="1780" y="2581"/>
                    <a:pt x="1404" y="2331"/>
                  </a:cubicBezTo>
                  <a:cubicBezTo>
                    <a:pt x="1279" y="2231"/>
                    <a:pt x="1103" y="2155"/>
                    <a:pt x="1003" y="2030"/>
                  </a:cubicBezTo>
                  <a:cubicBezTo>
                    <a:pt x="853" y="1880"/>
                    <a:pt x="677" y="1779"/>
                    <a:pt x="452" y="1754"/>
                  </a:cubicBezTo>
                  <a:cubicBezTo>
                    <a:pt x="426" y="1754"/>
                    <a:pt x="351" y="1729"/>
                    <a:pt x="326" y="1754"/>
                  </a:cubicBezTo>
                  <a:cubicBezTo>
                    <a:pt x="251" y="1805"/>
                    <a:pt x="251" y="1880"/>
                    <a:pt x="251" y="1930"/>
                  </a:cubicBezTo>
                  <a:cubicBezTo>
                    <a:pt x="276" y="2005"/>
                    <a:pt x="301" y="2055"/>
                    <a:pt x="351" y="2105"/>
                  </a:cubicBezTo>
                  <a:cubicBezTo>
                    <a:pt x="577" y="2431"/>
                    <a:pt x="827" y="2707"/>
                    <a:pt x="1103" y="2982"/>
                  </a:cubicBezTo>
                  <a:cubicBezTo>
                    <a:pt x="1379" y="3208"/>
                    <a:pt x="1730" y="3534"/>
                    <a:pt x="2056" y="3609"/>
                  </a:cubicBezTo>
                  <a:cubicBezTo>
                    <a:pt x="1579" y="3509"/>
                    <a:pt x="1153" y="3308"/>
                    <a:pt x="802" y="2982"/>
                  </a:cubicBezTo>
                  <a:cubicBezTo>
                    <a:pt x="627" y="2832"/>
                    <a:pt x="452" y="2657"/>
                    <a:pt x="201" y="2632"/>
                  </a:cubicBezTo>
                  <a:cubicBezTo>
                    <a:pt x="151" y="2632"/>
                    <a:pt x="51" y="2632"/>
                    <a:pt x="25" y="2707"/>
                  </a:cubicBezTo>
                  <a:cubicBezTo>
                    <a:pt x="0" y="2757"/>
                    <a:pt x="25" y="2832"/>
                    <a:pt x="51" y="2907"/>
                  </a:cubicBezTo>
                  <a:cubicBezTo>
                    <a:pt x="301" y="3333"/>
                    <a:pt x="677" y="3835"/>
                    <a:pt x="1153" y="4035"/>
                  </a:cubicBezTo>
                  <a:cubicBezTo>
                    <a:pt x="1379" y="4160"/>
                    <a:pt x="1604" y="4361"/>
                    <a:pt x="1855" y="4486"/>
                  </a:cubicBezTo>
                  <a:cubicBezTo>
                    <a:pt x="2106" y="4662"/>
                    <a:pt x="2381" y="4787"/>
                    <a:pt x="2632" y="4962"/>
                  </a:cubicBezTo>
                  <a:cubicBezTo>
                    <a:pt x="3234" y="5313"/>
                    <a:pt x="3985" y="5689"/>
                    <a:pt x="4662" y="5890"/>
                  </a:cubicBezTo>
                  <a:cubicBezTo>
                    <a:pt x="4863" y="5940"/>
                    <a:pt x="5063" y="5965"/>
                    <a:pt x="5264" y="5965"/>
                  </a:cubicBezTo>
                  <a:cubicBezTo>
                    <a:pt x="5489" y="5965"/>
                    <a:pt x="5614" y="5915"/>
                    <a:pt x="5765" y="5764"/>
                  </a:cubicBezTo>
                  <a:cubicBezTo>
                    <a:pt x="6041" y="5539"/>
                    <a:pt x="6241" y="5188"/>
                    <a:pt x="6316" y="4837"/>
                  </a:cubicBezTo>
                  <a:cubicBezTo>
                    <a:pt x="6416" y="4386"/>
                    <a:pt x="6366" y="3960"/>
                    <a:pt x="6291" y="3509"/>
                  </a:cubicBezTo>
                  <a:cubicBezTo>
                    <a:pt x="6241" y="3358"/>
                    <a:pt x="6216" y="3183"/>
                    <a:pt x="6141" y="3008"/>
                  </a:cubicBezTo>
                  <a:close/>
                </a:path>
              </a:pathLst>
            </a:custGeom>
            <a:solidFill>
              <a:srgbClr val="9e8980"/>
            </a:solidFill>
            <a:ln w="0">
              <a:noFill/>
            </a:ln>
          </p:spPr>
          <p:style>
            <a:lnRef idx="0"/>
            <a:fillRef idx="0"/>
            <a:effectRef idx="0"/>
            <a:fontRef idx="minor"/>
          </p:style>
          <p:txBody>
            <a:bodyPr tIns="91080" bIns="91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3" name="Google Shape;411;p51"/>
            <p:cNvSpPr/>
            <p:nvPr/>
          </p:nvSpPr>
          <p:spPr>
            <a:xfrm>
              <a:off x="7547760" y="1296360"/>
              <a:ext cx="146520" cy="198720"/>
            </a:xfrm>
            <a:custGeom>
              <a:avLst/>
              <a:gdLst>
                <a:gd name="textAreaLeft" fmla="*/ 0 w 146520"/>
                <a:gd name="textAreaRight" fmla="*/ 146880 w 146520"/>
                <a:gd name="textAreaTop" fmla="*/ 0 h 198720"/>
                <a:gd name="textAreaBottom" fmla="*/ 199080 h 198720"/>
              </a:gdLst>
              <a:ahLst/>
              <a:cxnLst/>
              <a:rect l="textAreaLeft" t="textAreaTop" r="textAreaRight" b="textAreaBottom"/>
              <a:pathLst>
                <a:path w="4813" h="6517">
                  <a:moveTo>
                    <a:pt x="4737" y="4185"/>
                  </a:moveTo>
                  <a:cubicBezTo>
                    <a:pt x="4536" y="3033"/>
                    <a:pt x="4261" y="1679"/>
                    <a:pt x="3559" y="727"/>
                  </a:cubicBezTo>
                  <a:cubicBezTo>
                    <a:pt x="3509" y="702"/>
                    <a:pt x="3484" y="652"/>
                    <a:pt x="3434" y="652"/>
                  </a:cubicBezTo>
                  <a:cubicBezTo>
                    <a:pt x="3333" y="602"/>
                    <a:pt x="3233" y="752"/>
                    <a:pt x="3233" y="877"/>
                  </a:cubicBezTo>
                  <a:cubicBezTo>
                    <a:pt x="3183" y="1203"/>
                    <a:pt x="3333" y="1529"/>
                    <a:pt x="3459" y="1855"/>
                  </a:cubicBezTo>
                  <a:cubicBezTo>
                    <a:pt x="3559" y="2206"/>
                    <a:pt x="3559" y="2607"/>
                    <a:pt x="3509" y="3008"/>
                  </a:cubicBezTo>
                  <a:cubicBezTo>
                    <a:pt x="3484" y="2982"/>
                    <a:pt x="3459" y="2957"/>
                    <a:pt x="3434" y="2907"/>
                  </a:cubicBezTo>
                  <a:cubicBezTo>
                    <a:pt x="2857" y="2155"/>
                    <a:pt x="2556" y="1103"/>
                    <a:pt x="2180" y="226"/>
                  </a:cubicBezTo>
                  <a:cubicBezTo>
                    <a:pt x="2130" y="125"/>
                    <a:pt x="2080" y="0"/>
                    <a:pt x="1955" y="0"/>
                  </a:cubicBezTo>
                  <a:cubicBezTo>
                    <a:pt x="1805" y="0"/>
                    <a:pt x="1729" y="201"/>
                    <a:pt x="1729" y="351"/>
                  </a:cubicBezTo>
                  <a:cubicBezTo>
                    <a:pt x="1754" y="1053"/>
                    <a:pt x="1880" y="1679"/>
                    <a:pt x="2206" y="2331"/>
                  </a:cubicBezTo>
                  <a:cubicBezTo>
                    <a:pt x="1880" y="1855"/>
                    <a:pt x="1629" y="1353"/>
                    <a:pt x="1429" y="827"/>
                  </a:cubicBezTo>
                  <a:cubicBezTo>
                    <a:pt x="1378" y="702"/>
                    <a:pt x="1303" y="551"/>
                    <a:pt x="1153" y="551"/>
                  </a:cubicBezTo>
                  <a:cubicBezTo>
                    <a:pt x="602" y="501"/>
                    <a:pt x="1303" y="2657"/>
                    <a:pt x="1404" y="2932"/>
                  </a:cubicBezTo>
                  <a:cubicBezTo>
                    <a:pt x="1128" y="2531"/>
                    <a:pt x="927" y="2055"/>
                    <a:pt x="827" y="1579"/>
                  </a:cubicBezTo>
                  <a:cubicBezTo>
                    <a:pt x="802" y="1479"/>
                    <a:pt x="777" y="1404"/>
                    <a:pt x="727" y="1303"/>
                  </a:cubicBezTo>
                  <a:cubicBezTo>
                    <a:pt x="677" y="1228"/>
                    <a:pt x="526" y="1128"/>
                    <a:pt x="426" y="1228"/>
                  </a:cubicBezTo>
                  <a:cubicBezTo>
                    <a:pt x="376" y="1303"/>
                    <a:pt x="351" y="1529"/>
                    <a:pt x="351" y="1629"/>
                  </a:cubicBezTo>
                  <a:cubicBezTo>
                    <a:pt x="301" y="1955"/>
                    <a:pt x="401" y="2281"/>
                    <a:pt x="501" y="2556"/>
                  </a:cubicBezTo>
                  <a:cubicBezTo>
                    <a:pt x="677" y="2982"/>
                    <a:pt x="927" y="3383"/>
                    <a:pt x="1053" y="3810"/>
                  </a:cubicBezTo>
                  <a:lnTo>
                    <a:pt x="326" y="2907"/>
                  </a:lnTo>
                  <a:cubicBezTo>
                    <a:pt x="276" y="2857"/>
                    <a:pt x="201" y="2782"/>
                    <a:pt x="125" y="2807"/>
                  </a:cubicBezTo>
                  <a:cubicBezTo>
                    <a:pt x="25" y="2807"/>
                    <a:pt x="0" y="2957"/>
                    <a:pt x="25" y="3058"/>
                  </a:cubicBezTo>
                  <a:cubicBezTo>
                    <a:pt x="251" y="3734"/>
                    <a:pt x="602" y="4386"/>
                    <a:pt x="1103" y="4937"/>
                  </a:cubicBezTo>
                  <a:cubicBezTo>
                    <a:pt x="1328" y="5213"/>
                    <a:pt x="1629" y="5414"/>
                    <a:pt x="1855" y="5689"/>
                  </a:cubicBezTo>
                  <a:cubicBezTo>
                    <a:pt x="2080" y="5940"/>
                    <a:pt x="2381" y="6165"/>
                    <a:pt x="2707" y="6291"/>
                  </a:cubicBezTo>
                  <a:cubicBezTo>
                    <a:pt x="3058" y="6441"/>
                    <a:pt x="3434" y="6516"/>
                    <a:pt x="3810" y="6491"/>
                  </a:cubicBezTo>
                  <a:cubicBezTo>
                    <a:pt x="4085" y="6466"/>
                    <a:pt x="4261" y="6391"/>
                    <a:pt x="4436" y="6165"/>
                  </a:cubicBezTo>
                  <a:cubicBezTo>
                    <a:pt x="4561" y="5990"/>
                    <a:pt x="4712" y="5739"/>
                    <a:pt x="4762" y="5489"/>
                  </a:cubicBezTo>
                  <a:cubicBezTo>
                    <a:pt x="4812" y="5063"/>
                    <a:pt x="4812" y="4637"/>
                    <a:pt x="4737" y="4185"/>
                  </a:cubicBez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4" name="Google Shape;412;p51"/>
            <p:cNvSpPr/>
            <p:nvPr/>
          </p:nvSpPr>
          <p:spPr>
            <a:xfrm>
              <a:off x="7854480" y="1064520"/>
              <a:ext cx="329400" cy="572040"/>
            </a:xfrm>
            <a:custGeom>
              <a:avLst/>
              <a:gdLst>
                <a:gd name="textAreaLeft" fmla="*/ 0 w 329400"/>
                <a:gd name="textAreaRight" fmla="*/ 329760 w 329400"/>
                <a:gd name="textAreaTop" fmla="*/ 0 h 572040"/>
                <a:gd name="textAreaBottom" fmla="*/ 572400 h 572040"/>
              </a:gdLst>
              <a:ahLst/>
              <a:cxnLst/>
              <a:rect l="textAreaLeft" t="textAreaTop" r="textAreaRight" b="textAreaBottom"/>
              <a:pathLst>
                <a:path w="10803" h="18748">
                  <a:moveTo>
                    <a:pt x="1253" y="11179"/>
                  </a:moveTo>
                  <a:lnTo>
                    <a:pt x="5990" y="12808"/>
                  </a:lnTo>
                  <a:cubicBezTo>
                    <a:pt x="5514" y="6592"/>
                    <a:pt x="6617" y="1"/>
                    <a:pt x="9198" y="2357"/>
                  </a:cubicBezTo>
                  <a:cubicBezTo>
                    <a:pt x="10702" y="3735"/>
                    <a:pt x="10802" y="15314"/>
                    <a:pt x="9649" y="17044"/>
                  </a:cubicBezTo>
                  <a:cubicBezTo>
                    <a:pt x="8496" y="18748"/>
                    <a:pt x="3559" y="16292"/>
                    <a:pt x="100" y="14562"/>
                  </a:cubicBezTo>
                  <a:cubicBezTo>
                    <a:pt x="0" y="13059"/>
                    <a:pt x="1253" y="11179"/>
                    <a:pt x="1253" y="11179"/>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5" name="Google Shape;413;p51"/>
            <p:cNvSpPr/>
            <p:nvPr/>
          </p:nvSpPr>
          <p:spPr>
            <a:xfrm>
              <a:off x="5243760" y="2459520"/>
              <a:ext cx="319680" cy="352440"/>
            </a:xfrm>
            <a:custGeom>
              <a:avLst/>
              <a:gdLst>
                <a:gd name="textAreaLeft" fmla="*/ 0 w 319680"/>
                <a:gd name="textAreaRight" fmla="*/ 320040 w 319680"/>
                <a:gd name="textAreaTop" fmla="*/ 0 h 352440"/>
                <a:gd name="textAreaBottom" fmla="*/ 352800 h 352440"/>
              </a:gdLst>
              <a:ahLst/>
              <a:cxnLst/>
              <a:rect l="textAreaLeft" t="textAreaTop" r="textAreaRight" b="textAreaBottom"/>
              <a:pathLst>
                <a:path w="10478" h="11555">
                  <a:moveTo>
                    <a:pt x="2557" y="226"/>
                  </a:moveTo>
                  <a:cubicBezTo>
                    <a:pt x="3735" y="51"/>
                    <a:pt x="5339" y="0"/>
                    <a:pt x="6467" y="351"/>
                  </a:cubicBezTo>
                  <a:cubicBezTo>
                    <a:pt x="8372" y="903"/>
                    <a:pt x="9425" y="2131"/>
                    <a:pt x="9876" y="3935"/>
                  </a:cubicBezTo>
                  <a:cubicBezTo>
                    <a:pt x="10352" y="5765"/>
                    <a:pt x="10477" y="8797"/>
                    <a:pt x="9425" y="10502"/>
                  </a:cubicBezTo>
                  <a:cubicBezTo>
                    <a:pt x="8773" y="11554"/>
                    <a:pt x="7319" y="11354"/>
                    <a:pt x="6292" y="11078"/>
                  </a:cubicBezTo>
                  <a:cubicBezTo>
                    <a:pt x="5039" y="10752"/>
                    <a:pt x="3384" y="10201"/>
                    <a:pt x="2357" y="9424"/>
                  </a:cubicBezTo>
                  <a:cubicBezTo>
                    <a:pt x="928" y="8346"/>
                    <a:pt x="151" y="5965"/>
                    <a:pt x="76" y="4261"/>
                  </a:cubicBezTo>
                  <a:cubicBezTo>
                    <a:pt x="1" y="2782"/>
                    <a:pt x="753" y="527"/>
                    <a:pt x="2557" y="226"/>
                  </a:cubicBez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6" name="Google Shape;414;p51"/>
            <p:cNvSpPr/>
            <p:nvPr/>
          </p:nvSpPr>
          <p:spPr>
            <a:xfrm>
              <a:off x="5241600" y="2408040"/>
              <a:ext cx="319680" cy="369360"/>
            </a:xfrm>
            <a:custGeom>
              <a:avLst/>
              <a:gdLst>
                <a:gd name="textAreaLeft" fmla="*/ 0 w 319680"/>
                <a:gd name="textAreaRight" fmla="*/ 320040 w 319680"/>
                <a:gd name="textAreaTop" fmla="*/ 0 h 369360"/>
                <a:gd name="textAreaBottom" fmla="*/ 369720 h 369360"/>
              </a:gdLst>
              <a:ahLst/>
              <a:cxnLst/>
              <a:rect l="textAreaLeft" t="textAreaTop" r="textAreaRight" b="textAreaBottom"/>
              <a:pathLst>
                <a:path w="10478" h="12106">
                  <a:moveTo>
                    <a:pt x="1154" y="2256"/>
                  </a:moveTo>
                  <a:cubicBezTo>
                    <a:pt x="1" y="3008"/>
                    <a:pt x="76" y="4737"/>
                    <a:pt x="151" y="5940"/>
                  </a:cubicBezTo>
                  <a:cubicBezTo>
                    <a:pt x="226" y="7644"/>
                    <a:pt x="1003" y="10025"/>
                    <a:pt x="2432" y="11103"/>
                  </a:cubicBezTo>
                  <a:cubicBezTo>
                    <a:pt x="3209" y="11705"/>
                    <a:pt x="3259" y="11780"/>
                    <a:pt x="4312" y="12106"/>
                  </a:cubicBezTo>
                  <a:cubicBezTo>
                    <a:pt x="4412" y="12055"/>
                    <a:pt x="4662" y="11905"/>
                    <a:pt x="4938" y="11705"/>
                  </a:cubicBezTo>
                  <a:cubicBezTo>
                    <a:pt x="5515" y="11253"/>
                    <a:pt x="5815" y="10502"/>
                    <a:pt x="5590" y="9800"/>
                  </a:cubicBezTo>
                  <a:cubicBezTo>
                    <a:pt x="5364" y="9098"/>
                    <a:pt x="5364" y="8271"/>
                    <a:pt x="5740" y="8070"/>
                  </a:cubicBezTo>
                  <a:cubicBezTo>
                    <a:pt x="6392" y="7720"/>
                    <a:pt x="6818" y="8948"/>
                    <a:pt x="6818" y="8948"/>
                  </a:cubicBezTo>
                  <a:cubicBezTo>
                    <a:pt x="7169" y="8822"/>
                    <a:pt x="7745" y="8396"/>
                    <a:pt x="7444" y="7644"/>
                  </a:cubicBezTo>
                  <a:cubicBezTo>
                    <a:pt x="7119" y="6918"/>
                    <a:pt x="7444" y="6141"/>
                    <a:pt x="7444" y="6141"/>
                  </a:cubicBezTo>
                  <a:cubicBezTo>
                    <a:pt x="8572" y="6166"/>
                    <a:pt x="9099" y="4612"/>
                    <a:pt x="9449" y="4411"/>
                  </a:cubicBezTo>
                  <a:cubicBezTo>
                    <a:pt x="10226" y="3985"/>
                    <a:pt x="10477" y="3810"/>
                    <a:pt x="10352" y="3083"/>
                  </a:cubicBezTo>
                  <a:cubicBezTo>
                    <a:pt x="10277" y="2607"/>
                    <a:pt x="10076" y="2131"/>
                    <a:pt x="9725" y="1805"/>
                  </a:cubicBezTo>
                  <a:cubicBezTo>
                    <a:pt x="9324" y="1429"/>
                    <a:pt x="7971" y="928"/>
                    <a:pt x="7444" y="802"/>
                  </a:cubicBezTo>
                  <a:cubicBezTo>
                    <a:pt x="4287" y="0"/>
                    <a:pt x="1855" y="577"/>
                    <a:pt x="1154" y="2256"/>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7" name="Google Shape;415;p51"/>
            <p:cNvSpPr/>
            <p:nvPr/>
          </p:nvSpPr>
          <p:spPr>
            <a:xfrm>
              <a:off x="5024880" y="2735640"/>
              <a:ext cx="637200" cy="892440"/>
            </a:xfrm>
            <a:custGeom>
              <a:avLst/>
              <a:gdLst>
                <a:gd name="textAreaLeft" fmla="*/ 0 w 637200"/>
                <a:gd name="textAreaRight" fmla="*/ 637560 w 637200"/>
                <a:gd name="textAreaTop" fmla="*/ 0 h 892440"/>
                <a:gd name="textAreaBottom" fmla="*/ 892800 h 892440"/>
              </a:gdLst>
              <a:ahLst/>
              <a:cxnLst/>
              <a:rect l="textAreaLeft" t="textAreaTop" r="textAreaRight" b="textAreaBottom"/>
              <a:pathLst>
                <a:path w="20878" h="29249">
                  <a:moveTo>
                    <a:pt x="15263" y="2907"/>
                  </a:moveTo>
                  <a:cubicBezTo>
                    <a:pt x="12431" y="1855"/>
                    <a:pt x="9148" y="0"/>
                    <a:pt x="4586" y="3659"/>
                  </a:cubicBezTo>
                  <a:cubicBezTo>
                    <a:pt x="0" y="7318"/>
                    <a:pt x="1253" y="22181"/>
                    <a:pt x="2381" y="25564"/>
                  </a:cubicBezTo>
                  <a:cubicBezTo>
                    <a:pt x="3509" y="28973"/>
                    <a:pt x="11103" y="29248"/>
                    <a:pt x="13384" y="28948"/>
                  </a:cubicBezTo>
                  <a:cubicBezTo>
                    <a:pt x="15639" y="28647"/>
                    <a:pt x="13409" y="24737"/>
                    <a:pt x="14160" y="22131"/>
                  </a:cubicBezTo>
                  <a:cubicBezTo>
                    <a:pt x="14912" y="19549"/>
                    <a:pt x="20877" y="4988"/>
                    <a:pt x="15263" y="2907"/>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8" name="Google Shape;416;p51"/>
            <p:cNvSpPr/>
            <p:nvPr/>
          </p:nvSpPr>
          <p:spPr>
            <a:xfrm>
              <a:off x="5370840" y="2775600"/>
              <a:ext cx="452520" cy="610200"/>
            </a:xfrm>
            <a:custGeom>
              <a:avLst/>
              <a:gdLst>
                <a:gd name="textAreaLeft" fmla="*/ 0 w 452520"/>
                <a:gd name="textAreaRight" fmla="*/ 452880 w 452520"/>
                <a:gd name="textAreaTop" fmla="*/ 0 h 610200"/>
                <a:gd name="textAreaBottom" fmla="*/ 610560 h 610200"/>
              </a:gdLst>
              <a:ahLst/>
              <a:cxnLst/>
              <a:rect l="textAreaLeft" t="textAreaTop" r="textAreaRight" b="textAreaBottom"/>
              <a:pathLst>
                <a:path w="14838" h="20001">
                  <a:moveTo>
                    <a:pt x="5439" y="2206"/>
                  </a:moveTo>
                  <a:cubicBezTo>
                    <a:pt x="6617" y="2933"/>
                    <a:pt x="9725" y="11980"/>
                    <a:pt x="9725" y="11980"/>
                  </a:cubicBezTo>
                  <a:lnTo>
                    <a:pt x="10828" y="4888"/>
                  </a:lnTo>
                  <a:cubicBezTo>
                    <a:pt x="10828" y="4888"/>
                    <a:pt x="13359" y="3685"/>
                    <a:pt x="14838" y="5289"/>
                  </a:cubicBezTo>
                  <a:cubicBezTo>
                    <a:pt x="13835" y="12156"/>
                    <a:pt x="13284" y="19198"/>
                    <a:pt x="10828" y="19599"/>
                  </a:cubicBezTo>
                  <a:cubicBezTo>
                    <a:pt x="8396" y="20000"/>
                    <a:pt x="4361" y="13484"/>
                    <a:pt x="2181" y="10301"/>
                  </a:cubicBezTo>
                  <a:cubicBezTo>
                    <a:pt x="0" y="7118"/>
                    <a:pt x="1805" y="0"/>
                    <a:pt x="5439" y="2206"/>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9" name="Google Shape;417;p51"/>
            <p:cNvSpPr/>
            <p:nvPr/>
          </p:nvSpPr>
          <p:spPr>
            <a:xfrm>
              <a:off x="5763960" y="2736360"/>
              <a:ext cx="88560" cy="67680"/>
            </a:xfrm>
            <a:custGeom>
              <a:avLst/>
              <a:gdLst>
                <a:gd name="textAreaLeft" fmla="*/ 0 w 88560"/>
                <a:gd name="textAreaRight" fmla="*/ 88920 w 88560"/>
                <a:gd name="textAreaTop" fmla="*/ 0 h 67680"/>
                <a:gd name="textAreaBottom" fmla="*/ 68040 h 67680"/>
              </a:gdLst>
              <a:ahLst/>
              <a:cxnLst/>
              <a:rect l="textAreaLeft" t="textAreaTop" r="textAreaRight" b="textAreaBottom"/>
              <a:pathLst>
                <a:path w="2908" h="2231">
                  <a:moveTo>
                    <a:pt x="2908" y="0"/>
                  </a:moveTo>
                  <a:lnTo>
                    <a:pt x="2306" y="176"/>
                  </a:lnTo>
                  <a:lnTo>
                    <a:pt x="1" y="1905"/>
                  </a:lnTo>
                  <a:lnTo>
                    <a:pt x="176" y="2231"/>
                  </a:lnTo>
                  <a:lnTo>
                    <a:pt x="2632" y="401"/>
                  </a:lnTo>
                  <a:lnTo>
                    <a:pt x="2908" y="0"/>
                  </a:lnTo>
                  <a:close/>
                </a:path>
              </a:pathLst>
            </a:custGeom>
            <a:solidFill>
              <a:srgbClr val="3c3c6d"/>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0" name="Google Shape;418;p51"/>
            <p:cNvSpPr/>
            <p:nvPr/>
          </p:nvSpPr>
          <p:spPr>
            <a:xfrm>
              <a:off x="5690520" y="2761560"/>
              <a:ext cx="163440" cy="207000"/>
            </a:xfrm>
            <a:custGeom>
              <a:avLst/>
              <a:gdLst>
                <a:gd name="textAreaLeft" fmla="*/ 0 w 163440"/>
                <a:gd name="textAreaRight" fmla="*/ 163800 w 163440"/>
                <a:gd name="textAreaTop" fmla="*/ 0 h 207000"/>
                <a:gd name="textAreaBottom" fmla="*/ 207360 h 207000"/>
              </a:gdLst>
              <a:ahLst/>
              <a:cxnLst/>
              <a:rect l="textAreaLeft" t="textAreaTop" r="textAreaRight" b="textAreaBottom"/>
              <a:pathLst>
                <a:path w="5365" h="6793">
                  <a:moveTo>
                    <a:pt x="878" y="5740"/>
                  </a:moveTo>
                  <a:cubicBezTo>
                    <a:pt x="878" y="5539"/>
                    <a:pt x="1" y="3359"/>
                    <a:pt x="352" y="2557"/>
                  </a:cubicBezTo>
                  <a:cubicBezTo>
                    <a:pt x="702" y="1755"/>
                    <a:pt x="1154" y="1228"/>
                    <a:pt x="1154" y="1228"/>
                  </a:cubicBezTo>
                  <a:cubicBezTo>
                    <a:pt x="1529" y="0"/>
                    <a:pt x="2582" y="126"/>
                    <a:pt x="3384" y="928"/>
                  </a:cubicBezTo>
                  <a:cubicBezTo>
                    <a:pt x="4211" y="1755"/>
                    <a:pt x="5364" y="3760"/>
                    <a:pt x="3885" y="5439"/>
                  </a:cubicBezTo>
                  <a:cubicBezTo>
                    <a:pt x="2306" y="6792"/>
                    <a:pt x="878" y="5740"/>
                    <a:pt x="878" y="5740"/>
                  </a:cubicBez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1" name="Google Shape;419;p51"/>
            <p:cNvSpPr/>
            <p:nvPr/>
          </p:nvSpPr>
          <p:spPr>
            <a:xfrm>
              <a:off x="4730400" y="3002040"/>
              <a:ext cx="505440" cy="969840"/>
            </a:xfrm>
            <a:custGeom>
              <a:avLst/>
              <a:gdLst>
                <a:gd name="textAreaLeft" fmla="*/ 0 w 505440"/>
                <a:gd name="textAreaRight" fmla="*/ 505800 w 505440"/>
                <a:gd name="textAreaTop" fmla="*/ 0 h 969840"/>
                <a:gd name="textAreaBottom" fmla="*/ 970200 h 969840"/>
              </a:gdLst>
              <a:ahLst/>
              <a:cxnLst/>
              <a:rect l="textAreaLeft" t="textAreaTop" r="textAreaRight" b="textAreaBottom"/>
              <a:pathLst>
                <a:path w="16568" h="31781">
                  <a:moveTo>
                    <a:pt x="3084" y="1"/>
                  </a:moveTo>
                  <a:cubicBezTo>
                    <a:pt x="3084" y="1"/>
                    <a:pt x="3084" y="26"/>
                    <a:pt x="3084" y="101"/>
                  </a:cubicBezTo>
                  <a:cubicBezTo>
                    <a:pt x="2181" y="26"/>
                    <a:pt x="1179" y="803"/>
                    <a:pt x="753" y="1856"/>
                  </a:cubicBezTo>
                  <a:cubicBezTo>
                    <a:pt x="1" y="3785"/>
                    <a:pt x="1003" y="24688"/>
                    <a:pt x="2808" y="24237"/>
                  </a:cubicBezTo>
                  <a:cubicBezTo>
                    <a:pt x="3359" y="24838"/>
                    <a:pt x="15841" y="31781"/>
                    <a:pt x="15841" y="31781"/>
                  </a:cubicBezTo>
                  <a:lnTo>
                    <a:pt x="16567" y="7745"/>
                  </a:lnTo>
                  <a:cubicBezTo>
                    <a:pt x="16567" y="7745"/>
                    <a:pt x="7745" y="126"/>
                    <a:pt x="3084" y="1"/>
                  </a:cubicBezTo>
                  <a:close/>
                </a:path>
              </a:pathLst>
            </a:custGeom>
            <a:solidFill>
              <a:srgbClr val="46467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2" name="Google Shape;420;p51"/>
            <p:cNvSpPr/>
            <p:nvPr/>
          </p:nvSpPr>
          <p:spPr>
            <a:xfrm>
              <a:off x="5128920" y="3201480"/>
              <a:ext cx="230040" cy="784080"/>
            </a:xfrm>
            <a:custGeom>
              <a:avLst/>
              <a:gdLst>
                <a:gd name="textAreaLeft" fmla="*/ 0 w 230040"/>
                <a:gd name="textAreaRight" fmla="*/ 230400 w 230040"/>
                <a:gd name="textAreaTop" fmla="*/ 0 h 784080"/>
                <a:gd name="textAreaBottom" fmla="*/ 784440 h 784080"/>
              </a:gdLst>
              <a:ahLst/>
              <a:cxnLst/>
              <a:rect l="textAreaLeft" t="textAreaTop" r="textAreaRight" b="textAreaBottom"/>
              <a:pathLst>
                <a:path w="7545" h="25690">
                  <a:moveTo>
                    <a:pt x="2783" y="25239"/>
                  </a:moveTo>
                  <a:cubicBezTo>
                    <a:pt x="1003" y="25690"/>
                    <a:pt x="1" y="4787"/>
                    <a:pt x="752" y="2858"/>
                  </a:cubicBezTo>
                  <a:cubicBezTo>
                    <a:pt x="1479" y="928"/>
                    <a:pt x="4186" y="0"/>
                    <a:pt x="4662" y="3158"/>
                  </a:cubicBezTo>
                  <a:cubicBezTo>
                    <a:pt x="5113" y="6316"/>
                    <a:pt x="7544" y="24061"/>
                    <a:pt x="2783" y="25239"/>
                  </a:cubicBez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3" name="Google Shape;421;p51"/>
            <p:cNvSpPr/>
            <p:nvPr/>
          </p:nvSpPr>
          <p:spPr>
            <a:xfrm>
              <a:off x="6715080" y="2067840"/>
              <a:ext cx="73080" cy="30960"/>
            </a:xfrm>
            <a:custGeom>
              <a:avLst/>
              <a:gdLst>
                <a:gd name="textAreaLeft" fmla="*/ 0 w 73080"/>
                <a:gd name="textAreaRight" fmla="*/ 73440 w 73080"/>
                <a:gd name="textAreaTop" fmla="*/ 0 h 30960"/>
                <a:gd name="textAreaBottom" fmla="*/ 31320 h 30960"/>
              </a:gdLst>
              <a:ahLst/>
              <a:cxnLst/>
              <a:rect l="textAreaLeft" t="textAreaTop" r="textAreaRight" b="textAreaBottom"/>
              <a:pathLst>
                <a:path w="2407" h="1028">
                  <a:moveTo>
                    <a:pt x="1" y="0"/>
                  </a:moveTo>
                  <a:cubicBezTo>
                    <a:pt x="903" y="451"/>
                    <a:pt x="2407" y="176"/>
                    <a:pt x="2407" y="351"/>
                  </a:cubicBezTo>
                  <a:cubicBezTo>
                    <a:pt x="2407" y="527"/>
                    <a:pt x="2106" y="1028"/>
                    <a:pt x="1479" y="1028"/>
                  </a:cubicBezTo>
                  <a:cubicBezTo>
                    <a:pt x="853" y="1028"/>
                    <a:pt x="1" y="0"/>
                    <a:pt x="1" y="0"/>
                  </a:cubicBezTo>
                  <a:close/>
                </a:path>
              </a:pathLst>
            </a:custGeom>
            <a:solidFill>
              <a:schemeClr val="accent6"/>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4" name="Google Shape;422;p51"/>
            <p:cNvSpPr/>
            <p:nvPr/>
          </p:nvSpPr>
          <p:spPr>
            <a:xfrm>
              <a:off x="6639480" y="2051640"/>
              <a:ext cx="199440" cy="132840"/>
            </a:xfrm>
            <a:custGeom>
              <a:avLst/>
              <a:gdLst>
                <a:gd name="textAreaLeft" fmla="*/ 0 w 199440"/>
                <a:gd name="textAreaRight" fmla="*/ 199800 w 199440"/>
                <a:gd name="textAreaTop" fmla="*/ 0 h 132840"/>
                <a:gd name="textAreaBottom" fmla="*/ 133200 h 132840"/>
              </a:gdLst>
              <a:ahLst/>
              <a:cxnLst/>
              <a:rect l="textAreaLeft" t="textAreaTop" r="textAreaRight" b="textAreaBottom"/>
              <a:pathLst>
                <a:path w="6542" h="4362">
                  <a:moveTo>
                    <a:pt x="0" y="1906"/>
                  </a:moveTo>
                  <a:cubicBezTo>
                    <a:pt x="502" y="1329"/>
                    <a:pt x="1830" y="1"/>
                    <a:pt x="2908" y="703"/>
                  </a:cubicBezTo>
                  <a:cubicBezTo>
                    <a:pt x="3960" y="1379"/>
                    <a:pt x="4637" y="1379"/>
                    <a:pt x="4988" y="1505"/>
                  </a:cubicBezTo>
                  <a:cubicBezTo>
                    <a:pt x="5339" y="978"/>
                    <a:pt x="5840" y="1379"/>
                    <a:pt x="6191" y="2131"/>
                  </a:cubicBezTo>
                  <a:cubicBezTo>
                    <a:pt x="6542" y="2883"/>
                    <a:pt x="4311" y="3811"/>
                    <a:pt x="3960" y="4086"/>
                  </a:cubicBezTo>
                  <a:cubicBezTo>
                    <a:pt x="3610" y="4362"/>
                    <a:pt x="0" y="3785"/>
                    <a:pt x="0" y="3785"/>
                  </a:cubicBezTo>
                  <a:close/>
                </a:path>
              </a:pathLst>
            </a:custGeom>
            <a:solidFill>
              <a:schemeClr val="accent6"/>
            </a:solidFill>
            <a:ln w="0">
              <a:noFill/>
            </a:ln>
          </p:spPr>
          <p:style>
            <a:lnRef idx="0"/>
            <a:fillRef idx="0"/>
            <a:effectRef idx="0"/>
            <a:fontRef idx="minor"/>
          </p:style>
          <p:txBody>
            <a:bodyPr tIns="66600" bIns="66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5" name="Google Shape;423;p51"/>
            <p:cNvSpPr/>
            <p:nvPr/>
          </p:nvSpPr>
          <p:spPr>
            <a:xfrm>
              <a:off x="7545240" y="2918520"/>
              <a:ext cx="562680" cy="559080"/>
            </a:xfrm>
            <a:custGeom>
              <a:avLst/>
              <a:gdLst>
                <a:gd name="textAreaLeft" fmla="*/ 0 w 562680"/>
                <a:gd name="textAreaRight" fmla="*/ 563040 w 562680"/>
                <a:gd name="textAreaTop" fmla="*/ 0 h 559080"/>
                <a:gd name="textAreaBottom" fmla="*/ 559440 h 559080"/>
              </a:gdLst>
              <a:ahLst/>
              <a:cxnLst/>
              <a:rect l="textAreaLeft" t="textAreaTop" r="textAreaRight" b="textAreaBottom"/>
              <a:pathLst>
                <a:path w="18448" h="18322">
                  <a:moveTo>
                    <a:pt x="17169" y="3183"/>
                  </a:moveTo>
                  <a:cubicBezTo>
                    <a:pt x="17169" y="3183"/>
                    <a:pt x="7871" y="0"/>
                    <a:pt x="3936" y="476"/>
                  </a:cubicBezTo>
                  <a:cubicBezTo>
                    <a:pt x="1" y="953"/>
                    <a:pt x="878" y="17970"/>
                    <a:pt x="878" y="17970"/>
                  </a:cubicBezTo>
                  <a:cubicBezTo>
                    <a:pt x="878" y="17970"/>
                    <a:pt x="2958" y="18321"/>
                    <a:pt x="5038" y="17970"/>
                  </a:cubicBezTo>
                  <a:cubicBezTo>
                    <a:pt x="5916" y="13233"/>
                    <a:pt x="7344" y="8045"/>
                    <a:pt x="7344" y="8045"/>
                  </a:cubicBezTo>
                  <a:cubicBezTo>
                    <a:pt x="7344" y="8045"/>
                    <a:pt x="15891" y="10501"/>
                    <a:pt x="17169" y="9273"/>
                  </a:cubicBezTo>
                  <a:cubicBezTo>
                    <a:pt x="18447" y="8045"/>
                    <a:pt x="17169" y="3183"/>
                    <a:pt x="17169" y="3183"/>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6" name="Google Shape;424;p51"/>
            <p:cNvSpPr/>
            <p:nvPr/>
          </p:nvSpPr>
          <p:spPr>
            <a:xfrm>
              <a:off x="7713720" y="3440520"/>
              <a:ext cx="586440" cy="338760"/>
            </a:xfrm>
            <a:custGeom>
              <a:avLst/>
              <a:gdLst>
                <a:gd name="textAreaLeft" fmla="*/ 0 w 586440"/>
                <a:gd name="textAreaRight" fmla="*/ 586800 w 586440"/>
                <a:gd name="textAreaTop" fmla="*/ 0 h 338760"/>
                <a:gd name="textAreaBottom" fmla="*/ 339120 h 338760"/>
              </a:gdLst>
              <a:ahLst/>
              <a:cxnLst/>
              <a:rect l="textAreaLeft" t="textAreaTop" r="textAreaRight" b="textAreaBottom"/>
              <a:pathLst>
                <a:path w="19224" h="11104">
                  <a:moveTo>
                    <a:pt x="1" y="7695"/>
                  </a:moveTo>
                  <a:cubicBezTo>
                    <a:pt x="1" y="7821"/>
                    <a:pt x="51" y="7921"/>
                    <a:pt x="151" y="8046"/>
                  </a:cubicBezTo>
                  <a:cubicBezTo>
                    <a:pt x="276" y="8196"/>
                    <a:pt x="477" y="8297"/>
                    <a:pt x="702" y="8372"/>
                  </a:cubicBezTo>
                  <a:cubicBezTo>
                    <a:pt x="1053" y="8472"/>
                    <a:pt x="1454" y="8472"/>
                    <a:pt x="1830" y="8372"/>
                  </a:cubicBezTo>
                  <a:lnTo>
                    <a:pt x="6392" y="7169"/>
                  </a:lnTo>
                  <a:cubicBezTo>
                    <a:pt x="7169" y="6968"/>
                    <a:pt x="8046" y="7219"/>
                    <a:pt x="8196" y="7695"/>
                  </a:cubicBezTo>
                  <a:lnTo>
                    <a:pt x="9199" y="10527"/>
                  </a:lnTo>
                  <a:cubicBezTo>
                    <a:pt x="9299" y="10878"/>
                    <a:pt x="9850" y="11104"/>
                    <a:pt x="10452" y="11104"/>
                  </a:cubicBezTo>
                  <a:cubicBezTo>
                    <a:pt x="10527" y="11104"/>
                    <a:pt x="10577" y="11104"/>
                    <a:pt x="10652" y="11104"/>
                  </a:cubicBezTo>
                  <a:cubicBezTo>
                    <a:pt x="11053" y="11079"/>
                    <a:pt x="11379" y="10928"/>
                    <a:pt x="11580" y="10728"/>
                  </a:cubicBezTo>
                  <a:cubicBezTo>
                    <a:pt x="11680" y="10653"/>
                    <a:pt x="11730" y="10552"/>
                    <a:pt x="11755" y="10452"/>
                  </a:cubicBezTo>
                  <a:lnTo>
                    <a:pt x="11755" y="10427"/>
                  </a:lnTo>
                  <a:cubicBezTo>
                    <a:pt x="11755" y="10377"/>
                    <a:pt x="11755" y="10327"/>
                    <a:pt x="11755" y="10277"/>
                  </a:cubicBezTo>
                  <a:lnTo>
                    <a:pt x="11354" y="8272"/>
                  </a:lnTo>
                  <a:lnTo>
                    <a:pt x="11204" y="7420"/>
                  </a:lnTo>
                  <a:cubicBezTo>
                    <a:pt x="11103" y="6918"/>
                    <a:pt x="11805" y="6517"/>
                    <a:pt x="12632" y="6567"/>
                  </a:cubicBezTo>
                  <a:lnTo>
                    <a:pt x="17670" y="6893"/>
                  </a:lnTo>
                  <a:cubicBezTo>
                    <a:pt x="17720" y="6893"/>
                    <a:pt x="17770" y="6893"/>
                    <a:pt x="17820" y="6893"/>
                  </a:cubicBezTo>
                  <a:cubicBezTo>
                    <a:pt x="18021" y="6893"/>
                    <a:pt x="18246" y="6868"/>
                    <a:pt x="18422" y="6818"/>
                  </a:cubicBezTo>
                  <a:cubicBezTo>
                    <a:pt x="18773" y="6718"/>
                    <a:pt x="19048" y="6517"/>
                    <a:pt x="19099" y="6267"/>
                  </a:cubicBezTo>
                  <a:cubicBezTo>
                    <a:pt x="19224" y="5866"/>
                    <a:pt x="18773" y="5490"/>
                    <a:pt x="18096" y="5415"/>
                  </a:cubicBezTo>
                  <a:lnTo>
                    <a:pt x="13159" y="4838"/>
                  </a:lnTo>
                  <a:cubicBezTo>
                    <a:pt x="12933" y="4813"/>
                    <a:pt x="12758" y="4763"/>
                    <a:pt x="12582" y="4688"/>
                  </a:cubicBezTo>
                  <a:cubicBezTo>
                    <a:pt x="12156" y="4487"/>
                    <a:pt x="11981" y="4136"/>
                    <a:pt x="12231" y="3810"/>
                  </a:cubicBezTo>
                  <a:lnTo>
                    <a:pt x="13986" y="1605"/>
                  </a:lnTo>
                  <a:lnTo>
                    <a:pt x="14337" y="1154"/>
                  </a:lnTo>
                  <a:cubicBezTo>
                    <a:pt x="14412" y="1079"/>
                    <a:pt x="14437" y="978"/>
                    <a:pt x="14462" y="903"/>
                  </a:cubicBezTo>
                  <a:cubicBezTo>
                    <a:pt x="14462" y="878"/>
                    <a:pt x="14462" y="853"/>
                    <a:pt x="14462" y="853"/>
                  </a:cubicBezTo>
                  <a:cubicBezTo>
                    <a:pt x="14462" y="577"/>
                    <a:pt x="14211" y="302"/>
                    <a:pt x="13760" y="176"/>
                  </a:cubicBezTo>
                  <a:cubicBezTo>
                    <a:pt x="13134" y="1"/>
                    <a:pt x="12382" y="126"/>
                    <a:pt x="12031" y="477"/>
                  </a:cubicBezTo>
                  <a:lnTo>
                    <a:pt x="9525" y="3008"/>
                  </a:lnTo>
                  <a:cubicBezTo>
                    <a:pt x="9124" y="3435"/>
                    <a:pt x="8146" y="3535"/>
                    <a:pt x="7545" y="3209"/>
                  </a:cubicBezTo>
                  <a:lnTo>
                    <a:pt x="3835" y="1254"/>
                  </a:lnTo>
                  <a:cubicBezTo>
                    <a:pt x="3585" y="1104"/>
                    <a:pt x="3259" y="1054"/>
                    <a:pt x="2958" y="1054"/>
                  </a:cubicBezTo>
                  <a:cubicBezTo>
                    <a:pt x="2632" y="1054"/>
                    <a:pt x="2281" y="1129"/>
                    <a:pt x="2031" y="1279"/>
                  </a:cubicBezTo>
                  <a:cubicBezTo>
                    <a:pt x="1755" y="1430"/>
                    <a:pt x="1630" y="1630"/>
                    <a:pt x="1655" y="1831"/>
                  </a:cubicBezTo>
                  <a:cubicBezTo>
                    <a:pt x="1655" y="2006"/>
                    <a:pt x="1780" y="2181"/>
                    <a:pt x="1981" y="2307"/>
                  </a:cubicBezTo>
                  <a:lnTo>
                    <a:pt x="2281" y="2482"/>
                  </a:lnTo>
                  <a:lnTo>
                    <a:pt x="5389" y="4437"/>
                  </a:lnTo>
                  <a:cubicBezTo>
                    <a:pt x="5941" y="4788"/>
                    <a:pt x="5790" y="5339"/>
                    <a:pt x="5088" y="5590"/>
                  </a:cubicBezTo>
                  <a:cubicBezTo>
                    <a:pt x="5088" y="5590"/>
                    <a:pt x="5063" y="5590"/>
                    <a:pt x="5063" y="5590"/>
                  </a:cubicBezTo>
                  <a:lnTo>
                    <a:pt x="652" y="7044"/>
                  </a:lnTo>
                  <a:cubicBezTo>
                    <a:pt x="251" y="7194"/>
                    <a:pt x="1" y="7445"/>
                    <a:pt x="1" y="7695"/>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7" name="Google Shape;425;p51"/>
            <p:cNvSpPr/>
            <p:nvPr/>
          </p:nvSpPr>
          <p:spPr>
            <a:xfrm>
              <a:off x="8079480" y="3467880"/>
              <a:ext cx="75240" cy="115200"/>
            </a:xfrm>
            <a:custGeom>
              <a:avLst/>
              <a:gdLst>
                <a:gd name="textAreaLeft" fmla="*/ 0 w 75240"/>
                <a:gd name="textAreaRight" fmla="*/ 75600 w 75240"/>
                <a:gd name="textAreaTop" fmla="*/ 0 h 115200"/>
                <a:gd name="textAreaBottom" fmla="*/ 115560 h 115200"/>
              </a:gdLst>
              <a:ahLst/>
              <a:cxnLst/>
              <a:rect l="textAreaLeft" t="textAreaTop" r="textAreaRight" b="textAreaBottom"/>
              <a:pathLst>
                <a:path w="2482" h="3785">
                  <a:moveTo>
                    <a:pt x="602" y="3785"/>
                  </a:moveTo>
                  <a:lnTo>
                    <a:pt x="2357" y="1579"/>
                  </a:lnTo>
                  <a:cubicBezTo>
                    <a:pt x="2432" y="1504"/>
                    <a:pt x="2457" y="1404"/>
                    <a:pt x="2482" y="1329"/>
                  </a:cubicBezTo>
                  <a:lnTo>
                    <a:pt x="2482" y="0"/>
                  </a:lnTo>
                  <a:cubicBezTo>
                    <a:pt x="2457" y="75"/>
                    <a:pt x="2432" y="176"/>
                    <a:pt x="2357" y="251"/>
                  </a:cubicBezTo>
                  <a:lnTo>
                    <a:pt x="2006" y="702"/>
                  </a:lnTo>
                  <a:lnTo>
                    <a:pt x="251" y="2907"/>
                  </a:lnTo>
                  <a:cubicBezTo>
                    <a:pt x="1" y="3233"/>
                    <a:pt x="176" y="3584"/>
                    <a:pt x="602" y="3785"/>
                  </a:cubicBezTo>
                  <a:close/>
                </a:path>
              </a:pathLst>
            </a:custGeom>
            <a:solidFill>
              <a:srgbClr val="3c3c6d"/>
            </a:solidFill>
            <a:ln w="0">
              <a:noFill/>
            </a:ln>
          </p:spPr>
          <p:style>
            <a:lnRef idx="0"/>
            <a:fillRef idx="0"/>
            <a:effectRef idx="0"/>
            <a:fontRef idx="minor"/>
          </p:style>
          <p:txBody>
            <a:bodyPr tIns="57600" bIns="57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8" name="Google Shape;426;p51"/>
            <p:cNvSpPr/>
            <p:nvPr/>
          </p:nvSpPr>
          <p:spPr>
            <a:xfrm>
              <a:off x="7833960" y="3582720"/>
              <a:ext cx="360" cy="3600"/>
            </a:xfrm>
            <a:custGeom>
              <a:avLst/>
              <a:gdLst>
                <a:gd name="textAreaLeft" fmla="*/ 0 w 360"/>
                <a:gd name="textAreaRight" fmla="*/ 720 w 360"/>
                <a:gd name="textAreaTop" fmla="*/ 0 h 3600"/>
                <a:gd name="textAreaBottom" fmla="*/ 3960 h 3600"/>
              </a:gdLst>
              <a:ahLst/>
              <a:cxnLst/>
              <a:rect l="textAreaLeft" t="textAreaTop" r="textAreaRight" b="textAreaBottom"/>
              <a:pathLst>
                <a:path w="1" h="126">
                  <a:moveTo>
                    <a:pt x="1" y="126"/>
                  </a:moveTo>
                  <a:cubicBezTo>
                    <a:pt x="1" y="101"/>
                    <a:pt x="1" y="76"/>
                    <a:pt x="1" y="76"/>
                  </a:cubicBezTo>
                  <a:cubicBezTo>
                    <a:pt x="1" y="51"/>
                    <a:pt x="1" y="26"/>
                    <a:pt x="1" y="1"/>
                  </a:cubicBezTo>
                  <a:close/>
                </a:path>
              </a:pathLst>
            </a:custGeom>
            <a:solidFill>
              <a:srgbClr val="3c3c6d"/>
            </a:solidFill>
            <a:ln w="0">
              <a:noFill/>
            </a:ln>
          </p:spPr>
          <p:style>
            <a:lnRef idx="0"/>
            <a:fillRef idx="0"/>
            <a:effectRef idx="0"/>
            <a:fontRef idx="minor"/>
          </p:style>
          <p:txBody>
            <a:bodyPr tIns="1800" bIns="1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9" name="Google Shape;427;p51"/>
            <p:cNvSpPr/>
            <p:nvPr/>
          </p:nvSpPr>
          <p:spPr>
            <a:xfrm>
              <a:off x="8052840" y="3631680"/>
              <a:ext cx="243720" cy="60840"/>
            </a:xfrm>
            <a:custGeom>
              <a:avLst/>
              <a:gdLst>
                <a:gd name="textAreaLeft" fmla="*/ 0 w 243720"/>
                <a:gd name="textAreaRight" fmla="*/ 244080 w 243720"/>
                <a:gd name="textAreaTop" fmla="*/ 0 h 60840"/>
                <a:gd name="textAreaBottom" fmla="*/ 61200 h 60840"/>
              </a:gdLst>
              <a:ahLst/>
              <a:cxnLst/>
              <a:rect l="textAreaLeft" t="textAreaTop" r="textAreaRight" b="textAreaBottom"/>
              <a:pathLst>
                <a:path w="7996" h="2006">
                  <a:moveTo>
                    <a:pt x="101" y="1154"/>
                  </a:moveTo>
                  <a:lnTo>
                    <a:pt x="251" y="2006"/>
                  </a:lnTo>
                  <a:cubicBezTo>
                    <a:pt x="502" y="1780"/>
                    <a:pt x="1003" y="1605"/>
                    <a:pt x="1529" y="1655"/>
                  </a:cubicBezTo>
                  <a:lnTo>
                    <a:pt x="6567" y="1956"/>
                  </a:lnTo>
                  <a:cubicBezTo>
                    <a:pt x="6617" y="1956"/>
                    <a:pt x="6667" y="1981"/>
                    <a:pt x="6717" y="1981"/>
                  </a:cubicBezTo>
                  <a:cubicBezTo>
                    <a:pt x="7344" y="1981"/>
                    <a:pt x="7895" y="1705"/>
                    <a:pt x="7996" y="1329"/>
                  </a:cubicBezTo>
                  <a:lnTo>
                    <a:pt x="7996" y="1"/>
                  </a:lnTo>
                  <a:cubicBezTo>
                    <a:pt x="7945" y="251"/>
                    <a:pt x="7670" y="452"/>
                    <a:pt x="7319" y="552"/>
                  </a:cubicBezTo>
                  <a:cubicBezTo>
                    <a:pt x="7143" y="602"/>
                    <a:pt x="6918" y="627"/>
                    <a:pt x="6717" y="627"/>
                  </a:cubicBezTo>
                  <a:cubicBezTo>
                    <a:pt x="6667" y="627"/>
                    <a:pt x="6617" y="627"/>
                    <a:pt x="6567" y="627"/>
                  </a:cubicBezTo>
                  <a:lnTo>
                    <a:pt x="1529" y="301"/>
                  </a:lnTo>
                  <a:cubicBezTo>
                    <a:pt x="702" y="251"/>
                    <a:pt x="0" y="652"/>
                    <a:pt x="101" y="1154"/>
                  </a:cubicBezTo>
                  <a:close/>
                </a:path>
              </a:pathLst>
            </a:custGeom>
            <a:solidFill>
              <a:srgbClr val="3c3c6d"/>
            </a:solidFill>
            <a:ln w="0">
              <a:noFill/>
            </a:ln>
          </p:spPr>
          <p:style>
            <a:lnRef idx="0"/>
            <a:fillRef idx="0"/>
            <a:effectRef idx="0"/>
            <a:fontRef idx="minor"/>
          </p:style>
          <p:txBody>
            <a:bodyPr tIns="30600" bIns="30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0" name="Google Shape;428;p51"/>
            <p:cNvSpPr/>
            <p:nvPr/>
          </p:nvSpPr>
          <p:spPr>
            <a:xfrm>
              <a:off x="7975440" y="3743280"/>
              <a:ext cx="360" cy="6480"/>
            </a:xfrm>
            <a:custGeom>
              <a:avLst/>
              <a:gdLst>
                <a:gd name="textAreaLeft" fmla="*/ 0 w 360"/>
                <a:gd name="textAreaRight" fmla="*/ 720 w 360"/>
                <a:gd name="textAreaTop" fmla="*/ 0 h 6480"/>
                <a:gd name="textAreaBottom" fmla="*/ 6840 h 6480"/>
              </a:gdLst>
              <a:ahLst/>
              <a:cxnLst/>
              <a:rect l="textAreaLeft" t="textAreaTop" r="textAreaRight" b="textAreaBottom"/>
              <a:pathLst>
                <a:path w="26" h="227">
                  <a:moveTo>
                    <a:pt x="0" y="1"/>
                  </a:moveTo>
                  <a:lnTo>
                    <a:pt x="0" y="226"/>
                  </a:lnTo>
                  <a:cubicBezTo>
                    <a:pt x="25" y="151"/>
                    <a:pt x="25" y="76"/>
                    <a:pt x="0" y="1"/>
                  </a:cubicBezTo>
                  <a:close/>
                </a:path>
              </a:pathLst>
            </a:custGeom>
            <a:solidFill>
              <a:srgbClr val="3c3c6d"/>
            </a:solidFill>
            <a:ln w="0">
              <a:noFill/>
            </a:ln>
          </p:spPr>
          <p:style>
            <a:lnRef idx="0"/>
            <a:fillRef idx="0"/>
            <a:effectRef idx="0"/>
            <a:fontRef idx="minor"/>
          </p:style>
          <p:txBody>
            <a:bodyPr tIns="3240" bIns="3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1" name="Google Shape;429;p51"/>
            <p:cNvSpPr/>
            <p:nvPr/>
          </p:nvSpPr>
          <p:spPr>
            <a:xfrm>
              <a:off x="7713720" y="3652920"/>
              <a:ext cx="358560" cy="167400"/>
            </a:xfrm>
            <a:custGeom>
              <a:avLst/>
              <a:gdLst>
                <a:gd name="textAreaLeft" fmla="*/ 0 w 358560"/>
                <a:gd name="textAreaRight" fmla="*/ 358920 w 358560"/>
                <a:gd name="textAreaTop" fmla="*/ 0 h 167400"/>
                <a:gd name="textAreaBottom" fmla="*/ 167760 h 167400"/>
              </a:gdLst>
              <a:ahLst/>
              <a:cxnLst/>
              <a:rect l="textAreaLeft" t="textAreaTop" r="textAreaRight" b="textAreaBottom"/>
              <a:pathLst>
                <a:path w="11756" h="5490">
                  <a:moveTo>
                    <a:pt x="1" y="727"/>
                  </a:moveTo>
                  <a:lnTo>
                    <a:pt x="1" y="2081"/>
                  </a:lnTo>
                  <a:cubicBezTo>
                    <a:pt x="1" y="2181"/>
                    <a:pt x="51" y="2306"/>
                    <a:pt x="151" y="2406"/>
                  </a:cubicBezTo>
                  <a:cubicBezTo>
                    <a:pt x="452" y="2757"/>
                    <a:pt x="1204" y="2908"/>
                    <a:pt x="1830" y="2732"/>
                  </a:cubicBezTo>
                  <a:lnTo>
                    <a:pt x="6392" y="1529"/>
                  </a:lnTo>
                  <a:cubicBezTo>
                    <a:pt x="7169" y="1329"/>
                    <a:pt x="8046" y="1579"/>
                    <a:pt x="8196" y="2056"/>
                  </a:cubicBezTo>
                  <a:lnTo>
                    <a:pt x="9199" y="4888"/>
                  </a:lnTo>
                  <a:cubicBezTo>
                    <a:pt x="9299" y="5239"/>
                    <a:pt x="9850" y="5489"/>
                    <a:pt x="10452" y="5489"/>
                  </a:cubicBezTo>
                  <a:cubicBezTo>
                    <a:pt x="10502" y="5489"/>
                    <a:pt x="10577" y="5464"/>
                    <a:pt x="10652" y="5464"/>
                  </a:cubicBezTo>
                  <a:cubicBezTo>
                    <a:pt x="11254" y="5414"/>
                    <a:pt x="11705" y="5138"/>
                    <a:pt x="11755" y="4787"/>
                  </a:cubicBezTo>
                  <a:lnTo>
                    <a:pt x="11755" y="4662"/>
                  </a:lnTo>
                  <a:lnTo>
                    <a:pt x="11755" y="3484"/>
                  </a:lnTo>
                  <a:cubicBezTo>
                    <a:pt x="11730" y="3584"/>
                    <a:pt x="11680" y="3685"/>
                    <a:pt x="11580" y="3760"/>
                  </a:cubicBezTo>
                  <a:cubicBezTo>
                    <a:pt x="11379" y="3960"/>
                    <a:pt x="11053" y="4111"/>
                    <a:pt x="10652" y="4136"/>
                  </a:cubicBezTo>
                  <a:cubicBezTo>
                    <a:pt x="10577" y="4136"/>
                    <a:pt x="10527" y="4136"/>
                    <a:pt x="10452" y="4136"/>
                  </a:cubicBezTo>
                  <a:cubicBezTo>
                    <a:pt x="9850" y="4136"/>
                    <a:pt x="9299" y="3910"/>
                    <a:pt x="9199" y="3559"/>
                  </a:cubicBezTo>
                  <a:lnTo>
                    <a:pt x="8196" y="727"/>
                  </a:lnTo>
                  <a:cubicBezTo>
                    <a:pt x="8046" y="251"/>
                    <a:pt x="7169" y="0"/>
                    <a:pt x="6392" y="201"/>
                  </a:cubicBezTo>
                  <a:lnTo>
                    <a:pt x="1830" y="1404"/>
                  </a:lnTo>
                  <a:cubicBezTo>
                    <a:pt x="1454" y="1504"/>
                    <a:pt x="1053" y="1504"/>
                    <a:pt x="702" y="1404"/>
                  </a:cubicBezTo>
                  <a:cubicBezTo>
                    <a:pt x="477" y="1329"/>
                    <a:pt x="276" y="1228"/>
                    <a:pt x="151" y="1078"/>
                  </a:cubicBezTo>
                  <a:cubicBezTo>
                    <a:pt x="51" y="953"/>
                    <a:pt x="1" y="853"/>
                    <a:pt x="1" y="727"/>
                  </a:cubicBezTo>
                  <a:close/>
                </a:path>
              </a:pathLst>
            </a:custGeom>
            <a:solidFill>
              <a:srgbClr val="3c3c6d"/>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2" name="Google Shape;430;p51"/>
            <p:cNvSpPr/>
            <p:nvPr/>
          </p:nvSpPr>
          <p:spPr>
            <a:xfrm>
              <a:off x="7764120" y="3496320"/>
              <a:ext cx="130680" cy="114480"/>
            </a:xfrm>
            <a:custGeom>
              <a:avLst/>
              <a:gdLst>
                <a:gd name="textAreaLeft" fmla="*/ 0 w 130680"/>
                <a:gd name="textAreaRight" fmla="*/ 131040 w 130680"/>
                <a:gd name="textAreaTop" fmla="*/ 0 h 114480"/>
                <a:gd name="textAreaBottom" fmla="*/ 114840 h 114480"/>
              </a:gdLst>
              <a:ahLst/>
              <a:cxnLst/>
              <a:rect l="textAreaLeft" t="textAreaTop" r="textAreaRight" b="textAreaBottom"/>
              <a:pathLst>
                <a:path w="4287" h="3760">
                  <a:moveTo>
                    <a:pt x="1" y="1"/>
                  </a:moveTo>
                  <a:lnTo>
                    <a:pt x="1" y="1304"/>
                  </a:lnTo>
                  <a:cubicBezTo>
                    <a:pt x="1" y="1479"/>
                    <a:pt x="101" y="1655"/>
                    <a:pt x="327" y="1805"/>
                  </a:cubicBezTo>
                  <a:lnTo>
                    <a:pt x="3434" y="3760"/>
                  </a:lnTo>
                  <a:cubicBezTo>
                    <a:pt x="4136" y="3509"/>
                    <a:pt x="4287" y="2958"/>
                    <a:pt x="3735" y="2607"/>
                  </a:cubicBezTo>
                  <a:lnTo>
                    <a:pt x="627" y="652"/>
                  </a:lnTo>
                  <a:lnTo>
                    <a:pt x="327" y="477"/>
                  </a:lnTo>
                  <a:cubicBezTo>
                    <a:pt x="126" y="351"/>
                    <a:pt x="1" y="176"/>
                    <a:pt x="1" y="1"/>
                  </a:cubicBezTo>
                  <a:close/>
                </a:path>
              </a:pathLst>
            </a:custGeom>
            <a:solidFill>
              <a:srgbClr val="3c3c6d"/>
            </a:solidFill>
            <a:ln w="0">
              <a:noFill/>
            </a:ln>
          </p:spPr>
          <p:style>
            <a:lnRef idx="0"/>
            <a:fillRef idx="0"/>
            <a:effectRef idx="0"/>
            <a:fontRef idx="minor"/>
          </p:style>
          <p:txBody>
            <a:bodyPr tIns="57240" bIns="57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3" name="Google Shape;431;p51"/>
            <p:cNvSpPr/>
            <p:nvPr/>
          </p:nvSpPr>
          <p:spPr>
            <a:xfrm>
              <a:off x="7715160" y="3711240"/>
              <a:ext cx="72360" cy="72360"/>
            </a:xfrm>
            <a:custGeom>
              <a:avLst/>
              <a:gdLst>
                <a:gd name="textAreaLeft" fmla="*/ 0 w 72360"/>
                <a:gd name="textAreaRight" fmla="*/ 72720 w 72360"/>
                <a:gd name="textAreaTop" fmla="*/ 0 h 72360"/>
                <a:gd name="textAreaBottom" fmla="*/ 72720 h 72360"/>
              </a:gdLst>
              <a:ahLst/>
              <a:cxnLst/>
              <a:rect l="textAreaLeft" t="textAreaTop" r="textAreaRight" b="textAreaBottom"/>
              <a:pathLst>
                <a:path w="2382" h="2382">
                  <a:moveTo>
                    <a:pt x="51" y="1278"/>
                  </a:moveTo>
                  <a:cubicBezTo>
                    <a:pt x="76" y="1905"/>
                    <a:pt x="627" y="2381"/>
                    <a:pt x="1279" y="2331"/>
                  </a:cubicBezTo>
                  <a:cubicBezTo>
                    <a:pt x="1906" y="2306"/>
                    <a:pt x="2382" y="1755"/>
                    <a:pt x="2357" y="1128"/>
                  </a:cubicBezTo>
                  <a:cubicBezTo>
                    <a:pt x="2307" y="476"/>
                    <a:pt x="1755" y="0"/>
                    <a:pt x="1104" y="50"/>
                  </a:cubicBezTo>
                  <a:cubicBezTo>
                    <a:pt x="477" y="100"/>
                    <a:pt x="1" y="652"/>
                    <a:pt x="51" y="1278"/>
                  </a:cubicBezTo>
                  <a:close/>
                </a:path>
              </a:pathLst>
            </a:custGeom>
            <a:solidFill>
              <a:srgbClr val="3c3c6d"/>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4" name="Google Shape;432;p51"/>
            <p:cNvSpPr/>
            <p:nvPr/>
          </p:nvSpPr>
          <p:spPr>
            <a:xfrm>
              <a:off x="7995960" y="3799080"/>
              <a:ext cx="72360" cy="71640"/>
            </a:xfrm>
            <a:custGeom>
              <a:avLst/>
              <a:gdLst>
                <a:gd name="textAreaLeft" fmla="*/ 0 w 72360"/>
                <a:gd name="textAreaRight" fmla="*/ 72720 w 72360"/>
                <a:gd name="textAreaTop" fmla="*/ 0 h 71640"/>
                <a:gd name="textAreaBottom" fmla="*/ 72000 h 71640"/>
              </a:gdLst>
              <a:ahLst/>
              <a:cxnLst/>
              <a:rect l="textAreaLeft" t="textAreaTop" r="textAreaRight" b="textAreaBottom"/>
              <a:pathLst>
                <a:path w="2382" h="2357">
                  <a:moveTo>
                    <a:pt x="51" y="1254"/>
                  </a:moveTo>
                  <a:cubicBezTo>
                    <a:pt x="76" y="1880"/>
                    <a:pt x="627" y="2356"/>
                    <a:pt x="1279" y="2331"/>
                  </a:cubicBezTo>
                  <a:cubicBezTo>
                    <a:pt x="1906" y="2281"/>
                    <a:pt x="2382" y="1730"/>
                    <a:pt x="2357" y="1103"/>
                  </a:cubicBezTo>
                  <a:cubicBezTo>
                    <a:pt x="2307" y="477"/>
                    <a:pt x="1755" y="0"/>
                    <a:pt x="1104" y="25"/>
                  </a:cubicBezTo>
                  <a:cubicBezTo>
                    <a:pt x="477" y="76"/>
                    <a:pt x="1" y="627"/>
                    <a:pt x="51" y="1254"/>
                  </a:cubicBezTo>
                  <a:close/>
                </a:path>
              </a:pathLst>
            </a:custGeom>
            <a:solidFill>
              <a:srgbClr val="3c3c6d"/>
            </a:solidFill>
            <a:ln w="0">
              <a:noFill/>
            </a:ln>
          </p:spPr>
          <p:style>
            <a:lnRef idx="0"/>
            <a:fillRef idx="0"/>
            <a:effectRef idx="0"/>
            <a:fontRef idx="minor"/>
          </p:style>
          <p:txBody>
            <a:bodyPr tIns="36000" bIns="36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5" name="Google Shape;433;p51"/>
            <p:cNvSpPr/>
            <p:nvPr/>
          </p:nvSpPr>
          <p:spPr>
            <a:xfrm>
              <a:off x="8225640" y="3672360"/>
              <a:ext cx="73080" cy="72360"/>
            </a:xfrm>
            <a:custGeom>
              <a:avLst/>
              <a:gdLst>
                <a:gd name="textAreaLeft" fmla="*/ 0 w 73080"/>
                <a:gd name="textAreaRight" fmla="*/ 73440 w 73080"/>
                <a:gd name="textAreaTop" fmla="*/ 0 h 72360"/>
                <a:gd name="textAreaBottom" fmla="*/ 72720 h 72360"/>
              </a:gdLst>
              <a:ahLst/>
              <a:cxnLst/>
              <a:rect l="textAreaLeft" t="textAreaTop" r="textAreaRight" b="textAreaBottom"/>
              <a:pathLst>
                <a:path w="2407" h="2382">
                  <a:moveTo>
                    <a:pt x="51" y="1254"/>
                  </a:moveTo>
                  <a:cubicBezTo>
                    <a:pt x="101" y="1881"/>
                    <a:pt x="627" y="2382"/>
                    <a:pt x="1279" y="2332"/>
                  </a:cubicBezTo>
                  <a:cubicBezTo>
                    <a:pt x="1905" y="2282"/>
                    <a:pt x="2407" y="1730"/>
                    <a:pt x="2357" y="1104"/>
                  </a:cubicBezTo>
                  <a:cubicBezTo>
                    <a:pt x="2306" y="477"/>
                    <a:pt x="1755" y="1"/>
                    <a:pt x="1128" y="51"/>
                  </a:cubicBezTo>
                  <a:cubicBezTo>
                    <a:pt x="477" y="76"/>
                    <a:pt x="1" y="628"/>
                    <a:pt x="51" y="1254"/>
                  </a:cubicBezTo>
                  <a:close/>
                </a:path>
              </a:pathLst>
            </a:custGeom>
            <a:solidFill>
              <a:srgbClr val="3c3c6d"/>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6" name="Google Shape;434;p51"/>
            <p:cNvSpPr/>
            <p:nvPr/>
          </p:nvSpPr>
          <p:spPr>
            <a:xfrm>
              <a:off x="8097120" y="3524400"/>
              <a:ext cx="72360" cy="72360"/>
            </a:xfrm>
            <a:custGeom>
              <a:avLst/>
              <a:gdLst>
                <a:gd name="textAreaLeft" fmla="*/ 0 w 72360"/>
                <a:gd name="textAreaRight" fmla="*/ 72720 w 72360"/>
                <a:gd name="textAreaTop" fmla="*/ 0 h 72360"/>
                <a:gd name="textAreaBottom" fmla="*/ 72720 h 72360"/>
              </a:gdLst>
              <a:ahLst/>
              <a:cxnLst/>
              <a:rect l="textAreaLeft" t="textAreaTop" r="textAreaRight" b="textAreaBottom"/>
              <a:pathLst>
                <a:path w="2382" h="2382">
                  <a:moveTo>
                    <a:pt x="50" y="1254"/>
                  </a:moveTo>
                  <a:cubicBezTo>
                    <a:pt x="75" y="1906"/>
                    <a:pt x="627" y="2382"/>
                    <a:pt x="1278" y="2332"/>
                  </a:cubicBezTo>
                  <a:cubicBezTo>
                    <a:pt x="1905" y="2282"/>
                    <a:pt x="2381" y="1755"/>
                    <a:pt x="2356" y="1104"/>
                  </a:cubicBezTo>
                  <a:cubicBezTo>
                    <a:pt x="2306" y="477"/>
                    <a:pt x="1755" y="1"/>
                    <a:pt x="1128" y="51"/>
                  </a:cubicBezTo>
                  <a:cubicBezTo>
                    <a:pt x="476" y="76"/>
                    <a:pt x="0" y="627"/>
                    <a:pt x="50" y="1254"/>
                  </a:cubicBezTo>
                  <a:close/>
                </a:path>
              </a:pathLst>
            </a:custGeom>
            <a:solidFill>
              <a:srgbClr val="3c3c6d"/>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7" name="Google Shape;435;p51"/>
            <p:cNvSpPr/>
            <p:nvPr/>
          </p:nvSpPr>
          <p:spPr>
            <a:xfrm>
              <a:off x="7750440" y="3539880"/>
              <a:ext cx="72360" cy="72360"/>
            </a:xfrm>
            <a:custGeom>
              <a:avLst/>
              <a:gdLst>
                <a:gd name="textAreaLeft" fmla="*/ 0 w 72360"/>
                <a:gd name="textAreaRight" fmla="*/ 72720 w 72360"/>
                <a:gd name="textAreaTop" fmla="*/ 0 h 72360"/>
                <a:gd name="textAreaBottom" fmla="*/ 72720 h 72360"/>
              </a:gdLst>
              <a:ahLst/>
              <a:cxnLst/>
              <a:rect l="textAreaLeft" t="textAreaTop" r="textAreaRight" b="textAreaBottom"/>
              <a:pathLst>
                <a:path w="2382" h="2382">
                  <a:moveTo>
                    <a:pt x="51" y="1278"/>
                  </a:moveTo>
                  <a:cubicBezTo>
                    <a:pt x="76" y="1905"/>
                    <a:pt x="627" y="2381"/>
                    <a:pt x="1279" y="2331"/>
                  </a:cubicBezTo>
                  <a:cubicBezTo>
                    <a:pt x="1905" y="2306"/>
                    <a:pt x="2382" y="1755"/>
                    <a:pt x="2357" y="1128"/>
                  </a:cubicBezTo>
                  <a:cubicBezTo>
                    <a:pt x="2306" y="476"/>
                    <a:pt x="1755" y="0"/>
                    <a:pt x="1128" y="50"/>
                  </a:cubicBezTo>
                  <a:cubicBezTo>
                    <a:pt x="477" y="100"/>
                    <a:pt x="1" y="652"/>
                    <a:pt x="51" y="1278"/>
                  </a:cubicBezTo>
                  <a:close/>
                </a:path>
              </a:pathLst>
            </a:custGeom>
            <a:solidFill>
              <a:srgbClr val="3c3c6d"/>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8" name="Google Shape;436;p51"/>
            <p:cNvSpPr/>
            <p:nvPr/>
          </p:nvSpPr>
          <p:spPr>
            <a:xfrm>
              <a:off x="7947720" y="3308040"/>
              <a:ext cx="99000" cy="370080"/>
            </a:xfrm>
            <a:custGeom>
              <a:avLst/>
              <a:gdLst>
                <a:gd name="textAreaLeft" fmla="*/ 0 w 99000"/>
                <a:gd name="textAreaRight" fmla="*/ 99360 w 99000"/>
                <a:gd name="textAreaTop" fmla="*/ 0 h 370080"/>
                <a:gd name="textAreaBottom" fmla="*/ 370440 h 370080"/>
              </a:gdLst>
              <a:ahLst/>
              <a:cxnLst/>
              <a:rect l="textAreaLeft" t="textAreaTop" r="textAreaRight" b="textAreaBottom"/>
              <a:pathLst>
                <a:path w="3260" h="12131">
                  <a:moveTo>
                    <a:pt x="1" y="10602"/>
                  </a:moveTo>
                  <a:cubicBezTo>
                    <a:pt x="1" y="12130"/>
                    <a:pt x="3259" y="11830"/>
                    <a:pt x="3259" y="10602"/>
                  </a:cubicBezTo>
                  <a:lnTo>
                    <a:pt x="3259" y="0"/>
                  </a:lnTo>
                  <a:lnTo>
                    <a:pt x="1" y="0"/>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9" name="Google Shape;437;p51"/>
            <p:cNvSpPr/>
            <p:nvPr/>
          </p:nvSpPr>
          <p:spPr>
            <a:xfrm>
              <a:off x="7575840" y="3161880"/>
              <a:ext cx="482400" cy="370080"/>
            </a:xfrm>
            <a:custGeom>
              <a:avLst/>
              <a:gdLst>
                <a:gd name="textAreaLeft" fmla="*/ 0 w 482400"/>
                <a:gd name="textAreaRight" fmla="*/ 482760 w 482400"/>
                <a:gd name="textAreaTop" fmla="*/ 0 h 370080"/>
                <a:gd name="textAreaBottom" fmla="*/ 370440 h 370080"/>
              </a:gdLst>
              <a:ahLst/>
              <a:cxnLst/>
              <a:rect l="textAreaLeft" t="textAreaTop" r="textAreaRight" b="textAreaBottom"/>
              <a:pathLst>
                <a:path w="15815" h="12131">
                  <a:moveTo>
                    <a:pt x="953" y="4737"/>
                  </a:moveTo>
                  <a:cubicBezTo>
                    <a:pt x="1780" y="5514"/>
                    <a:pt x="11680" y="10978"/>
                    <a:pt x="13509" y="11980"/>
                  </a:cubicBezTo>
                  <a:cubicBezTo>
                    <a:pt x="13760" y="12105"/>
                    <a:pt x="14036" y="12130"/>
                    <a:pt x="14261" y="11980"/>
                  </a:cubicBezTo>
                  <a:cubicBezTo>
                    <a:pt x="14261" y="11980"/>
                    <a:pt x="14261" y="11980"/>
                    <a:pt x="14261" y="11980"/>
                  </a:cubicBezTo>
                  <a:lnTo>
                    <a:pt x="14261" y="11980"/>
                  </a:lnTo>
                  <a:cubicBezTo>
                    <a:pt x="15289" y="11328"/>
                    <a:pt x="15815" y="8998"/>
                    <a:pt x="13810" y="7519"/>
                  </a:cubicBezTo>
                  <a:cubicBezTo>
                    <a:pt x="13234" y="7093"/>
                    <a:pt x="2707" y="0"/>
                    <a:pt x="1028" y="501"/>
                  </a:cubicBezTo>
                  <a:lnTo>
                    <a:pt x="1028" y="501"/>
                  </a:lnTo>
                  <a:cubicBezTo>
                    <a:pt x="1003" y="501"/>
                    <a:pt x="978" y="501"/>
                    <a:pt x="953" y="501"/>
                  </a:cubicBezTo>
                  <a:cubicBezTo>
                    <a:pt x="903" y="526"/>
                    <a:pt x="852" y="577"/>
                    <a:pt x="802" y="602"/>
                  </a:cubicBezTo>
                  <a:cubicBezTo>
                    <a:pt x="0" y="1278"/>
                    <a:pt x="101" y="3935"/>
                    <a:pt x="953" y="4737"/>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0" name="Google Shape;438;p51"/>
            <p:cNvSpPr/>
            <p:nvPr/>
          </p:nvSpPr>
          <p:spPr>
            <a:xfrm>
              <a:off x="7607520" y="2946240"/>
              <a:ext cx="812160" cy="581040"/>
            </a:xfrm>
            <a:custGeom>
              <a:avLst/>
              <a:gdLst>
                <a:gd name="textAreaLeft" fmla="*/ 0 w 812160"/>
                <a:gd name="textAreaRight" fmla="*/ 812520 w 812160"/>
                <a:gd name="textAreaTop" fmla="*/ 0 h 581040"/>
                <a:gd name="textAreaBottom" fmla="*/ 581400 h 581040"/>
              </a:gdLst>
              <a:ahLst/>
              <a:cxnLst/>
              <a:rect l="textAreaLeft" t="textAreaTop" r="textAreaRight" b="textAreaBottom"/>
              <a:pathLst>
                <a:path w="26618" h="19049">
                  <a:moveTo>
                    <a:pt x="1" y="7569"/>
                  </a:moveTo>
                  <a:cubicBezTo>
                    <a:pt x="1680" y="7068"/>
                    <a:pt x="12207" y="14161"/>
                    <a:pt x="12783" y="14587"/>
                  </a:cubicBezTo>
                  <a:cubicBezTo>
                    <a:pt x="14788" y="16066"/>
                    <a:pt x="14262" y="18396"/>
                    <a:pt x="13234" y="19048"/>
                  </a:cubicBezTo>
                  <a:lnTo>
                    <a:pt x="24938" y="12281"/>
                  </a:lnTo>
                  <a:lnTo>
                    <a:pt x="25339" y="12031"/>
                  </a:lnTo>
                  <a:lnTo>
                    <a:pt x="25339" y="12031"/>
                  </a:lnTo>
                  <a:cubicBezTo>
                    <a:pt x="26267" y="11254"/>
                    <a:pt x="26618" y="9098"/>
                    <a:pt x="24738" y="7695"/>
                  </a:cubicBezTo>
                  <a:cubicBezTo>
                    <a:pt x="24161" y="7244"/>
                    <a:pt x="13384" y="0"/>
                    <a:pt x="11881" y="677"/>
                  </a:cubicBezTo>
                  <a:lnTo>
                    <a:pt x="11806" y="727"/>
                  </a:ln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1" name="Google Shape;439;p51"/>
            <p:cNvSpPr/>
            <p:nvPr/>
          </p:nvSpPr>
          <p:spPr>
            <a:xfrm>
              <a:off x="7208640" y="2614680"/>
              <a:ext cx="236160" cy="133560"/>
            </a:xfrm>
            <a:custGeom>
              <a:avLst/>
              <a:gdLst>
                <a:gd name="textAreaLeft" fmla="*/ 0 w 236160"/>
                <a:gd name="textAreaRight" fmla="*/ 236520 w 236160"/>
                <a:gd name="textAreaTop" fmla="*/ 0 h 133560"/>
                <a:gd name="textAreaBottom" fmla="*/ 133920 h 133560"/>
              </a:gdLst>
              <a:ahLst/>
              <a:cxnLst/>
              <a:rect l="textAreaLeft" t="textAreaTop" r="textAreaRight" b="textAreaBottom"/>
              <a:pathLst>
                <a:path w="7745" h="4387">
                  <a:moveTo>
                    <a:pt x="7193" y="2231"/>
                  </a:moveTo>
                  <a:cubicBezTo>
                    <a:pt x="7193" y="2231"/>
                    <a:pt x="6943" y="1429"/>
                    <a:pt x="6391" y="1003"/>
                  </a:cubicBezTo>
                  <a:cubicBezTo>
                    <a:pt x="5840" y="577"/>
                    <a:pt x="5013" y="0"/>
                    <a:pt x="4637" y="226"/>
                  </a:cubicBezTo>
                  <a:cubicBezTo>
                    <a:pt x="4236" y="451"/>
                    <a:pt x="5489" y="1429"/>
                    <a:pt x="5489" y="1429"/>
                  </a:cubicBezTo>
                  <a:cubicBezTo>
                    <a:pt x="4136" y="877"/>
                    <a:pt x="2857" y="777"/>
                    <a:pt x="2281" y="727"/>
                  </a:cubicBezTo>
                  <a:cubicBezTo>
                    <a:pt x="1704" y="702"/>
                    <a:pt x="0" y="1354"/>
                    <a:pt x="326" y="1880"/>
                  </a:cubicBezTo>
                  <a:cubicBezTo>
                    <a:pt x="677" y="2381"/>
                    <a:pt x="2030" y="3108"/>
                    <a:pt x="2607" y="3434"/>
                  </a:cubicBezTo>
                  <a:cubicBezTo>
                    <a:pt x="3183" y="3785"/>
                    <a:pt x="5038" y="4386"/>
                    <a:pt x="6391" y="4211"/>
                  </a:cubicBezTo>
                  <a:cubicBezTo>
                    <a:pt x="7745" y="4035"/>
                    <a:pt x="7193" y="2231"/>
                    <a:pt x="7193" y="2231"/>
                  </a:cubicBezTo>
                  <a:close/>
                </a:path>
              </a:pathLst>
            </a:custGeom>
            <a:solidFill>
              <a:schemeClr val="accent6"/>
            </a:solidFill>
            <a:ln w="0">
              <a:noFill/>
            </a:ln>
          </p:spPr>
          <p:style>
            <a:lnRef idx="0"/>
            <a:fillRef idx="0"/>
            <a:effectRef idx="0"/>
            <a:fontRef idx="minor"/>
          </p:style>
          <p:txBody>
            <a:bodyPr tIns="66960" bIns="66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2" name="Google Shape;440;p51"/>
            <p:cNvSpPr/>
            <p:nvPr/>
          </p:nvSpPr>
          <p:spPr>
            <a:xfrm>
              <a:off x="7324920" y="3027960"/>
              <a:ext cx="756360" cy="587160"/>
            </a:xfrm>
            <a:custGeom>
              <a:avLst/>
              <a:gdLst>
                <a:gd name="textAreaLeft" fmla="*/ 0 w 756360"/>
                <a:gd name="textAreaRight" fmla="*/ 756720 w 756360"/>
                <a:gd name="textAreaTop" fmla="*/ 0 h 587160"/>
                <a:gd name="textAreaBottom" fmla="*/ 587520 h 587160"/>
              </a:gdLst>
              <a:ahLst/>
              <a:cxnLst/>
              <a:rect l="textAreaLeft" t="textAreaTop" r="textAreaRight" b="textAreaBottom"/>
              <a:pathLst>
                <a:path w="24788" h="19249">
                  <a:moveTo>
                    <a:pt x="24387" y="852"/>
                  </a:moveTo>
                  <a:cubicBezTo>
                    <a:pt x="24788" y="7118"/>
                    <a:pt x="17720" y="10075"/>
                    <a:pt x="7570" y="7243"/>
                  </a:cubicBezTo>
                  <a:cubicBezTo>
                    <a:pt x="7570" y="7243"/>
                    <a:pt x="6868" y="10125"/>
                    <a:pt x="4888" y="18822"/>
                  </a:cubicBezTo>
                  <a:cubicBezTo>
                    <a:pt x="2081" y="19248"/>
                    <a:pt x="302" y="18822"/>
                    <a:pt x="302" y="18822"/>
                  </a:cubicBezTo>
                  <a:cubicBezTo>
                    <a:pt x="302" y="18822"/>
                    <a:pt x="1" y="1830"/>
                    <a:pt x="4888" y="1078"/>
                  </a:cubicBezTo>
                  <a:cubicBezTo>
                    <a:pt x="9775" y="326"/>
                    <a:pt x="19575" y="226"/>
                    <a:pt x="19550" y="0"/>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3" name="Google Shape;441;p51"/>
            <p:cNvSpPr/>
            <p:nvPr/>
          </p:nvSpPr>
          <p:spPr>
            <a:xfrm>
              <a:off x="7699320" y="1976760"/>
              <a:ext cx="319680" cy="352440"/>
            </a:xfrm>
            <a:custGeom>
              <a:avLst/>
              <a:gdLst>
                <a:gd name="textAreaLeft" fmla="*/ 0 w 319680"/>
                <a:gd name="textAreaRight" fmla="*/ 320040 w 319680"/>
                <a:gd name="textAreaTop" fmla="*/ 0 h 352440"/>
                <a:gd name="textAreaBottom" fmla="*/ 352800 h 352440"/>
              </a:gdLst>
              <a:ahLst/>
              <a:cxnLst/>
              <a:rect l="textAreaLeft" t="textAreaTop" r="textAreaRight" b="textAreaBottom"/>
              <a:pathLst>
                <a:path w="10477" h="11555">
                  <a:moveTo>
                    <a:pt x="7920" y="226"/>
                  </a:moveTo>
                  <a:cubicBezTo>
                    <a:pt x="6742" y="26"/>
                    <a:pt x="5138" y="1"/>
                    <a:pt x="4011" y="327"/>
                  </a:cubicBezTo>
                  <a:cubicBezTo>
                    <a:pt x="2106" y="903"/>
                    <a:pt x="1053" y="2106"/>
                    <a:pt x="602" y="3936"/>
                  </a:cubicBezTo>
                  <a:cubicBezTo>
                    <a:pt x="126" y="5740"/>
                    <a:pt x="0" y="8798"/>
                    <a:pt x="1053" y="10502"/>
                  </a:cubicBezTo>
                  <a:cubicBezTo>
                    <a:pt x="1705" y="11555"/>
                    <a:pt x="3158" y="11354"/>
                    <a:pt x="4186" y="11079"/>
                  </a:cubicBezTo>
                  <a:cubicBezTo>
                    <a:pt x="5439" y="10753"/>
                    <a:pt x="7093" y="10201"/>
                    <a:pt x="8121" y="9424"/>
                  </a:cubicBezTo>
                  <a:cubicBezTo>
                    <a:pt x="9549" y="8347"/>
                    <a:pt x="10301" y="5966"/>
                    <a:pt x="10402" y="4236"/>
                  </a:cubicBezTo>
                  <a:cubicBezTo>
                    <a:pt x="10477" y="2758"/>
                    <a:pt x="9725" y="527"/>
                    <a:pt x="7920" y="226"/>
                  </a:cubicBez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4" name="Google Shape;442;p51"/>
            <p:cNvSpPr/>
            <p:nvPr/>
          </p:nvSpPr>
          <p:spPr>
            <a:xfrm>
              <a:off x="7701480" y="1925280"/>
              <a:ext cx="319680" cy="369360"/>
            </a:xfrm>
            <a:custGeom>
              <a:avLst/>
              <a:gdLst>
                <a:gd name="textAreaLeft" fmla="*/ 0 w 319680"/>
                <a:gd name="textAreaRight" fmla="*/ 320040 w 319680"/>
                <a:gd name="textAreaTop" fmla="*/ 0 h 369360"/>
                <a:gd name="textAreaBottom" fmla="*/ 369720 h 369360"/>
              </a:gdLst>
              <a:ahLst/>
              <a:cxnLst/>
              <a:rect l="textAreaLeft" t="textAreaTop" r="textAreaRight" b="textAreaBottom"/>
              <a:pathLst>
                <a:path w="10477" h="12106">
                  <a:moveTo>
                    <a:pt x="9324" y="2231"/>
                  </a:moveTo>
                  <a:cubicBezTo>
                    <a:pt x="10477" y="3008"/>
                    <a:pt x="10377" y="4737"/>
                    <a:pt x="10327" y="5915"/>
                  </a:cubicBezTo>
                  <a:cubicBezTo>
                    <a:pt x="10226" y="7645"/>
                    <a:pt x="9474" y="10026"/>
                    <a:pt x="8046" y="11103"/>
                  </a:cubicBezTo>
                  <a:cubicBezTo>
                    <a:pt x="7244" y="11705"/>
                    <a:pt x="7219" y="11780"/>
                    <a:pt x="6141" y="12106"/>
                  </a:cubicBezTo>
                  <a:cubicBezTo>
                    <a:pt x="6066" y="12056"/>
                    <a:pt x="5815" y="11880"/>
                    <a:pt x="5540" y="11680"/>
                  </a:cubicBezTo>
                  <a:cubicBezTo>
                    <a:pt x="4938" y="11254"/>
                    <a:pt x="4662" y="10477"/>
                    <a:pt x="4888" y="9775"/>
                  </a:cubicBezTo>
                  <a:cubicBezTo>
                    <a:pt x="5088" y="9098"/>
                    <a:pt x="5113" y="8271"/>
                    <a:pt x="4738" y="8046"/>
                  </a:cubicBezTo>
                  <a:cubicBezTo>
                    <a:pt x="4086" y="7695"/>
                    <a:pt x="3660" y="8948"/>
                    <a:pt x="3660" y="8948"/>
                  </a:cubicBezTo>
                  <a:cubicBezTo>
                    <a:pt x="3284" y="8798"/>
                    <a:pt x="2732" y="8372"/>
                    <a:pt x="3033" y="7645"/>
                  </a:cubicBezTo>
                  <a:cubicBezTo>
                    <a:pt x="3359" y="6918"/>
                    <a:pt x="3033" y="6141"/>
                    <a:pt x="3033" y="6141"/>
                  </a:cubicBezTo>
                  <a:cubicBezTo>
                    <a:pt x="1905" y="6166"/>
                    <a:pt x="1379" y="4612"/>
                    <a:pt x="1028" y="4412"/>
                  </a:cubicBezTo>
                  <a:cubicBezTo>
                    <a:pt x="251" y="3986"/>
                    <a:pt x="1" y="3810"/>
                    <a:pt x="126" y="3083"/>
                  </a:cubicBezTo>
                  <a:cubicBezTo>
                    <a:pt x="201" y="2607"/>
                    <a:pt x="402" y="2131"/>
                    <a:pt x="753" y="1805"/>
                  </a:cubicBezTo>
                  <a:cubicBezTo>
                    <a:pt x="1154" y="1429"/>
                    <a:pt x="2507" y="928"/>
                    <a:pt x="3033" y="778"/>
                  </a:cubicBezTo>
                  <a:cubicBezTo>
                    <a:pt x="6166" y="1"/>
                    <a:pt x="8597" y="552"/>
                    <a:pt x="9324" y="2231"/>
                  </a:cubicBez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5" name="Google Shape;443;p51"/>
            <p:cNvSpPr/>
            <p:nvPr/>
          </p:nvSpPr>
          <p:spPr>
            <a:xfrm>
              <a:off x="7607520" y="2219040"/>
              <a:ext cx="601920" cy="925560"/>
            </a:xfrm>
            <a:custGeom>
              <a:avLst/>
              <a:gdLst>
                <a:gd name="textAreaLeft" fmla="*/ 0 w 601920"/>
                <a:gd name="textAreaRight" fmla="*/ 602280 w 601920"/>
                <a:gd name="textAreaTop" fmla="*/ 0 h 925560"/>
                <a:gd name="textAreaBottom" fmla="*/ 925920 h 925560"/>
              </a:gdLst>
              <a:ahLst/>
              <a:cxnLst/>
              <a:rect l="textAreaLeft" t="textAreaTop" r="textAreaRight" b="textAreaBottom"/>
              <a:pathLst>
                <a:path w="19726" h="30327">
                  <a:moveTo>
                    <a:pt x="4913" y="3986"/>
                  </a:moveTo>
                  <a:cubicBezTo>
                    <a:pt x="7369" y="2281"/>
                    <a:pt x="10577" y="1"/>
                    <a:pt x="15164" y="3685"/>
                  </a:cubicBezTo>
                  <a:cubicBezTo>
                    <a:pt x="19725" y="7344"/>
                    <a:pt x="19400" y="23259"/>
                    <a:pt x="18272" y="26668"/>
                  </a:cubicBezTo>
                  <a:cubicBezTo>
                    <a:pt x="17144" y="30051"/>
                    <a:pt x="9550" y="30327"/>
                    <a:pt x="7269" y="30026"/>
                  </a:cubicBezTo>
                  <a:cubicBezTo>
                    <a:pt x="5013" y="29725"/>
                    <a:pt x="7244" y="25815"/>
                    <a:pt x="6492" y="23234"/>
                  </a:cubicBezTo>
                  <a:cubicBezTo>
                    <a:pt x="5740" y="20627"/>
                    <a:pt x="1" y="7444"/>
                    <a:pt x="4913" y="3986"/>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6" name="Google Shape;444;p51"/>
            <p:cNvSpPr/>
            <p:nvPr/>
          </p:nvSpPr>
          <p:spPr>
            <a:xfrm>
              <a:off x="7696080" y="2379240"/>
              <a:ext cx="195480" cy="413640"/>
            </a:xfrm>
            <a:custGeom>
              <a:avLst/>
              <a:gdLst>
                <a:gd name="textAreaLeft" fmla="*/ 0 w 195480"/>
                <a:gd name="textAreaRight" fmla="*/ 195840 w 195480"/>
                <a:gd name="textAreaTop" fmla="*/ 0 h 413640"/>
                <a:gd name="textAreaBottom" fmla="*/ 414000 h 413640"/>
              </a:gdLst>
              <a:ahLst/>
              <a:cxnLst/>
              <a:rect l="textAreaLeft" t="textAreaTop" r="textAreaRight" b="textAreaBottom"/>
              <a:pathLst>
                <a:path w="6417" h="13560">
                  <a:moveTo>
                    <a:pt x="978" y="2206"/>
                  </a:moveTo>
                  <a:cubicBezTo>
                    <a:pt x="727" y="2357"/>
                    <a:pt x="401" y="2883"/>
                    <a:pt x="50" y="3635"/>
                  </a:cubicBezTo>
                  <a:cubicBezTo>
                    <a:pt x="0" y="6743"/>
                    <a:pt x="1053" y="10577"/>
                    <a:pt x="2055" y="13560"/>
                  </a:cubicBezTo>
                  <a:cubicBezTo>
                    <a:pt x="2807" y="12432"/>
                    <a:pt x="3559" y="11279"/>
                    <a:pt x="4236" y="10302"/>
                  </a:cubicBezTo>
                  <a:cubicBezTo>
                    <a:pt x="6416" y="7119"/>
                    <a:pt x="4612" y="1"/>
                    <a:pt x="978" y="2206"/>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7" name="Google Shape;445;p51"/>
            <p:cNvSpPr/>
            <p:nvPr/>
          </p:nvSpPr>
          <p:spPr>
            <a:xfrm>
              <a:off x="8026560" y="2518200"/>
              <a:ext cx="505440" cy="969840"/>
            </a:xfrm>
            <a:custGeom>
              <a:avLst/>
              <a:gdLst>
                <a:gd name="textAreaLeft" fmla="*/ 0 w 505440"/>
                <a:gd name="textAreaRight" fmla="*/ 505800 w 505440"/>
                <a:gd name="textAreaTop" fmla="*/ 0 h 969840"/>
                <a:gd name="textAreaBottom" fmla="*/ 970200 h 969840"/>
              </a:gdLst>
              <a:ahLst/>
              <a:cxnLst/>
              <a:rect l="textAreaLeft" t="textAreaTop" r="textAreaRight" b="textAreaBottom"/>
              <a:pathLst>
                <a:path w="16567" h="31780">
                  <a:moveTo>
                    <a:pt x="13459" y="0"/>
                  </a:moveTo>
                  <a:cubicBezTo>
                    <a:pt x="13459" y="0"/>
                    <a:pt x="13459" y="50"/>
                    <a:pt x="13459" y="126"/>
                  </a:cubicBezTo>
                  <a:cubicBezTo>
                    <a:pt x="14386" y="50"/>
                    <a:pt x="15389" y="802"/>
                    <a:pt x="15815" y="1880"/>
                  </a:cubicBezTo>
                  <a:cubicBezTo>
                    <a:pt x="16567" y="3785"/>
                    <a:pt x="15564" y="24712"/>
                    <a:pt x="13760" y="24261"/>
                  </a:cubicBezTo>
                  <a:cubicBezTo>
                    <a:pt x="13183" y="24863"/>
                    <a:pt x="702" y="31780"/>
                    <a:pt x="702" y="31780"/>
                  </a:cubicBezTo>
                  <a:lnTo>
                    <a:pt x="0" y="7770"/>
                  </a:lnTo>
                  <a:cubicBezTo>
                    <a:pt x="0" y="7770"/>
                    <a:pt x="8797" y="126"/>
                    <a:pt x="13459" y="0"/>
                  </a:cubicBezTo>
                  <a:close/>
                </a:path>
              </a:pathLst>
            </a:custGeom>
            <a:solidFill>
              <a:srgbClr val="46467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8" name="Google Shape;446;p51"/>
            <p:cNvSpPr/>
            <p:nvPr/>
          </p:nvSpPr>
          <p:spPr>
            <a:xfrm>
              <a:off x="7903440" y="2718720"/>
              <a:ext cx="230040" cy="783360"/>
            </a:xfrm>
            <a:custGeom>
              <a:avLst/>
              <a:gdLst>
                <a:gd name="textAreaLeft" fmla="*/ 0 w 230040"/>
                <a:gd name="textAreaRight" fmla="*/ 230400 w 230040"/>
                <a:gd name="textAreaTop" fmla="*/ 0 h 783360"/>
                <a:gd name="textAreaBottom" fmla="*/ 783720 h 783360"/>
              </a:gdLst>
              <a:ahLst/>
              <a:cxnLst/>
              <a:rect l="textAreaLeft" t="textAreaTop" r="textAreaRight" b="textAreaBottom"/>
              <a:pathLst>
                <a:path w="7545" h="25666">
                  <a:moveTo>
                    <a:pt x="4737" y="25214"/>
                  </a:moveTo>
                  <a:cubicBezTo>
                    <a:pt x="6542" y="25665"/>
                    <a:pt x="7544" y="4763"/>
                    <a:pt x="6792" y="2858"/>
                  </a:cubicBezTo>
                  <a:cubicBezTo>
                    <a:pt x="6040" y="928"/>
                    <a:pt x="3359" y="1"/>
                    <a:pt x="2882" y="3159"/>
                  </a:cubicBezTo>
                  <a:cubicBezTo>
                    <a:pt x="2431" y="6317"/>
                    <a:pt x="0" y="24061"/>
                    <a:pt x="4737" y="25214"/>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9" name="Google Shape;447;p51"/>
            <p:cNvSpPr/>
            <p:nvPr/>
          </p:nvSpPr>
          <p:spPr>
            <a:xfrm>
              <a:off x="7367760" y="2304720"/>
              <a:ext cx="531360" cy="561960"/>
            </a:xfrm>
            <a:custGeom>
              <a:avLst/>
              <a:gdLst>
                <a:gd name="textAreaLeft" fmla="*/ 0 w 531360"/>
                <a:gd name="textAreaRight" fmla="*/ 531720 w 531360"/>
                <a:gd name="textAreaTop" fmla="*/ 0 h 561960"/>
                <a:gd name="textAreaBottom" fmla="*/ 562320 h 561960"/>
              </a:gdLst>
              <a:ahLst/>
              <a:cxnLst/>
              <a:rect l="textAreaLeft" t="textAreaTop" r="textAreaRight" b="textAreaBottom"/>
              <a:pathLst>
                <a:path w="17419" h="18422">
                  <a:moveTo>
                    <a:pt x="11980" y="2206"/>
                  </a:moveTo>
                  <a:cubicBezTo>
                    <a:pt x="10777" y="2933"/>
                    <a:pt x="7369" y="13109"/>
                    <a:pt x="7369" y="13109"/>
                  </a:cubicBezTo>
                  <a:lnTo>
                    <a:pt x="2206" y="11605"/>
                  </a:lnTo>
                  <a:cubicBezTo>
                    <a:pt x="1554" y="11630"/>
                    <a:pt x="0" y="12783"/>
                    <a:pt x="326" y="14287"/>
                  </a:cubicBezTo>
                  <a:cubicBezTo>
                    <a:pt x="3559" y="16718"/>
                    <a:pt x="5339" y="17620"/>
                    <a:pt x="7770" y="18021"/>
                  </a:cubicBezTo>
                  <a:cubicBezTo>
                    <a:pt x="10226" y="18422"/>
                    <a:pt x="13058" y="13459"/>
                    <a:pt x="15238" y="10277"/>
                  </a:cubicBezTo>
                  <a:cubicBezTo>
                    <a:pt x="17419" y="7094"/>
                    <a:pt x="15614" y="1"/>
                    <a:pt x="11980" y="2206"/>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0" name="Google Shape;448;p51"/>
            <p:cNvSpPr/>
            <p:nvPr/>
          </p:nvSpPr>
          <p:spPr>
            <a:xfrm>
              <a:off x="6481080" y="2941560"/>
              <a:ext cx="557640" cy="322560"/>
            </a:xfrm>
            <a:custGeom>
              <a:avLst/>
              <a:gdLst>
                <a:gd name="textAreaLeft" fmla="*/ 0 w 557640"/>
                <a:gd name="textAreaRight" fmla="*/ 558000 w 557640"/>
                <a:gd name="textAreaTop" fmla="*/ 0 h 322560"/>
                <a:gd name="textAreaBottom" fmla="*/ 322920 h 322560"/>
              </a:gdLst>
              <a:ahLst/>
              <a:cxnLst/>
              <a:rect l="textAreaLeft" t="textAreaTop" r="textAreaRight" b="textAreaBottom"/>
              <a:pathLst>
                <a:path w="18272" h="10577">
                  <a:moveTo>
                    <a:pt x="17870" y="3659"/>
                  </a:moveTo>
                  <a:lnTo>
                    <a:pt x="11529" y="0"/>
                  </a:lnTo>
                  <a:lnTo>
                    <a:pt x="828" y="6165"/>
                  </a:lnTo>
                  <a:lnTo>
                    <a:pt x="1" y="6291"/>
                  </a:lnTo>
                  <a:lnTo>
                    <a:pt x="1" y="6516"/>
                  </a:lnTo>
                  <a:cubicBezTo>
                    <a:pt x="1" y="6592"/>
                    <a:pt x="26" y="6667"/>
                    <a:pt x="101" y="6717"/>
                  </a:cubicBezTo>
                  <a:lnTo>
                    <a:pt x="6567" y="10451"/>
                  </a:lnTo>
                  <a:cubicBezTo>
                    <a:pt x="6767" y="10577"/>
                    <a:pt x="7118" y="10551"/>
                    <a:pt x="7344" y="10426"/>
                  </a:cubicBezTo>
                  <a:lnTo>
                    <a:pt x="18071" y="4236"/>
                  </a:lnTo>
                  <a:cubicBezTo>
                    <a:pt x="18196" y="4160"/>
                    <a:pt x="18271" y="4035"/>
                    <a:pt x="18246" y="3960"/>
                  </a:cubicBezTo>
                  <a:lnTo>
                    <a:pt x="18246" y="3584"/>
                  </a:ln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1" name="Google Shape;449;p51"/>
            <p:cNvSpPr/>
            <p:nvPr/>
          </p:nvSpPr>
          <p:spPr>
            <a:xfrm>
              <a:off x="6396120" y="2656800"/>
              <a:ext cx="436680" cy="476280"/>
            </a:xfrm>
            <a:custGeom>
              <a:avLst/>
              <a:gdLst>
                <a:gd name="textAreaLeft" fmla="*/ 0 w 436680"/>
                <a:gd name="textAreaRight" fmla="*/ 437040 w 436680"/>
                <a:gd name="textAreaTop" fmla="*/ 0 h 476280"/>
                <a:gd name="textAreaBottom" fmla="*/ 476640 h 476280"/>
              </a:gdLst>
              <a:ahLst/>
              <a:cxnLst/>
              <a:rect l="textAreaLeft" t="textAreaTop" r="textAreaRight" b="textAreaBottom"/>
              <a:pathLst>
                <a:path w="14312" h="15615">
                  <a:moveTo>
                    <a:pt x="14311" y="8948"/>
                  </a:moveTo>
                  <a:lnTo>
                    <a:pt x="2783" y="15615"/>
                  </a:lnTo>
                  <a:lnTo>
                    <a:pt x="76" y="7093"/>
                  </a:lnTo>
                  <a:cubicBezTo>
                    <a:pt x="1" y="6843"/>
                    <a:pt x="101" y="6542"/>
                    <a:pt x="276" y="6417"/>
                  </a:cubicBezTo>
                  <a:lnTo>
                    <a:pt x="11204" y="126"/>
                  </a:lnTo>
                  <a:cubicBezTo>
                    <a:pt x="11379" y="1"/>
                    <a:pt x="11605" y="126"/>
                    <a:pt x="11680" y="377"/>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2" name="Google Shape;450;p51"/>
            <p:cNvSpPr/>
            <p:nvPr/>
          </p:nvSpPr>
          <p:spPr>
            <a:xfrm>
              <a:off x="6414480" y="2687400"/>
              <a:ext cx="399960" cy="419760"/>
            </a:xfrm>
            <a:custGeom>
              <a:avLst/>
              <a:gdLst>
                <a:gd name="textAreaLeft" fmla="*/ 0 w 399960"/>
                <a:gd name="textAreaRight" fmla="*/ 400320 w 399960"/>
                <a:gd name="textAreaTop" fmla="*/ 0 h 419760"/>
                <a:gd name="textAreaBottom" fmla="*/ 420120 h 419760"/>
              </a:gdLst>
              <a:ahLst/>
              <a:cxnLst/>
              <a:rect l="textAreaLeft" t="textAreaTop" r="textAreaRight" b="textAreaBottom"/>
              <a:pathLst>
                <a:path w="13108" h="13760">
                  <a:moveTo>
                    <a:pt x="13108" y="7594"/>
                  </a:moveTo>
                  <a:lnTo>
                    <a:pt x="2456" y="13760"/>
                  </a:lnTo>
                  <a:lnTo>
                    <a:pt x="0" y="6216"/>
                  </a:lnTo>
                  <a:lnTo>
                    <a:pt x="10777" y="0"/>
                  </a:ln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3" name="Google Shape;451;p51"/>
            <p:cNvSpPr/>
            <p:nvPr/>
          </p:nvSpPr>
          <p:spPr>
            <a:xfrm>
              <a:off x="6481080" y="2930040"/>
              <a:ext cx="559080" cy="322560"/>
            </a:xfrm>
            <a:custGeom>
              <a:avLst/>
              <a:gdLst>
                <a:gd name="textAreaLeft" fmla="*/ 0 w 559080"/>
                <a:gd name="textAreaRight" fmla="*/ 559440 w 559080"/>
                <a:gd name="textAreaTop" fmla="*/ 0 h 322560"/>
                <a:gd name="textAreaBottom" fmla="*/ 322920 h 322560"/>
              </a:gdLst>
              <a:ahLst/>
              <a:cxnLst/>
              <a:rect l="textAreaLeft" t="textAreaTop" r="textAreaRight" b="textAreaBottom"/>
              <a:pathLst>
                <a:path w="18322" h="10577">
                  <a:moveTo>
                    <a:pt x="18071" y="4261"/>
                  </a:moveTo>
                  <a:lnTo>
                    <a:pt x="7344" y="10451"/>
                  </a:lnTo>
                  <a:cubicBezTo>
                    <a:pt x="7118" y="10577"/>
                    <a:pt x="6767" y="10577"/>
                    <a:pt x="6567" y="10476"/>
                  </a:cubicBezTo>
                  <a:lnTo>
                    <a:pt x="1" y="6667"/>
                  </a:lnTo>
                  <a:lnTo>
                    <a:pt x="11529" y="0"/>
                  </a:lnTo>
                  <a:lnTo>
                    <a:pt x="18121" y="3810"/>
                  </a:lnTo>
                  <a:cubicBezTo>
                    <a:pt x="18321" y="3910"/>
                    <a:pt x="18296" y="4110"/>
                    <a:pt x="18071" y="426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4" name="Google Shape;452;p51"/>
            <p:cNvSpPr/>
            <p:nvPr/>
          </p:nvSpPr>
          <p:spPr>
            <a:xfrm>
              <a:off x="6481080" y="2930040"/>
              <a:ext cx="559080" cy="322560"/>
            </a:xfrm>
            <a:custGeom>
              <a:avLst/>
              <a:gdLst>
                <a:gd name="textAreaLeft" fmla="*/ 0 w 559080"/>
                <a:gd name="textAreaRight" fmla="*/ 559440 w 559080"/>
                <a:gd name="textAreaTop" fmla="*/ 0 h 322560"/>
                <a:gd name="textAreaBottom" fmla="*/ 322920 h 322560"/>
              </a:gdLst>
              <a:ahLst/>
              <a:cxnLst/>
              <a:rect l="textAreaLeft" t="textAreaTop" r="textAreaRight" b="textAreaBottom"/>
              <a:pathLst>
                <a:path w="18322" h="10577">
                  <a:moveTo>
                    <a:pt x="18071" y="4261"/>
                  </a:moveTo>
                  <a:lnTo>
                    <a:pt x="7344" y="10451"/>
                  </a:lnTo>
                  <a:cubicBezTo>
                    <a:pt x="7118" y="10577"/>
                    <a:pt x="6767" y="10577"/>
                    <a:pt x="6567" y="10476"/>
                  </a:cubicBezTo>
                  <a:lnTo>
                    <a:pt x="1" y="6667"/>
                  </a:lnTo>
                  <a:lnTo>
                    <a:pt x="11529" y="0"/>
                  </a:lnTo>
                  <a:lnTo>
                    <a:pt x="18121" y="3810"/>
                  </a:lnTo>
                  <a:cubicBezTo>
                    <a:pt x="18321" y="3910"/>
                    <a:pt x="18296" y="4110"/>
                    <a:pt x="18071" y="426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5" name="Google Shape;453;p51"/>
            <p:cNvSpPr/>
            <p:nvPr/>
          </p:nvSpPr>
          <p:spPr>
            <a:xfrm>
              <a:off x="6516360" y="2950560"/>
              <a:ext cx="413640" cy="239040"/>
            </a:xfrm>
            <a:custGeom>
              <a:avLst/>
              <a:gdLst>
                <a:gd name="textAreaLeft" fmla="*/ 0 w 413640"/>
                <a:gd name="textAreaRight" fmla="*/ 414000 w 413640"/>
                <a:gd name="textAreaTop" fmla="*/ 0 h 239040"/>
                <a:gd name="textAreaBottom" fmla="*/ 239400 h 239040"/>
              </a:gdLst>
              <a:ahLst/>
              <a:cxnLst/>
              <a:rect l="textAreaLeft" t="textAreaTop" r="textAreaRight" b="textAreaBottom"/>
              <a:pathLst>
                <a:path w="13560" h="7846">
                  <a:moveTo>
                    <a:pt x="13559" y="1805"/>
                  </a:moveTo>
                  <a:lnTo>
                    <a:pt x="3108" y="7845"/>
                  </a:lnTo>
                  <a:lnTo>
                    <a:pt x="0" y="6041"/>
                  </a:lnTo>
                  <a:lnTo>
                    <a:pt x="10452" y="1"/>
                  </a:lnTo>
                  <a:close/>
                </a:path>
              </a:pathLst>
            </a:custGeom>
            <a:solidFill>
              <a:srgbClr val="112b4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6" name="Google Shape;454;p51"/>
            <p:cNvSpPr/>
            <p:nvPr/>
          </p:nvSpPr>
          <p:spPr>
            <a:xfrm>
              <a:off x="6755040" y="3088440"/>
              <a:ext cx="135000" cy="78480"/>
            </a:xfrm>
            <a:custGeom>
              <a:avLst/>
              <a:gdLst>
                <a:gd name="textAreaLeft" fmla="*/ 0 w 135000"/>
                <a:gd name="textAreaRight" fmla="*/ 135360 w 135000"/>
                <a:gd name="textAreaTop" fmla="*/ 0 h 78480"/>
                <a:gd name="textAreaBottom" fmla="*/ 78840 h 78480"/>
              </a:gdLst>
              <a:ahLst/>
              <a:cxnLst/>
              <a:rect l="textAreaLeft" t="textAreaTop" r="textAreaRight" b="textAreaBottom"/>
              <a:pathLst>
                <a:path w="4438" h="2582">
                  <a:moveTo>
                    <a:pt x="4287" y="1053"/>
                  </a:moveTo>
                  <a:lnTo>
                    <a:pt x="1806" y="2481"/>
                  </a:lnTo>
                  <a:cubicBezTo>
                    <a:pt x="1655" y="2556"/>
                    <a:pt x="1455" y="2582"/>
                    <a:pt x="1329" y="2506"/>
                  </a:cubicBezTo>
                  <a:lnTo>
                    <a:pt x="126" y="1805"/>
                  </a:lnTo>
                  <a:cubicBezTo>
                    <a:pt x="1" y="1754"/>
                    <a:pt x="26" y="1629"/>
                    <a:pt x="176" y="1529"/>
                  </a:cubicBezTo>
                  <a:lnTo>
                    <a:pt x="2658" y="100"/>
                  </a:lnTo>
                  <a:cubicBezTo>
                    <a:pt x="2808" y="25"/>
                    <a:pt x="3009" y="0"/>
                    <a:pt x="3134" y="75"/>
                  </a:cubicBezTo>
                  <a:lnTo>
                    <a:pt x="4337" y="777"/>
                  </a:lnTo>
                  <a:cubicBezTo>
                    <a:pt x="4437" y="852"/>
                    <a:pt x="4437" y="952"/>
                    <a:pt x="4287" y="1053"/>
                  </a:cubicBezTo>
                  <a:close/>
                </a:path>
              </a:pathLst>
            </a:custGeom>
            <a:solidFill>
              <a:srgbClr val="3c3c6d"/>
            </a:solidFill>
            <a:ln w="0">
              <a:noFill/>
            </a:ln>
          </p:spPr>
          <p:style>
            <a:lnRef idx="0"/>
            <a:fillRef idx="0"/>
            <a:effectRef idx="0"/>
            <a:fontRef idx="minor"/>
          </p:style>
          <p:txBody>
            <a:bodyPr tIns="39240" bIns="39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7" name="Google Shape;455;p51"/>
            <p:cNvSpPr/>
            <p:nvPr/>
          </p:nvSpPr>
          <p:spPr>
            <a:xfrm>
              <a:off x="5184000" y="3523680"/>
              <a:ext cx="756360" cy="587520"/>
            </a:xfrm>
            <a:custGeom>
              <a:avLst/>
              <a:gdLst>
                <a:gd name="textAreaLeft" fmla="*/ 0 w 756360"/>
                <a:gd name="textAreaRight" fmla="*/ 756720 w 756360"/>
                <a:gd name="textAreaTop" fmla="*/ 0 h 587520"/>
                <a:gd name="textAreaBottom" fmla="*/ 587880 h 587520"/>
              </a:gdLst>
              <a:ahLst/>
              <a:cxnLst/>
              <a:rect l="textAreaLeft" t="textAreaTop" r="textAreaRight" b="textAreaBottom"/>
              <a:pathLst>
                <a:path w="24788" h="19250">
                  <a:moveTo>
                    <a:pt x="401" y="853"/>
                  </a:moveTo>
                  <a:cubicBezTo>
                    <a:pt x="0" y="7119"/>
                    <a:pt x="7068" y="10076"/>
                    <a:pt x="17218" y="7244"/>
                  </a:cubicBezTo>
                  <a:cubicBezTo>
                    <a:pt x="17218" y="7244"/>
                    <a:pt x="17920" y="10126"/>
                    <a:pt x="19875" y="18823"/>
                  </a:cubicBezTo>
                  <a:cubicBezTo>
                    <a:pt x="22682" y="19249"/>
                    <a:pt x="24386" y="16818"/>
                    <a:pt x="24386" y="16818"/>
                  </a:cubicBezTo>
                  <a:cubicBezTo>
                    <a:pt x="24386" y="16818"/>
                    <a:pt x="24787" y="1830"/>
                    <a:pt x="19875" y="1078"/>
                  </a:cubicBezTo>
                  <a:cubicBezTo>
                    <a:pt x="14988" y="327"/>
                    <a:pt x="5213" y="226"/>
                    <a:pt x="5213" y="1"/>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8" name="Google Shape;456;p51"/>
            <p:cNvSpPr/>
            <p:nvPr/>
          </p:nvSpPr>
          <p:spPr>
            <a:xfrm>
              <a:off x="5243760" y="2459520"/>
              <a:ext cx="319680" cy="352440"/>
            </a:xfrm>
            <a:custGeom>
              <a:avLst/>
              <a:gdLst>
                <a:gd name="textAreaLeft" fmla="*/ 0 w 319680"/>
                <a:gd name="textAreaRight" fmla="*/ 320040 w 319680"/>
                <a:gd name="textAreaTop" fmla="*/ 0 h 352440"/>
                <a:gd name="textAreaBottom" fmla="*/ 352800 h 352440"/>
              </a:gdLst>
              <a:ahLst/>
              <a:cxnLst/>
              <a:rect l="textAreaLeft" t="textAreaTop" r="textAreaRight" b="textAreaBottom"/>
              <a:pathLst>
                <a:path w="10478" h="11555">
                  <a:moveTo>
                    <a:pt x="2557" y="226"/>
                  </a:moveTo>
                  <a:cubicBezTo>
                    <a:pt x="3735" y="51"/>
                    <a:pt x="5339" y="0"/>
                    <a:pt x="6467" y="351"/>
                  </a:cubicBezTo>
                  <a:cubicBezTo>
                    <a:pt x="8372" y="903"/>
                    <a:pt x="9425" y="2131"/>
                    <a:pt x="9876" y="3935"/>
                  </a:cubicBezTo>
                  <a:cubicBezTo>
                    <a:pt x="10352" y="5765"/>
                    <a:pt x="10477" y="8797"/>
                    <a:pt x="9425" y="10502"/>
                  </a:cubicBezTo>
                  <a:cubicBezTo>
                    <a:pt x="8773" y="11554"/>
                    <a:pt x="7319" y="11354"/>
                    <a:pt x="6292" y="11078"/>
                  </a:cubicBezTo>
                  <a:cubicBezTo>
                    <a:pt x="5039" y="10752"/>
                    <a:pt x="3384" y="10201"/>
                    <a:pt x="2357" y="9424"/>
                  </a:cubicBezTo>
                  <a:cubicBezTo>
                    <a:pt x="928" y="8346"/>
                    <a:pt x="151" y="5965"/>
                    <a:pt x="76" y="4261"/>
                  </a:cubicBezTo>
                  <a:cubicBezTo>
                    <a:pt x="1" y="2782"/>
                    <a:pt x="753" y="527"/>
                    <a:pt x="2557" y="226"/>
                  </a:cubicBezTo>
                  <a:close/>
                </a:path>
              </a:pathLst>
            </a:custGeom>
            <a:solidFill>
              <a:srgbClr val="66534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9" name="Google Shape;457;p51"/>
            <p:cNvSpPr/>
            <p:nvPr/>
          </p:nvSpPr>
          <p:spPr>
            <a:xfrm>
              <a:off x="5240520" y="2408040"/>
              <a:ext cx="320400" cy="369360"/>
            </a:xfrm>
            <a:custGeom>
              <a:avLst/>
              <a:gdLst>
                <a:gd name="textAreaLeft" fmla="*/ 0 w 320400"/>
                <a:gd name="textAreaRight" fmla="*/ 320760 w 320400"/>
                <a:gd name="textAreaTop" fmla="*/ 0 h 369360"/>
                <a:gd name="textAreaBottom" fmla="*/ 369720 h 369360"/>
              </a:gdLst>
              <a:ahLst/>
              <a:cxnLst/>
              <a:rect l="textAreaLeft" t="textAreaTop" r="textAreaRight" b="textAreaBottom"/>
              <a:pathLst>
                <a:path w="10503" h="12106">
                  <a:moveTo>
                    <a:pt x="1179" y="2256"/>
                  </a:moveTo>
                  <a:cubicBezTo>
                    <a:pt x="26" y="3008"/>
                    <a:pt x="1" y="4812"/>
                    <a:pt x="51" y="6015"/>
                  </a:cubicBezTo>
                  <a:cubicBezTo>
                    <a:pt x="151" y="7720"/>
                    <a:pt x="1028" y="10025"/>
                    <a:pt x="2457" y="11103"/>
                  </a:cubicBezTo>
                  <a:cubicBezTo>
                    <a:pt x="3234" y="11705"/>
                    <a:pt x="3284" y="11780"/>
                    <a:pt x="4337" y="12106"/>
                  </a:cubicBezTo>
                  <a:cubicBezTo>
                    <a:pt x="4437" y="12055"/>
                    <a:pt x="4687" y="11905"/>
                    <a:pt x="4963" y="11705"/>
                  </a:cubicBezTo>
                  <a:cubicBezTo>
                    <a:pt x="5540" y="11253"/>
                    <a:pt x="5840" y="10502"/>
                    <a:pt x="5615" y="9800"/>
                  </a:cubicBezTo>
                  <a:cubicBezTo>
                    <a:pt x="5389" y="9098"/>
                    <a:pt x="5389" y="8271"/>
                    <a:pt x="5765" y="8070"/>
                  </a:cubicBezTo>
                  <a:cubicBezTo>
                    <a:pt x="6417" y="7720"/>
                    <a:pt x="6843" y="8948"/>
                    <a:pt x="6843" y="8948"/>
                  </a:cubicBezTo>
                  <a:cubicBezTo>
                    <a:pt x="7194" y="8822"/>
                    <a:pt x="7770" y="8396"/>
                    <a:pt x="7469" y="7644"/>
                  </a:cubicBezTo>
                  <a:cubicBezTo>
                    <a:pt x="7144" y="6918"/>
                    <a:pt x="7469" y="6141"/>
                    <a:pt x="7469" y="6141"/>
                  </a:cubicBezTo>
                  <a:cubicBezTo>
                    <a:pt x="8597" y="6166"/>
                    <a:pt x="9124" y="4612"/>
                    <a:pt x="9474" y="4411"/>
                  </a:cubicBezTo>
                  <a:cubicBezTo>
                    <a:pt x="10251" y="3985"/>
                    <a:pt x="10502" y="3810"/>
                    <a:pt x="10377" y="3083"/>
                  </a:cubicBezTo>
                  <a:cubicBezTo>
                    <a:pt x="10302" y="2607"/>
                    <a:pt x="10101" y="2131"/>
                    <a:pt x="9750" y="1805"/>
                  </a:cubicBezTo>
                  <a:cubicBezTo>
                    <a:pt x="9349" y="1429"/>
                    <a:pt x="7996" y="928"/>
                    <a:pt x="7469" y="802"/>
                  </a:cubicBezTo>
                  <a:cubicBezTo>
                    <a:pt x="4312" y="0"/>
                    <a:pt x="1880" y="577"/>
                    <a:pt x="1179" y="2256"/>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0" name="Google Shape;458;p51"/>
            <p:cNvSpPr/>
            <p:nvPr/>
          </p:nvSpPr>
          <p:spPr>
            <a:xfrm>
              <a:off x="5024880" y="2735640"/>
              <a:ext cx="637200" cy="892440"/>
            </a:xfrm>
            <a:custGeom>
              <a:avLst/>
              <a:gdLst>
                <a:gd name="textAreaLeft" fmla="*/ 0 w 637200"/>
                <a:gd name="textAreaRight" fmla="*/ 637560 w 637200"/>
                <a:gd name="textAreaTop" fmla="*/ 0 h 892440"/>
                <a:gd name="textAreaBottom" fmla="*/ 892800 h 892440"/>
              </a:gdLst>
              <a:ahLst/>
              <a:cxnLst/>
              <a:rect l="textAreaLeft" t="textAreaTop" r="textAreaRight" b="textAreaBottom"/>
              <a:pathLst>
                <a:path w="20878" h="29249">
                  <a:moveTo>
                    <a:pt x="15263" y="2907"/>
                  </a:moveTo>
                  <a:cubicBezTo>
                    <a:pt x="12431" y="1855"/>
                    <a:pt x="9148" y="0"/>
                    <a:pt x="4586" y="3659"/>
                  </a:cubicBezTo>
                  <a:cubicBezTo>
                    <a:pt x="0" y="7318"/>
                    <a:pt x="1253" y="22181"/>
                    <a:pt x="2381" y="25564"/>
                  </a:cubicBezTo>
                  <a:cubicBezTo>
                    <a:pt x="3509" y="28973"/>
                    <a:pt x="11103" y="29248"/>
                    <a:pt x="13384" y="28948"/>
                  </a:cubicBezTo>
                  <a:cubicBezTo>
                    <a:pt x="15639" y="28647"/>
                    <a:pt x="13409" y="24737"/>
                    <a:pt x="14160" y="22131"/>
                  </a:cubicBezTo>
                  <a:cubicBezTo>
                    <a:pt x="14912" y="19549"/>
                    <a:pt x="20877" y="4988"/>
                    <a:pt x="15263" y="290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1" name="Google Shape;459;p51"/>
            <p:cNvSpPr/>
            <p:nvPr/>
          </p:nvSpPr>
          <p:spPr>
            <a:xfrm>
              <a:off x="5370840" y="2775600"/>
              <a:ext cx="452520" cy="610200"/>
            </a:xfrm>
            <a:custGeom>
              <a:avLst/>
              <a:gdLst>
                <a:gd name="textAreaLeft" fmla="*/ 0 w 452520"/>
                <a:gd name="textAreaRight" fmla="*/ 452880 w 452520"/>
                <a:gd name="textAreaTop" fmla="*/ 0 h 610200"/>
                <a:gd name="textAreaBottom" fmla="*/ 610560 h 610200"/>
              </a:gdLst>
              <a:ahLst/>
              <a:cxnLst/>
              <a:rect l="textAreaLeft" t="textAreaTop" r="textAreaRight" b="textAreaBottom"/>
              <a:pathLst>
                <a:path w="14838" h="20001">
                  <a:moveTo>
                    <a:pt x="5439" y="2206"/>
                  </a:moveTo>
                  <a:cubicBezTo>
                    <a:pt x="6617" y="2933"/>
                    <a:pt x="9725" y="11980"/>
                    <a:pt x="9725" y="11980"/>
                  </a:cubicBezTo>
                  <a:lnTo>
                    <a:pt x="10828" y="4888"/>
                  </a:lnTo>
                  <a:cubicBezTo>
                    <a:pt x="10828" y="4888"/>
                    <a:pt x="13359" y="3685"/>
                    <a:pt x="14838" y="5289"/>
                  </a:cubicBezTo>
                  <a:cubicBezTo>
                    <a:pt x="13835" y="12156"/>
                    <a:pt x="13284" y="19198"/>
                    <a:pt x="10828" y="19599"/>
                  </a:cubicBezTo>
                  <a:cubicBezTo>
                    <a:pt x="8396" y="20000"/>
                    <a:pt x="4361" y="13484"/>
                    <a:pt x="2181" y="10301"/>
                  </a:cubicBezTo>
                  <a:cubicBezTo>
                    <a:pt x="0" y="7118"/>
                    <a:pt x="1805" y="0"/>
                    <a:pt x="5439" y="2206"/>
                  </a:cubicBez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2" name="Google Shape;460;p51"/>
            <p:cNvSpPr/>
            <p:nvPr/>
          </p:nvSpPr>
          <p:spPr>
            <a:xfrm>
              <a:off x="5763960" y="2736360"/>
              <a:ext cx="88560" cy="67680"/>
            </a:xfrm>
            <a:custGeom>
              <a:avLst/>
              <a:gdLst>
                <a:gd name="textAreaLeft" fmla="*/ 0 w 88560"/>
                <a:gd name="textAreaRight" fmla="*/ 88920 w 88560"/>
                <a:gd name="textAreaTop" fmla="*/ 0 h 67680"/>
                <a:gd name="textAreaBottom" fmla="*/ 68040 h 67680"/>
              </a:gdLst>
              <a:ahLst/>
              <a:cxnLst/>
              <a:rect l="textAreaLeft" t="textAreaTop" r="textAreaRight" b="textAreaBottom"/>
              <a:pathLst>
                <a:path w="2908" h="2231">
                  <a:moveTo>
                    <a:pt x="2908" y="0"/>
                  </a:moveTo>
                  <a:lnTo>
                    <a:pt x="2306" y="176"/>
                  </a:lnTo>
                  <a:lnTo>
                    <a:pt x="1" y="1905"/>
                  </a:lnTo>
                  <a:lnTo>
                    <a:pt x="176" y="2231"/>
                  </a:lnTo>
                  <a:lnTo>
                    <a:pt x="2632" y="401"/>
                  </a:lnTo>
                  <a:lnTo>
                    <a:pt x="2908" y="0"/>
                  </a:lnTo>
                  <a:close/>
                </a:path>
              </a:pathLst>
            </a:custGeom>
            <a:solidFill>
              <a:srgbClr val="3c3c6d"/>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3" name="Google Shape;461;p51"/>
            <p:cNvSpPr/>
            <p:nvPr/>
          </p:nvSpPr>
          <p:spPr>
            <a:xfrm>
              <a:off x="5690520" y="2761560"/>
              <a:ext cx="163440" cy="207000"/>
            </a:xfrm>
            <a:custGeom>
              <a:avLst/>
              <a:gdLst>
                <a:gd name="textAreaLeft" fmla="*/ 0 w 163440"/>
                <a:gd name="textAreaRight" fmla="*/ 163800 w 163440"/>
                <a:gd name="textAreaTop" fmla="*/ 0 h 207000"/>
                <a:gd name="textAreaBottom" fmla="*/ 207360 h 207000"/>
              </a:gdLst>
              <a:ahLst/>
              <a:cxnLst/>
              <a:rect l="textAreaLeft" t="textAreaTop" r="textAreaRight" b="textAreaBottom"/>
              <a:pathLst>
                <a:path w="5365" h="6793">
                  <a:moveTo>
                    <a:pt x="878" y="5740"/>
                  </a:moveTo>
                  <a:cubicBezTo>
                    <a:pt x="878" y="5539"/>
                    <a:pt x="1" y="3359"/>
                    <a:pt x="352" y="2557"/>
                  </a:cubicBezTo>
                  <a:cubicBezTo>
                    <a:pt x="702" y="1755"/>
                    <a:pt x="1154" y="1228"/>
                    <a:pt x="1154" y="1228"/>
                  </a:cubicBezTo>
                  <a:cubicBezTo>
                    <a:pt x="1529" y="0"/>
                    <a:pt x="2582" y="126"/>
                    <a:pt x="3384" y="928"/>
                  </a:cubicBezTo>
                  <a:cubicBezTo>
                    <a:pt x="4211" y="1755"/>
                    <a:pt x="5364" y="3760"/>
                    <a:pt x="3885" y="5439"/>
                  </a:cubicBezTo>
                  <a:cubicBezTo>
                    <a:pt x="2306" y="6792"/>
                    <a:pt x="878" y="5740"/>
                    <a:pt x="878" y="5740"/>
                  </a:cubicBezTo>
                  <a:close/>
                </a:path>
              </a:pathLst>
            </a:custGeom>
            <a:solidFill>
              <a:srgbClr val="66534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4" name="Google Shape;462;p51"/>
            <p:cNvSpPr/>
            <p:nvPr/>
          </p:nvSpPr>
          <p:spPr>
            <a:xfrm>
              <a:off x="4730400" y="3002040"/>
              <a:ext cx="505440" cy="969840"/>
            </a:xfrm>
            <a:custGeom>
              <a:avLst/>
              <a:gdLst>
                <a:gd name="textAreaLeft" fmla="*/ 0 w 505440"/>
                <a:gd name="textAreaRight" fmla="*/ 505800 w 505440"/>
                <a:gd name="textAreaTop" fmla="*/ 0 h 969840"/>
                <a:gd name="textAreaBottom" fmla="*/ 970200 h 969840"/>
              </a:gdLst>
              <a:ahLst/>
              <a:cxnLst/>
              <a:rect l="textAreaLeft" t="textAreaTop" r="textAreaRight" b="textAreaBottom"/>
              <a:pathLst>
                <a:path w="16568" h="31781">
                  <a:moveTo>
                    <a:pt x="3084" y="1"/>
                  </a:moveTo>
                  <a:cubicBezTo>
                    <a:pt x="3084" y="1"/>
                    <a:pt x="3084" y="26"/>
                    <a:pt x="3084" y="101"/>
                  </a:cubicBezTo>
                  <a:cubicBezTo>
                    <a:pt x="2181" y="26"/>
                    <a:pt x="1179" y="803"/>
                    <a:pt x="753" y="1856"/>
                  </a:cubicBezTo>
                  <a:cubicBezTo>
                    <a:pt x="1" y="3785"/>
                    <a:pt x="1003" y="24688"/>
                    <a:pt x="2808" y="24237"/>
                  </a:cubicBezTo>
                  <a:cubicBezTo>
                    <a:pt x="3359" y="24838"/>
                    <a:pt x="15841" y="31781"/>
                    <a:pt x="15841" y="31781"/>
                  </a:cubicBezTo>
                  <a:lnTo>
                    <a:pt x="16567" y="7745"/>
                  </a:lnTo>
                  <a:cubicBezTo>
                    <a:pt x="16567" y="7745"/>
                    <a:pt x="7745" y="126"/>
                    <a:pt x="3084" y="1"/>
                  </a:cubicBezTo>
                  <a:close/>
                </a:path>
              </a:pathLst>
            </a:custGeom>
            <a:solidFill>
              <a:srgbClr val="46467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5" name="Google Shape;463;p51"/>
            <p:cNvSpPr/>
            <p:nvPr/>
          </p:nvSpPr>
          <p:spPr>
            <a:xfrm>
              <a:off x="5128920" y="3201480"/>
              <a:ext cx="230040" cy="784080"/>
            </a:xfrm>
            <a:custGeom>
              <a:avLst/>
              <a:gdLst>
                <a:gd name="textAreaLeft" fmla="*/ 0 w 230040"/>
                <a:gd name="textAreaRight" fmla="*/ 230400 w 230040"/>
                <a:gd name="textAreaTop" fmla="*/ 0 h 784080"/>
                <a:gd name="textAreaBottom" fmla="*/ 784440 h 784080"/>
              </a:gdLst>
              <a:ahLst/>
              <a:cxnLst/>
              <a:rect l="textAreaLeft" t="textAreaTop" r="textAreaRight" b="textAreaBottom"/>
              <a:pathLst>
                <a:path w="7545" h="25690">
                  <a:moveTo>
                    <a:pt x="2783" y="25239"/>
                  </a:moveTo>
                  <a:cubicBezTo>
                    <a:pt x="1003" y="25690"/>
                    <a:pt x="1" y="4787"/>
                    <a:pt x="752" y="2858"/>
                  </a:cubicBezTo>
                  <a:cubicBezTo>
                    <a:pt x="1479" y="928"/>
                    <a:pt x="4186" y="0"/>
                    <a:pt x="4662" y="3158"/>
                  </a:cubicBezTo>
                  <a:cubicBezTo>
                    <a:pt x="5113" y="6316"/>
                    <a:pt x="7544" y="24061"/>
                    <a:pt x="2783" y="25239"/>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6" name="Google Shape;464;p51"/>
            <p:cNvSpPr/>
            <p:nvPr/>
          </p:nvSpPr>
          <p:spPr>
            <a:xfrm>
              <a:off x="7103880" y="4301280"/>
              <a:ext cx="356400" cy="156600"/>
            </a:xfrm>
            <a:custGeom>
              <a:avLst/>
              <a:gdLst>
                <a:gd name="textAreaLeft" fmla="*/ 0 w 356400"/>
                <a:gd name="textAreaRight" fmla="*/ 356760 w 356400"/>
                <a:gd name="textAreaTop" fmla="*/ 0 h 156600"/>
                <a:gd name="textAreaBottom" fmla="*/ 156960 h 156600"/>
              </a:gdLst>
              <a:ahLst/>
              <a:cxnLst/>
              <a:rect l="textAreaLeft" t="textAreaTop" r="textAreaRight" b="textAreaBottom"/>
              <a:pathLst>
                <a:path w="11680" h="5139">
                  <a:moveTo>
                    <a:pt x="11053" y="377"/>
                  </a:moveTo>
                  <a:lnTo>
                    <a:pt x="7118" y="1"/>
                  </a:lnTo>
                  <a:cubicBezTo>
                    <a:pt x="7118" y="1"/>
                    <a:pt x="4587" y="727"/>
                    <a:pt x="3083" y="928"/>
                  </a:cubicBezTo>
                  <a:cubicBezTo>
                    <a:pt x="1580" y="1153"/>
                    <a:pt x="502" y="903"/>
                    <a:pt x="151" y="1429"/>
                  </a:cubicBezTo>
                  <a:cubicBezTo>
                    <a:pt x="101" y="1529"/>
                    <a:pt x="76" y="1655"/>
                    <a:pt x="76" y="1805"/>
                  </a:cubicBezTo>
                  <a:lnTo>
                    <a:pt x="76" y="1805"/>
                  </a:lnTo>
                  <a:cubicBezTo>
                    <a:pt x="76" y="1805"/>
                    <a:pt x="76" y="1805"/>
                    <a:pt x="76" y="1830"/>
                  </a:cubicBezTo>
                  <a:cubicBezTo>
                    <a:pt x="1" y="2607"/>
                    <a:pt x="702" y="3334"/>
                    <a:pt x="1078" y="3635"/>
                  </a:cubicBezTo>
                  <a:cubicBezTo>
                    <a:pt x="1855" y="4186"/>
                    <a:pt x="2707" y="4537"/>
                    <a:pt x="5013" y="4336"/>
                  </a:cubicBezTo>
                  <a:cubicBezTo>
                    <a:pt x="5615" y="4086"/>
                    <a:pt x="6717" y="3935"/>
                    <a:pt x="7118" y="4537"/>
                  </a:cubicBezTo>
                  <a:cubicBezTo>
                    <a:pt x="7720" y="4838"/>
                    <a:pt x="10026" y="5138"/>
                    <a:pt x="11053" y="4537"/>
                  </a:cubicBezTo>
                  <a:lnTo>
                    <a:pt x="11053" y="4011"/>
                  </a:lnTo>
                  <a:cubicBezTo>
                    <a:pt x="11680" y="3409"/>
                    <a:pt x="11053" y="377"/>
                    <a:pt x="11053" y="377"/>
                  </a:cubicBezTo>
                  <a:close/>
                </a:path>
              </a:pathLst>
            </a:custGeom>
            <a:solidFill>
              <a:schemeClr val="accent3"/>
            </a:solidFill>
            <a:ln w="0">
              <a:noFill/>
            </a:ln>
          </p:spPr>
          <p:style>
            <a:lnRef idx="0"/>
            <a:fillRef idx="0"/>
            <a:effectRef idx="0"/>
            <a:fontRef idx="minor"/>
          </p:style>
          <p:txBody>
            <a:bodyPr tIns="78480" bIns="78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7" name="Google Shape;465;p51"/>
            <p:cNvSpPr/>
            <p:nvPr/>
          </p:nvSpPr>
          <p:spPr>
            <a:xfrm>
              <a:off x="7190280" y="3200040"/>
              <a:ext cx="344160" cy="1163520"/>
            </a:xfrm>
            <a:custGeom>
              <a:avLst/>
              <a:gdLst>
                <a:gd name="textAreaLeft" fmla="*/ 0 w 344160"/>
                <a:gd name="textAreaRight" fmla="*/ 344520 w 344160"/>
                <a:gd name="textAreaTop" fmla="*/ 0 h 1163520"/>
                <a:gd name="textAreaBottom" fmla="*/ 1163880 h 1163520"/>
              </a:gdLst>
              <a:ahLst/>
              <a:cxnLst/>
              <a:rect l="textAreaLeft" t="textAreaTop" r="textAreaRight" b="textAreaBottom"/>
              <a:pathLst>
                <a:path w="11279" h="38121">
                  <a:moveTo>
                    <a:pt x="9976" y="0"/>
                  </a:moveTo>
                  <a:cubicBezTo>
                    <a:pt x="11279" y="6742"/>
                    <a:pt x="6592" y="14111"/>
                    <a:pt x="6993" y="19549"/>
                  </a:cubicBezTo>
                  <a:cubicBezTo>
                    <a:pt x="7494" y="27018"/>
                    <a:pt x="7795" y="30276"/>
                    <a:pt x="8547" y="36341"/>
                  </a:cubicBezTo>
                  <a:cubicBezTo>
                    <a:pt x="8547" y="36341"/>
                    <a:pt x="5540" y="38121"/>
                    <a:pt x="3309" y="36066"/>
                  </a:cubicBezTo>
                  <a:cubicBezTo>
                    <a:pt x="1003" y="24186"/>
                    <a:pt x="1" y="22055"/>
                    <a:pt x="327" y="276"/>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8" name="Google Shape;466;p51"/>
            <p:cNvSpPr/>
            <p:nvPr/>
          </p:nvSpPr>
          <p:spPr>
            <a:xfrm>
              <a:off x="6891120" y="2118240"/>
              <a:ext cx="324720" cy="474120"/>
            </a:xfrm>
            <a:custGeom>
              <a:avLst/>
              <a:gdLst>
                <a:gd name="textAreaLeft" fmla="*/ 0 w 324720"/>
                <a:gd name="textAreaRight" fmla="*/ 325080 w 324720"/>
                <a:gd name="textAreaTop" fmla="*/ 0 h 474120"/>
                <a:gd name="textAreaBottom" fmla="*/ 474480 h 474120"/>
              </a:gdLst>
              <a:ahLst/>
              <a:cxnLst/>
              <a:rect l="textAreaLeft" t="textAreaTop" r="textAreaRight" b="textAreaBottom"/>
              <a:pathLst>
                <a:path w="10652" h="15540">
                  <a:moveTo>
                    <a:pt x="1354" y="4462"/>
                  </a:moveTo>
                  <a:cubicBezTo>
                    <a:pt x="0" y="6016"/>
                    <a:pt x="1128" y="12432"/>
                    <a:pt x="3008" y="13985"/>
                  </a:cubicBezTo>
                  <a:cubicBezTo>
                    <a:pt x="4887" y="15539"/>
                    <a:pt x="6441" y="14988"/>
                    <a:pt x="8070" y="13584"/>
                  </a:cubicBezTo>
                  <a:cubicBezTo>
                    <a:pt x="9699" y="12206"/>
                    <a:pt x="10652" y="8772"/>
                    <a:pt x="10276" y="6166"/>
                  </a:cubicBezTo>
                  <a:cubicBezTo>
                    <a:pt x="9725" y="2632"/>
                    <a:pt x="5163" y="0"/>
                    <a:pt x="1354" y="4462"/>
                  </a:cubicBezTo>
                  <a:close/>
                </a:path>
              </a:pathLst>
            </a:custGeom>
            <a:solidFill>
              <a:srgbClr val="66534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9" name="Google Shape;467;p51"/>
            <p:cNvSpPr/>
            <p:nvPr/>
          </p:nvSpPr>
          <p:spPr>
            <a:xfrm>
              <a:off x="6878160" y="2152440"/>
              <a:ext cx="349200" cy="409680"/>
            </a:xfrm>
            <a:custGeom>
              <a:avLst/>
              <a:gdLst>
                <a:gd name="textAreaLeft" fmla="*/ 0 w 349200"/>
                <a:gd name="textAreaRight" fmla="*/ 349560 w 349200"/>
                <a:gd name="textAreaTop" fmla="*/ 0 h 409680"/>
                <a:gd name="textAreaBottom" fmla="*/ 410040 h 409680"/>
              </a:gdLst>
              <a:ahLst/>
              <a:cxnLst/>
              <a:rect l="textAreaLeft" t="textAreaTop" r="textAreaRight" b="textAreaBottom"/>
              <a:pathLst>
                <a:path w="11454" h="13434">
                  <a:moveTo>
                    <a:pt x="1303" y="3985"/>
                  </a:moveTo>
                  <a:cubicBezTo>
                    <a:pt x="1303" y="3985"/>
                    <a:pt x="1028" y="4662"/>
                    <a:pt x="1178" y="5815"/>
                  </a:cubicBezTo>
                  <a:cubicBezTo>
                    <a:pt x="1353" y="6943"/>
                    <a:pt x="1754" y="7569"/>
                    <a:pt x="1955" y="8096"/>
                  </a:cubicBezTo>
                  <a:cubicBezTo>
                    <a:pt x="2181" y="8622"/>
                    <a:pt x="2105" y="8998"/>
                    <a:pt x="2331" y="9198"/>
                  </a:cubicBezTo>
                  <a:cubicBezTo>
                    <a:pt x="2556" y="9399"/>
                    <a:pt x="2506" y="7720"/>
                    <a:pt x="3033" y="7294"/>
                  </a:cubicBezTo>
                  <a:cubicBezTo>
                    <a:pt x="3559" y="6893"/>
                    <a:pt x="4336" y="8697"/>
                    <a:pt x="3258" y="9825"/>
                  </a:cubicBezTo>
                  <a:cubicBezTo>
                    <a:pt x="3108" y="10953"/>
                    <a:pt x="4536" y="12807"/>
                    <a:pt x="5063" y="13133"/>
                  </a:cubicBezTo>
                  <a:cubicBezTo>
                    <a:pt x="5614" y="13434"/>
                    <a:pt x="7795" y="13083"/>
                    <a:pt x="9148" y="11755"/>
                  </a:cubicBezTo>
                  <a:cubicBezTo>
                    <a:pt x="10501" y="10401"/>
                    <a:pt x="10802" y="8271"/>
                    <a:pt x="11128" y="5464"/>
                  </a:cubicBezTo>
                  <a:cubicBezTo>
                    <a:pt x="11454" y="2682"/>
                    <a:pt x="9374" y="1780"/>
                    <a:pt x="9374" y="1780"/>
                  </a:cubicBezTo>
                  <a:cubicBezTo>
                    <a:pt x="9323" y="0"/>
                    <a:pt x="3409" y="476"/>
                    <a:pt x="1278" y="1429"/>
                  </a:cubicBezTo>
                  <a:cubicBezTo>
                    <a:pt x="0" y="2055"/>
                    <a:pt x="1303" y="3985"/>
                    <a:pt x="1303" y="3985"/>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0" name="Google Shape;468;p51"/>
            <p:cNvSpPr/>
            <p:nvPr/>
          </p:nvSpPr>
          <p:spPr>
            <a:xfrm>
              <a:off x="6428880" y="3253680"/>
              <a:ext cx="239760" cy="89280"/>
            </a:xfrm>
            <a:custGeom>
              <a:avLst/>
              <a:gdLst>
                <a:gd name="textAreaLeft" fmla="*/ 0 w 239760"/>
                <a:gd name="textAreaRight" fmla="*/ 240120 w 239760"/>
                <a:gd name="textAreaTop" fmla="*/ 0 h 89280"/>
                <a:gd name="textAreaBottom" fmla="*/ 89640 h 89280"/>
              </a:gdLst>
              <a:ahLst/>
              <a:cxnLst/>
              <a:rect l="textAreaLeft" t="textAreaTop" r="textAreaRight" b="textAreaBottom"/>
              <a:pathLst>
                <a:path w="7870" h="2933">
                  <a:moveTo>
                    <a:pt x="7870" y="1956"/>
                  </a:moveTo>
                  <a:cubicBezTo>
                    <a:pt x="7870" y="1956"/>
                    <a:pt x="7519" y="2081"/>
                    <a:pt x="6642" y="2457"/>
                  </a:cubicBezTo>
                  <a:cubicBezTo>
                    <a:pt x="5790" y="2808"/>
                    <a:pt x="3935" y="2933"/>
                    <a:pt x="2757" y="2758"/>
                  </a:cubicBezTo>
                  <a:cubicBezTo>
                    <a:pt x="1604" y="2557"/>
                    <a:pt x="0" y="2306"/>
                    <a:pt x="326" y="1880"/>
                  </a:cubicBezTo>
                  <a:cubicBezTo>
                    <a:pt x="627" y="1454"/>
                    <a:pt x="6466" y="1"/>
                    <a:pt x="6717" y="126"/>
                  </a:cubicBezTo>
                  <a:cubicBezTo>
                    <a:pt x="6968" y="226"/>
                    <a:pt x="7870" y="1956"/>
                    <a:pt x="7870" y="1956"/>
                  </a:cubicBezTo>
                  <a:close/>
                </a:path>
              </a:pathLst>
            </a:custGeom>
            <a:solidFill>
              <a:srgbClr val="66534b"/>
            </a:solidFill>
            <a:ln w="0">
              <a:noFill/>
            </a:ln>
          </p:spPr>
          <p:style>
            <a:lnRef idx="0"/>
            <a:fillRef idx="0"/>
            <a:effectRef idx="0"/>
            <a:fontRef idx="minor"/>
          </p:style>
          <p:txBody>
            <a:bodyPr tIns="44640" bIns="44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1" name="Google Shape;469;p51"/>
            <p:cNvSpPr/>
            <p:nvPr/>
          </p:nvSpPr>
          <p:spPr>
            <a:xfrm>
              <a:off x="6872760" y="4411440"/>
              <a:ext cx="355320" cy="155880"/>
            </a:xfrm>
            <a:custGeom>
              <a:avLst/>
              <a:gdLst>
                <a:gd name="textAreaLeft" fmla="*/ 0 w 355320"/>
                <a:gd name="textAreaRight" fmla="*/ 355680 w 355320"/>
                <a:gd name="textAreaTop" fmla="*/ 0 h 155880"/>
                <a:gd name="textAreaBottom" fmla="*/ 156240 h 155880"/>
              </a:gdLst>
              <a:ahLst/>
              <a:cxnLst/>
              <a:rect l="textAreaLeft" t="textAreaTop" r="textAreaRight" b="textAreaBottom"/>
              <a:pathLst>
                <a:path w="11655" h="5114">
                  <a:moveTo>
                    <a:pt x="11053" y="352"/>
                  </a:moveTo>
                  <a:lnTo>
                    <a:pt x="7093" y="1"/>
                  </a:lnTo>
                  <a:cubicBezTo>
                    <a:pt x="7093" y="1"/>
                    <a:pt x="4562" y="702"/>
                    <a:pt x="3083" y="928"/>
                  </a:cubicBezTo>
                  <a:cubicBezTo>
                    <a:pt x="1580" y="1128"/>
                    <a:pt x="502" y="878"/>
                    <a:pt x="151" y="1429"/>
                  </a:cubicBezTo>
                  <a:cubicBezTo>
                    <a:pt x="76" y="1504"/>
                    <a:pt x="51" y="1630"/>
                    <a:pt x="76" y="1780"/>
                  </a:cubicBezTo>
                  <a:lnTo>
                    <a:pt x="76" y="1780"/>
                  </a:lnTo>
                  <a:cubicBezTo>
                    <a:pt x="76" y="1780"/>
                    <a:pt x="76" y="1780"/>
                    <a:pt x="76" y="1780"/>
                  </a:cubicBezTo>
                  <a:cubicBezTo>
                    <a:pt x="76" y="1780"/>
                    <a:pt x="76" y="1805"/>
                    <a:pt x="76" y="1805"/>
                  </a:cubicBezTo>
                  <a:cubicBezTo>
                    <a:pt x="1" y="2582"/>
                    <a:pt x="677" y="3334"/>
                    <a:pt x="1078" y="3610"/>
                  </a:cubicBezTo>
                  <a:cubicBezTo>
                    <a:pt x="1855" y="4186"/>
                    <a:pt x="2707" y="4512"/>
                    <a:pt x="5013" y="4311"/>
                  </a:cubicBezTo>
                  <a:cubicBezTo>
                    <a:pt x="5615" y="4086"/>
                    <a:pt x="6692" y="3910"/>
                    <a:pt x="7093" y="4512"/>
                  </a:cubicBezTo>
                  <a:cubicBezTo>
                    <a:pt x="7695" y="4813"/>
                    <a:pt x="10026" y="5113"/>
                    <a:pt x="11053" y="4512"/>
                  </a:cubicBezTo>
                  <a:lnTo>
                    <a:pt x="11053" y="4011"/>
                  </a:lnTo>
                  <a:cubicBezTo>
                    <a:pt x="11655" y="3384"/>
                    <a:pt x="11053" y="352"/>
                    <a:pt x="11053" y="352"/>
                  </a:cubicBezTo>
                  <a:close/>
                </a:path>
              </a:pathLst>
            </a:custGeom>
            <a:solidFill>
              <a:schemeClr val="accent3"/>
            </a:solidFill>
            <a:ln w="0">
              <a:noFill/>
            </a:ln>
          </p:spPr>
          <p:style>
            <a:lnRef idx="0"/>
            <a:fillRef idx="0"/>
            <a:effectRef idx="0"/>
            <a:fontRef idx="minor"/>
          </p:style>
          <p:txBody>
            <a:bodyPr tIns="78120" bIns="78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2" name="Google Shape;470;p51"/>
            <p:cNvSpPr/>
            <p:nvPr/>
          </p:nvSpPr>
          <p:spPr>
            <a:xfrm>
              <a:off x="7012080" y="3252240"/>
              <a:ext cx="403560" cy="1266840"/>
            </a:xfrm>
            <a:custGeom>
              <a:avLst/>
              <a:gdLst>
                <a:gd name="textAreaLeft" fmla="*/ 0 w 403560"/>
                <a:gd name="textAreaRight" fmla="*/ 403920 w 403560"/>
                <a:gd name="textAreaTop" fmla="*/ 0 h 1266840"/>
                <a:gd name="textAreaBottom" fmla="*/ 1267200 h 1266840"/>
              </a:gdLst>
              <a:ahLst/>
              <a:cxnLst/>
              <a:rect l="textAreaLeft" t="textAreaTop" r="textAreaRight" b="textAreaBottom"/>
              <a:pathLst>
                <a:path w="13234" h="41505">
                  <a:moveTo>
                    <a:pt x="12807" y="1"/>
                  </a:moveTo>
                  <a:cubicBezTo>
                    <a:pt x="13233" y="6868"/>
                    <a:pt x="7619" y="14387"/>
                    <a:pt x="7293" y="19925"/>
                  </a:cubicBezTo>
                  <a:cubicBezTo>
                    <a:pt x="6842" y="27545"/>
                    <a:pt x="6817" y="32908"/>
                    <a:pt x="6817" y="39098"/>
                  </a:cubicBezTo>
                  <a:cubicBezTo>
                    <a:pt x="6817" y="39098"/>
                    <a:pt x="1754" y="41504"/>
                    <a:pt x="1529" y="37795"/>
                  </a:cubicBezTo>
                  <a:cubicBezTo>
                    <a:pt x="777" y="25665"/>
                    <a:pt x="0" y="22482"/>
                    <a:pt x="3133" y="276"/>
                  </a:cubicBez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3" name="Google Shape;471;p51"/>
            <p:cNvSpPr/>
            <p:nvPr/>
          </p:nvSpPr>
          <p:spPr>
            <a:xfrm>
              <a:off x="6910920" y="2418840"/>
              <a:ext cx="607320" cy="998280"/>
            </a:xfrm>
            <a:custGeom>
              <a:avLst/>
              <a:gdLst>
                <a:gd name="textAreaLeft" fmla="*/ 0 w 607320"/>
                <a:gd name="textAreaRight" fmla="*/ 607680 w 607320"/>
                <a:gd name="textAreaTop" fmla="*/ 0 h 998280"/>
                <a:gd name="textAreaBottom" fmla="*/ 998640 h 998280"/>
              </a:gdLst>
              <a:ahLst/>
              <a:cxnLst/>
              <a:rect l="textAreaLeft" t="textAreaTop" r="textAreaRight" b="textAreaBottom"/>
              <a:pathLst>
                <a:path w="19901" h="32708">
                  <a:moveTo>
                    <a:pt x="2883" y="5263"/>
                  </a:moveTo>
                  <a:cubicBezTo>
                    <a:pt x="5690" y="3860"/>
                    <a:pt x="10277" y="0"/>
                    <a:pt x="14011" y="5038"/>
                  </a:cubicBezTo>
                  <a:cubicBezTo>
                    <a:pt x="17520" y="9775"/>
                    <a:pt x="18973" y="23985"/>
                    <a:pt x="19374" y="26817"/>
                  </a:cubicBezTo>
                  <a:cubicBezTo>
                    <a:pt x="19901" y="30652"/>
                    <a:pt x="9224" y="32707"/>
                    <a:pt x="6843" y="32607"/>
                  </a:cubicBezTo>
                  <a:cubicBezTo>
                    <a:pt x="6292" y="32582"/>
                    <a:pt x="5966" y="32331"/>
                    <a:pt x="5815" y="31805"/>
                  </a:cubicBezTo>
                  <a:cubicBezTo>
                    <a:pt x="5615" y="31103"/>
                    <a:pt x="6191" y="30602"/>
                    <a:pt x="6041" y="29950"/>
                  </a:cubicBezTo>
                  <a:cubicBezTo>
                    <a:pt x="5941" y="29574"/>
                    <a:pt x="5690" y="29273"/>
                    <a:pt x="5464" y="28973"/>
                  </a:cubicBezTo>
                  <a:cubicBezTo>
                    <a:pt x="5239" y="28672"/>
                    <a:pt x="5013" y="28371"/>
                    <a:pt x="4963" y="27995"/>
                  </a:cubicBezTo>
                  <a:cubicBezTo>
                    <a:pt x="4863" y="27369"/>
                    <a:pt x="5239" y="26792"/>
                    <a:pt x="5314" y="26191"/>
                  </a:cubicBezTo>
                  <a:cubicBezTo>
                    <a:pt x="5364" y="25740"/>
                    <a:pt x="5239" y="25288"/>
                    <a:pt x="5139" y="24862"/>
                  </a:cubicBezTo>
                  <a:cubicBezTo>
                    <a:pt x="4161" y="21253"/>
                    <a:pt x="2482" y="17920"/>
                    <a:pt x="1530" y="14286"/>
                  </a:cubicBezTo>
                  <a:cubicBezTo>
                    <a:pt x="903" y="11805"/>
                    <a:pt x="1" y="7920"/>
                    <a:pt x="2031" y="5865"/>
                  </a:cubicBezTo>
                  <a:cubicBezTo>
                    <a:pt x="2231" y="5664"/>
                    <a:pt x="2582" y="5338"/>
                    <a:pt x="2883" y="5263"/>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4" name="Google Shape;472;p51"/>
            <p:cNvSpPr/>
            <p:nvPr/>
          </p:nvSpPr>
          <p:spPr>
            <a:xfrm>
              <a:off x="6611040" y="2551320"/>
              <a:ext cx="496080" cy="763200"/>
            </a:xfrm>
            <a:custGeom>
              <a:avLst/>
              <a:gdLst>
                <a:gd name="textAreaLeft" fmla="*/ 0 w 496080"/>
                <a:gd name="textAreaRight" fmla="*/ 496440 w 496080"/>
                <a:gd name="textAreaTop" fmla="*/ 0 h 763200"/>
                <a:gd name="textAreaBottom" fmla="*/ 763560 h 763200"/>
              </a:gdLst>
              <a:ahLst/>
              <a:cxnLst/>
              <a:rect l="textAreaLeft" t="textAreaTop" r="textAreaRight" b="textAreaBottom"/>
              <a:pathLst>
                <a:path w="16266" h="25014">
                  <a:moveTo>
                    <a:pt x="10978" y="2833"/>
                  </a:moveTo>
                  <a:cubicBezTo>
                    <a:pt x="8697" y="10001"/>
                    <a:pt x="8496" y="13560"/>
                    <a:pt x="6291" y="16392"/>
                  </a:cubicBezTo>
                  <a:cubicBezTo>
                    <a:pt x="6115" y="16593"/>
                    <a:pt x="0" y="23134"/>
                    <a:pt x="0" y="23134"/>
                  </a:cubicBezTo>
                  <a:cubicBezTo>
                    <a:pt x="0" y="23134"/>
                    <a:pt x="827" y="24638"/>
                    <a:pt x="2958" y="25014"/>
                  </a:cubicBezTo>
                  <a:cubicBezTo>
                    <a:pt x="6366" y="23560"/>
                    <a:pt x="10251" y="18197"/>
                    <a:pt x="11278" y="17019"/>
                  </a:cubicBezTo>
                  <a:cubicBezTo>
                    <a:pt x="11880" y="16367"/>
                    <a:pt x="15238" y="10176"/>
                    <a:pt x="15765" y="7044"/>
                  </a:cubicBezTo>
                  <a:cubicBezTo>
                    <a:pt x="16266" y="3886"/>
                    <a:pt x="11905" y="1"/>
                    <a:pt x="10978" y="2833"/>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5" name="Google Shape;473;p51"/>
            <p:cNvSpPr/>
            <p:nvPr/>
          </p:nvSpPr>
          <p:spPr>
            <a:xfrm>
              <a:off x="6508440" y="1978200"/>
              <a:ext cx="557640" cy="322560"/>
            </a:xfrm>
            <a:custGeom>
              <a:avLst/>
              <a:gdLst>
                <a:gd name="textAreaLeft" fmla="*/ 0 w 557640"/>
                <a:gd name="textAreaRight" fmla="*/ 558000 w 557640"/>
                <a:gd name="textAreaTop" fmla="*/ 0 h 322560"/>
                <a:gd name="textAreaBottom" fmla="*/ 322920 h 322560"/>
              </a:gdLst>
              <a:ahLst/>
              <a:cxnLst/>
              <a:rect l="textAreaLeft" t="textAreaTop" r="textAreaRight" b="textAreaBottom"/>
              <a:pathLst>
                <a:path w="18272" h="10578">
                  <a:moveTo>
                    <a:pt x="17871" y="3660"/>
                  </a:moveTo>
                  <a:lnTo>
                    <a:pt x="11530" y="1"/>
                  </a:lnTo>
                  <a:lnTo>
                    <a:pt x="828" y="6191"/>
                  </a:lnTo>
                  <a:lnTo>
                    <a:pt x="1" y="6292"/>
                  </a:lnTo>
                  <a:lnTo>
                    <a:pt x="1" y="6517"/>
                  </a:lnTo>
                  <a:cubicBezTo>
                    <a:pt x="1" y="6592"/>
                    <a:pt x="26" y="6668"/>
                    <a:pt x="126" y="6718"/>
                  </a:cubicBezTo>
                  <a:lnTo>
                    <a:pt x="6567" y="10452"/>
                  </a:lnTo>
                  <a:cubicBezTo>
                    <a:pt x="6768" y="10577"/>
                    <a:pt x="7119" y="10552"/>
                    <a:pt x="7344" y="10427"/>
                  </a:cubicBezTo>
                  <a:lnTo>
                    <a:pt x="18071" y="4237"/>
                  </a:lnTo>
                  <a:cubicBezTo>
                    <a:pt x="18196" y="4161"/>
                    <a:pt x="18272" y="4036"/>
                    <a:pt x="18246" y="3961"/>
                  </a:cubicBezTo>
                  <a:lnTo>
                    <a:pt x="18246" y="3610"/>
                  </a:ln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6" name="Google Shape;474;p51"/>
            <p:cNvSpPr/>
            <p:nvPr/>
          </p:nvSpPr>
          <p:spPr>
            <a:xfrm>
              <a:off x="6508440" y="1966680"/>
              <a:ext cx="559080" cy="322560"/>
            </a:xfrm>
            <a:custGeom>
              <a:avLst/>
              <a:gdLst>
                <a:gd name="textAreaLeft" fmla="*/ 0 w 559080"/>
                <a:gd name="textAreaRight" fmla="*/ 559440 w 559080"/>
                <a:gd name="textAreaTop" fmla="*/ 0 h 322560"/>
                <a:gd name="textAreaBottom" fmla="*/ 322920 h 322560"/>
              </a:gdLst>
              <a:ahLst/>
              <a:cxnLst/>
              <a:rect l="textAreaLeft" t="textAreaTop" r="textAreaRight" b="textAreaBottom"/>
              <a:pathLst>
                <a:path w="18322" h="10577">
                  <a:moveTo>
                    <a:pt x="18071" y="4261"/>
                  </a:moveTo>
                  <a:lnTo>
                    <a:pt x="7344" y="10451"/>
                  </a:lnTo>
                  <a:cubicBezTo>
                    <a:pt x="7119" y="10577"/>
                    <a:pt x="6768" y="10577"/>
                    <a:pt x="6567" y="10476"/>
                  </a:cubicBezTo>
                  <a:lnTo>
                    <a:pt x="1" y="6667"/>
                  </a:lnTo>
                  <a:lnTo>
                    <a:pt x="11530" y="0"/>
                  </a:lnTo>
                  <a:lnTo>
                    <a:pt x="18121" y="3810"/>
                  </a:lnTo>
                  <a:cubicBezTo>
                    <a:pt x="18322" y="3935"/>
                    <a:pt x="18297" y="4110"/>
                    <a:pt x="18071" y="426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7" name="Google Shape;475;p51"/>
            <p:cNvSpPr/>
            <p:nvPr/>
          </p:nvSpPr>
          <p:spPr>
            <a:xfrm>
              <a:off x="6508440" y="1966680"/>
              <a:ext cx="559080" cy="322560"/>
            </a:xfrm>
            <a:custGeom>
              <a:avLst/>
              <a:gdLst>
                <a:gd name="textAreaLeft" fmla="*/ 0 w 559080"/>
                <a:gd name="textAreaRight" fmla="*/ 559440 w 559080"/>
                <a:gd name="textAreaTop" fmla="*/ 0 h 322560"/>
                <a:gd name="textAreaBottom" fmla="*/ 322920 h 322560"/>
              </a:gdLst>
              <a:ahLst/>
              <a:cxnLst/>
              <a:rect l="textAreaLeft" t="textAreaTop" r="textAreaRight" b="textAreaBottom"/>
              <a:pathLst>
                <a:path w="18322" h="10577">
                  <a:moveTo>
                    <a:pt x="18071" y="4261"/>
                  </a:moveTo>
                  <a:lnTo>
                    <a:pt x="7344" y="10451"/>
                  </a:lnTo>
                  <a:cubicBezTo>
                    <a:pt x="7119" y="10577"/>
                    <a:pt x="6768" y="10577"/>
                    <a:pt x="6567" y="10476"/>
                  </a:cubicBezTo>
                  <a:lnTo>
                    <a:pt x="1" y="6667"/>
                  </a:lnTo>
                  <a:lnTo>
                    <a:pt x="11530" y="0"/>
                  </a:lnTo>
                  <a:lnTo>
                    <a:pt x="18121" y="3810"/>
                  </a:lnTo>
                  <a:cubicBezTo>
                    <a:pt x="18322" y="3935"/>
                    <a:pt x="18297" y="4110"/>
                    <a:pt x="18071" y="426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8" name="Google Shape;476;p51"/>
            <p:cNvSpPr/>
            <p:nvPr/>
          </p:nvSpPr>
          <p:spPr>
            <a:xfrm>
              <a:off x="6627960" y="2038680"/>
              <a:ext cx="413640" cy="239040"/>
            </a:xfrm>
            <a:custGeom>
              <a:avLst/>
              <a:gdLst>
                <a:gd name="textAreaLeft" fmla="*/ 0 w 413640"/>
                <a:gd name="textAreaRight" fmla="*/ 414000 w 413640"/>
                <a:gd name="textAreaTop" fmla="*/ 0 h 239040"/>
                <a:gd name="textAreaBottom" fmla="*/ 239400 h 239040"/>
              </a:gdLst>
              <a:ahLst/>
              <a:cxnLst/>
              <a:rect l="textAreaLeft" t="textAreaTop" r="textAreaRight" b="textAreaBottom"/>
              <a:pathLst>
                <a:path w="13560" h="7846">
                  <a:moveTo>
                    <a:pt x="13560" y="1805"/>
                  </a:moveTo>
                  <a:lnTo>
                    <a:pt x="3133" y="7846"/>
                  </a:lnTo>
                  <a:lnTo>
                    <a:pt x="1" y="6041"/>
                  </a:lnTo>
                  <a:lnTo>
                    <a:pt x="10452" y="1"/>
                  </a:ln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9" name="Google Shape;477;p51"/>
            <p:cNvSpPr/>
            <p:nvPr/>
          </p:nvSpPr>
          <p:spPr>
            <a:xfrm>
              <a:off x="6683760" y="2055600"/>
              <a:ext cx="135000" cy="77760"/>
            </a:xfrm>
            <a:custGeom>
              <a:avLst/>
              <a:gdLst>
                <a:gd name="textAreaLeft" fmla="*/ 0 w 135000"/>
                <a:gd name="textAreaRight" fmla="*/ 135360 w 135000"/>
                <a:gd name="textAreaTop" fmla="*/ 0 h 77760"/>
                <a:gd name="textAreaBottom" fmla="*/ 78120 h 77760"/>
              </a:gdLst>
              <a:ahLst/>
              <a:cxnLst/>
              <a:rect l="textAreaLeft" t="textAreaTop" r="textAreaRight" b="textAreaBottom"/>
              <a:pathLst>
                <a:path w="4437" h="2557">
                  <a:moveTo>
                    <a:pt x="4286" y="1028"/>
                  </a:moveTo>
                  <a:lnTo>
                    <a:pt x="1805" y="2456"/>
                  </a:lnTo>
                  <a:cubicBezTo>
                    <a:pt x="1654" y="2532"/>
                    <a:pt x="1454" y="2557"/>
                    <a:pt x="1328" y="2482"/>
                  </a:cubicBezTo>
                  <a:lnTo>
                    <a:pt x="125" y="1805"/>
                  </a:lnTo>
                  <a:cubicBezTo>
                    <a:pt x="0" y="1730"/>
                    <a:pt x="25" y="1604"/>
                    <a:pt x="151" y="1529"/>
                  </a:cubicBezTo>
                  <a:lnTo>
                    <a:pt x="2657" y="75"/>
                  </a:lnTo>
                  <a:cubicBezTo>
                    <a:pt x="2782" y="0"/>
                    <a:pt x="3008" y="0"/>
                    <a:pt x="3133" y="50"/>
                  </a:cubicBezTo>
                  <a:lnTo>
                    <a:pt x="4311" y="752"/>
                  </a:lnTo>
                  <a:cubicBezTo>
                    <a:pt x="4436" y="827"/>
                    <a:pt x="4436" y="953"/>
                    <a:pt x="4286" y="1028"/>
                  </a:cubicBezTo>
                  <a:close/>
                </a:path>
              </a:pathLst>
            </a:custGeom>
            <a:solidFill>
              <a:srgbClr val="3c3c6d"/>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0" name="Google Shape;478;p51"/>
            <p:cNvSpPr/>
            <p:nvPr/>
          </p:nvSpPr>
          <p:spPr>
            <a:xfrm>
              <a:off x="6126120" y="1681920"/>
              <a:ext cx="540000" cy="524520"/>
            </a:xfrm>
            <a:custGeom>
              <a:avLst/>
              <a:gdLst>
                <a:gd name="textAreaLeft" fmla="*/ 0 w 540000"/>
                <a:gd name="textAreaRight" fmla="*/ 540360 w 540000"/>
                <a:gd name="textAreaTop" fmla="*/ 0 h 524520"/>
                <a:gd name="textAreaBottom" fmla="*/ 524880 h 524520"/>
              </a:gdLst>
              <a:ahLst/>
              <a:cxnLst/>
              <a:rect l="textAreaLeft" t="textAreaTop" r="textAreaRight" b="textAreaBottom"/>
              <a:pathLst>
                <a:path w="17695" h="17194">
                  <a:moveTo>
                    <a:pt x="3810" y="953"/>
                  </a:moveTo>
                  <a:cubicBezTo>
                    <a:pt x="6692" y="2357"/>
                    <a:pt x="6943" y="10778"/>
                    <a:pt x="9148" y="12883"/>
                  </a:cubicBezTo>
                  <a:cubicBezTo>
                    <a:pt x="10376" y="14061"/>
                    <a:pt x="15339" y="13134"/>
                    <a:pt x="17043" y="13159"/>
                  </a:cubicBezTo>
                  <a:cubicBezTo>
                    <a:pt x="17695" y="14637"/>
                    <a:pt x="16792" y="16442"/>
                    <a:pt x="16792" y="16442"/>
                  </a:cubicBezTo>
                  <a:cubicBezTo>
                    <a:pt x="7344" y="16918"/>
                    <a:pt x="6216" y="17194"/>
                    <a:pt x="3810" y="12607"/>
                  </a:cubicBezTo>
                  <a:cubicBezTo>
                    <a:pt x="1930" y="9023"/>
                    <a:pt x="0" y="1"/>
                    <a:pt x="3810" y="953"/>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01" name="Google Shape;479;p51"/>
            <p:cNvSpPr/>
            <p:nvPr/>
          </p:nvSpPr>
          <p:spPr>
            <a:xfrm>
              <a:off x="6472440" y="1577880"/>
              <a:ext cx="370080" cy="500040"/>
            </a:xfrm>
            <a:custGeom>
              <a:avLst/>
              <a:gdLst>
                <a:gd name="textAreaLeft" fmla="*/ 0 w 370080"/>
                <a:gd name="textAreaRight" fmla="*/ 370440 w 370080"/>
                <a:gd name="textAreaTop" fmla="*/ 0 h 500040"/>
                <a:gd name="textAreaBottom" fmla="*/ 500400 h 500040"/>
              </a:gdLst>
              <a:ahLst/>
              <a:cxnLst/>
              <a:rect l="textAreaLeft" t="textAreaTop" r="textAreaRight" b="textAreaBottom"/>
              <a:pathLst>
                <a:path w="12132" h="16392">
                  <a:moveTo>
                    <a:pt x="11480" y="14161"/>
                  </a:moveTo>
                  <a:cubicBezTo>
                    <a:pt x="8948" y="12907"/>
                    <a:pt x="8397" y="11905"/>
                    <a:pt x="7169" y="10827"/>
                  </a:cubicBezTo>
                  <a:cubicBezTo>
                    <a:pt x="4963" y="8897"/>
                    <a:pt x="4111" y="1253"/>
                    <a:pt x="2282" y="276"/>
                  </a:cubicBezTo>
                  <a:cubicBezTo>
                    <a:pt x="1079" y="0"/>
                    <a:pt x="452" y="577"/>
                    <a:pt x="201" y="1579"/>
                  </a:cubicBezTo>
                  <a:cubicBezTo>
                    <a:pt x="151" y="1780"/>
                    <a:pt x="126" y="2005"/>
                    <a:pt x="101" y="2256"/>
                  </a:cubicBezTo>
                  <a:cubicBezTo>
                    <a:pt x="1" y="3509"/>
                    <a:pt x="327" y="5188"/>
                    <a:pt x="853" y="6767"/>
                  </a:cubicBezTo>
                  <a:cubicBezTo>
                    <a:pt x="1279" y="8095"/>
                    <a:pt x="1855" y="9374"/>
                    <a:pt x="2457" y="10276"/>
                  </a:cubicBezTo>
                  <a:cubicBezTo>
                    <a:pt x="2958" y="11028"/>
                    <a:pt x="3409" y="11704"/>
                    <a:pt x="3911" y="12306"/>
                  </a:cubicBezTo>
                  <a:cubicBezTo>
                    <a:pt x="5164" y="13810"/>
                    <a:pt x="6768" y="15038"/>
                    <a:pt x="10327" y="16391"/>
                  </a:cubicBezTo>
                  <a:cubicBezTo>
                    <a:pt x="10327" y="16391"/>
                    <a:pt x="12131" y="15539"/>
                    <a:pt x="11480" y="1416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02" name="Google Shape;480;p51"/>
            <p:cNvSpPr/>
            <p:nvPr/>
          </p:nvSpPr>
          <p:spPr>
            <a:xfrm>
              <a:off x="6781680" y="2020320"/>
              <a:ext cx="174240" cy="151200"/>
            </a:xfrm>
            <a:custGeom>
              <a:avLst/>
              <a:gdLst>
                <a:gd name="textAreaLeft" fmla="*/ 0 w 174240"/>
                <a:gd name="textAreaRight" fmla="*/ 174600 w 174240"/>
                <a:gd name="textAreaTop" fmla="*/ 0 h 151200"/>
                <a:gd name="textAreaBottom" fmla="*/ 151560 h 151200"/>
              </a:gdLst>
              <a:ahLst/>
              <a:cxnLst/>
              <a:rect l="textAreaLeft" t="textAreaTop" r="textAreaRight" b="textAreaBottom"/>
              <a:pathLst>
                <a:path w="5715" h="4963">
                  <a:moveTo>
                    <a:pt x="326" y="1629"/>
                  </a:moveTo>
                  <a:cubicBezTo>
                    <a:pt x="376" y="1780"/>
                    <a:pt x="877" y="2331"/>
                    <a:pt x="1303" y="2807"/>
                  </a:cubicBezTo>
                  <a:cubicBezTo>
                    <a:pt x="1755" y="3309"/>
                    <a:pt x="2431" y="4161"/>
                    <a:pt x="2657" y="3960"/>
                  </a:cubicBezTo>
                  <a:cubicBezTo>
                    <a:pt x="2882" y="3760"/>
                    <a:pt x="2456" y="2908"/>
                    <a:pt x="2456" y="2908"/>
                  </a:cubicBezTo>
                  <a:cubicBezTo>
                    <a:pt x="2456" y="2908"/>
                    <a:pt x="3760" y="4136"/>
                    <a:pt x="3985" y="4537"/>
                  </a:cubicBezTo>
                  <a:cubicBezTo>
                    <a:pt x="4211" y="4963"/>
                    <a:pt x="4085" y="3760"/>
                    <a:pt x="3760" y="3208"/>
                  </a:cubicBezTo>
                  <a:cubicBezTo>
                    <a:pt x="4587" y="4487"/>
                    <a:pt x="4787" y="4762"/>
                    <a:pt x="4837" y="4437"/>
                  </a:cubicBezTo>
                  <a:cubicBezTo>
                    <a:pt x="4912" y="4136"/>
                    <a:pt x="4211" y="2431"/>
                    <a:pt x="4311" y="2582"/>
                  </a:cubicBezTo>
                  <a:cubicBezTo>
                    <a:pt x="5263" y="4036"/>
                    <a:pt x="5639" y="4236"/>
                    <a:pt x="5539" y="3559"/>
                  </a:cubicBezTo>
                  <a:cubicBezTo>
                    <a:pt x="5439" y="2908"/>
                    <a:pt x="4511" y="1780"/>
                    <a:pt x="3935" y="1454"/>
                  </a:cubicBezTo>
                  <a:cubicBezTo>
                    <a:pt x="5614" y="2532"/>
                    <a:pt x="5714" y="2431"/>
                    <a:pt x="5313" y="1930"/>
                  </a:cubicBezTo>
                  <a:cubicBezTo>
                    <a:pt x="4887" y="1454"/>
                    <a:pt x="3359" y="276"/>
                    <a:pt x="1303" y="0"/>
                  </a:cubicBezTo>
                  <a:cubicBezTo>
                    <a:pt x="0" y="1228"/>
                    <a:pt x="326" y="1629"/>
                    <a:pt x="326" y="1629"/>
                  </a:cubicBezTo>
                  <a:close/>
                </a:path>
              </a:pathLst>
            </a:custGeom>
            <a:solidFill>
              <a:srgbClr val="9e8980"/>
            </a:solidFill>
            <a:ln w="0">
              <a:noFill/>
            </a:ln>
          </p:spPr>
          <p:style>
            <a:lnRef idx="0"/>
            <a:fillRef idx="0"/>
            <a:effectRef idx="0"/>
            <a:fontRef idx="minor"/>
          </p:style>
          <p:txBody>
            <a:bodyPr tIns="75600" bIns="75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3" name="Google Shape;481;p51"/>
            <p:cNvSpPr/>
            <p:nvPr/>
          </p:nvSpPr>
          <p:spPr>
            <a:xfrm>
              <a:off x="6621840" y="2082240"/>
              <a:ext cx="223920" cy="113040"/>
            </a:xfrm>
            <a:custGeom>
              <a:avLst/>
              <a:gdLst>
                <a:gd name="textAreaLeft" fmla="*/ 0 w 223920"/>
                <a:gd name="textAreaRight" fmla="*/ 224280 w 223920"/>
                <a:gd name="textAreaTop" fmla="*/ 0 h 113040"/>
                <a:gd name="textAreaBottom" fmla="*/ 113400 h 113040"/>
              </a:gdLst>
              <a:ahLst/>
              <a:cxnLst/>
              <a:rect l="textAreaLeft" t="textAreaTop" r="textAreaRight" b="textAreaBottom"/>
              <a:pathLst>
                <a:path w="7344" h="3710">
                  <a:moveTo>
                    <a:pt x="6667" y="2231"/>
                  </a:moveTo>
                  <a:cubicBezTo>
                    <a:pt x="6115" y="1404"/>
                    <a:pt x="5338" y="452"/>
                    <a:pt x="4361" y="176"/>
                  </a:cubicBezTo>
                  <a:cubicBezTo>
                    <a:pt x="3659" y="0"/>
                    <a:pt x="2932" y="126"/>
                    <a:pt x="2231" y="351"/>
                  </a:cubicBezTo>
                  <a:cubicBezTo>
                    <a:pt x="1704" y="527"/>
                    <a:pt x="902" y="602"/>
                    <a:pt x="376" y="853"/>
                  </a:cubicBezTo>
                  <a:cubicBezTo>
                    <a:pt x="125" y="1479"/>
                    <a:pt x="0" y="2056"/>
                    <a:pt x="0" y="2607"/>
                  </a:cubicBezTo>
                  <a:cubicBezTo>
                    <a:pt x="100" y="2657"/>
                    <a:pt x="226" y="2682"/>
                    <a:pt x="376" y="2707"/>
                  </a:cubicBezTo>
                  <a:cubicBezTo>
                    <a:pt x="927" y="2757"/>
                    <a:pt x="1529" y="2958"/>
                    <a:pt x="2105" y="2958"/>
                  </a:cubicBezTo>
                  <a:cubicBezTo>
                    <a:pt x="2481" y="2933"/>
                    <a:pt x="3108" y="3058"/>
                    <a:pt x="3459" y="2958"/>
                  </a:cubicBezTo>
                  <a:cubicBezTo>
                    <a:pt x="3308" y="3008"/>
                    <a:pt x="3158" y="3058"/>
                    <a:pt x="3133" y="3209"/>
                  </a:cubicBezTo>
                  <a:cubicBezTo>
                    <a:pt x="3108" y="3334"/>
                    <a:pt x="3208" y="3459"/>
                    <a:pt x="3333" y="3484"/>
                  </a:cubicBezTo>
                  <a:cubicBezTo>
                    <a:pt x="4186" y="3710"/>
                    <a:pt x="4937" y="2682"/>
                    <a:pt x="5439" y="2206"/>
                  </a:cubicBezTo>
                  <a:cubicBezTo>
                    <a:pt x="5389" y="2256"/>
                    <a:pt x="7343" y="3309"/>
                    <a:pt x="6667" y="2231"/>
                  </a:cubicBezTo>
                  <a:close/>
                </a:path>
              </a:pathLst>
            </a:custGeom>
            <a:solidFill>
              <a:srgbClr val="9e8980"/>
            </a:solidFill>
            <a:ln w="0">
              <a:noFill/>
            </a:ln>
          </p:spPr>
          <p:style>
            <a:lnRef idx="0"/>
            <a:fillRef idx="0"/>
            <a:effectRef idx="0"/>
            <a:fontRef idx="minor"/>
          </p:style>
          <p:txBody>
            <a:bodyPr tIns="56520" bIns="56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4" name="Google Shape;482;p51"/>
            <p:cNvSpPr/>
            <p:nvPr/>
          </p:nvSpPr>
          <p:spPr>
            <a:xfrm>
              <a:off x="6410520" y="1302480"/>
              <a:ext cx="178560" cy="332640"/>
            </a:xfrm>
            <a:custGeom>
              <a:avLst/>
              <a:gdLst>
                <a:gd name="textAreaLeft" fmla="*/ 0 w 178560"/>
                <a:gd name="textAreaRight" fmla="*/ 178920 w 178560"/>
                <a:gd name="textAreaTop" fmla="*/ 0 h 332640"/>
                <a:gd name="textAreaBottom" fmla="*/ 333000 h 332640"/>
              </a:gdLst>
              <a:ahLst/>
              <a:cxnLst/>
              <a:rect l="textAreaLeft" t="textAreaTop" r="textAreaRight" b="textAreaBottom"/>
              <a:pathLst>
                <a:path w="5866" h="10903">
                  <a:moveTo>
                    <a:pt x="4687" y="903"/>
                  </a:moveTo>
                  <a:cubicBezTo>
                    <a:pt x="4687" y="928"/>
                    <a:pt x="4713" y="928"/>
                    <a:pt x="4713" y="953"/>
                  </a:cubicBezTo>
                  <a:cubicBezTo>
                    <a:pt x="5063" y="1529"/>
                    <a:pt x="5114" y="2256"/>
                    <a:pt x="5063" y="2933"/>
                  </a:cubicBezTo>
                  <a:cubicBezTo>
                    <a:pt x="4988" y="4161"/>
                    <a:pt x="4161" y="5665"/>
                    <a:pt x="4738" y="6868"/>
                  </a:cubicBezTo>
                  <a:cubicBezTo>
                    <a:pt x="4988" y="7369"/>
                    <a:pt x="5489" y="7720"/>
                    <a:pt x="5665" y="8271"/>
                  </a:cubicBezTo>
                  <a:cubicBezTo>
                    <a:pt x="5865" y="9023"/>
                    <a:pt x="5339" y="9775"/>
                    <a:pt x="4687" y="10201"/>
                  </a:cubicBezTo>
                  <a:cubicBezTo>
                    <a:pt x="3860" y="10727"/>
                    <a:pt x="2833" y="10903"/>
                    <a:pt x="1905" y="10602"/>
                  </a:cubicBezTo>
                  <a:cubicBezTo>
                    <a:pt x="1003" y="10301"/>
                    <a:pt x="251" y="9449"/>
                    <a:pt x="151" y="8497"/>
                  </a:cubicBezTo>
                  <a:cubicBezTo>
                    <a:pt x="1" y="7344"/>
                    <a:pt x="728" y="6266"/>
                    <a:pt x="1379" y="5289"/>
                  </a:cubicBezTo>
                  <a:cubicBezTo>
                    <a:pt x="1755" y="4737"/>
                    <a:pt x="2256" y="3985"/>
                    <a:pt x="2307" y="3309"/>
                  </a:cubicBezTo>
                  <a:cubicBezTo>
                    <a:pt x="2357" y="2657"/>
                    <a:pt x="2006" y="2106"/>
                    <a:pt x="2131" y="1404"/>
                  </a:cubicBezTo>
                  <a:cubicBezTo>
                    <a:pt x="2231" y="928"/>
                    <a:pt x="2507" y="452"/>
                    <a:pt x="2983" y="251"/>
                  </a:cubicBezTo>
                  <a:cubicBezTo>
                    <a:pt x="3585" y="1"/>
                    <a:pt x="4312" y="351"/>
                    <a:pt x="4687" y="903"/>
                  </a:cubicBezTo>
                  <a:close/>
                </a:path>
              </a:pathLst>
            </a:custGeom>
            <a:solidFill>
              <a:srgbClr val="606bf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5" name="Google Shape;483;p51"/>
            <p:cNvSpPr/>
            <p:nvPr/>
          </p:nvSpPr>
          <p:spPr>
            <a:xfrm>
              <a:off x="6311880" y="1495440"/>
              <a:ext cx="160200" cy="217080"/>
            </a:xfrm>
            <a:custGeom>
              <a:avLst/>
              <a:gdLst>
                <a:gd name="textAreaLeft" fmla="*/ 0 w 160200"/>
                <a:gd name="textAreaRight" fmla="*/ 160560 w 160200"/>
                <a:gd name="textAreaTop" fmla="*/ 0 h 217080"/>
                <a:gd name="textAreaBottom" fmla="*/ 217440 h 217080"/>
              </a:gdLst>
              <a:ahLst/>
              <a:cxnLst/>
              <a:rect l="textAreaLeft" t="textAreaTop" r="textAreaRight" b="textAreaBottom"/>
              <a:pathLst>
                <a:path w="5264" h="7119">
                  <a:moveTo>
                    <a:pt x="1028" y="0"/>
                  </a:moveTo>
                  <a:cubicBezTo>
                    <a:pt x="1028" y="0"/>
                    <a:pt x="1780" y="2632"/>
                    <a:pt x="51" y="3735"/>
                  </a:cubicBezTo>
                  <a:cubicBezTo>
                    <a:pt x="1" y="4386"/>
                    <a:pt x="1830" y="7118"/>
                    <a:pt x="3660" y="6642"/>
                  </a:cubicBezTo>
                  <a:cubicBezTo>
                    <a:pt x="4712" y="6366"/>
                    <a:pt x="5264" y="4863"/>
                    <a:pt x="5264" y="4863"/>
                  </a:cubicBezTo>
                  <a:cubicBezTo>
                    <a:pt x="5164" y="3910"/>
                    <a:pt x="4612" y="1905"/>
                    <a:pt x="4612" y="1905"/>
                  </a:cubicBez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6" name="Google Shape;484;p51"/>
            <p:cNvSpPr/>
            <p:nvPr/>
          </p:nvSpPr>
          <p:spPr>
            <a:xfrm>
              <a:off x="6307200" y="1249560"/>
              <a:ext cx="238320" cy="341640"/>
            </a:xfrm>
            <a:custGeom>
              <a:avLst/>
              <a:gdLst>
                <a:gd name="textAreaLeft" fmla="*/ 0 w 238320"/>
                <a:gd name="textAreaRight" fmla="*/ 238680 w 238320"/>
                <a:gd name="textAreaTop" fmla="*/ 0 h 341640"/>
                <a:gd name="textAreaBottom" fmla="*/ 342000 h 341640"/>
              </a:gdLst>
              <a:ahLst/>
              <a:cxnLst/>
              <a:rect l="textAreaLeft" t="textAreaTop" r="textAreaRight" b="textAreaBottom"/>
              <a:pathLst>
                <a:path w="7820" h="11204">
                  <a:moveTo>
                    <a:pt x="7344" y="2682"/>
                  </a:moveTo>
                  <a:cubicBezTo>
                    <a:pt x="7344" y="2682"/>
                    <a:pt x="7820" y="4361"/>
                    <a:pt x="7644" y="5664"/>
                  </a:cubicBezTo>
                  <a:cubicBezTo>
                    <a:pt x="7469" y="6968"/>
                    <a:pt x="7344" y="9549"/>
                    <a:pt x="6191" y="10376"/>
                  </a:cubicBezTo>
                  <a:cubicBezTo>
                    <a:pt x="5038" y="11203"/>
                    <a:pt x="3409" y="10226"/>
                    <a:pt x="2306" y="9298"/>
                  </a:cubicBezTo>
                  <a:cubicBezTo>
                    <a:pt x="1228" y="8371"/>
                    <a:pt x="50" y="6667"/>
                    <a:pt x="25" y="4612"/>
                  </a:cubicBezTo>
                  <a:cubicBezTo>
                    <a:pt x="0" y="2532"/>
                    <a:pt x="827" y="0"/>
                    <a:pt x="3810" y="125"/>
                  </a:cubicBezTo>
                  <a:cubicBezTo>
                    <a:pt x="6792" y="251"/>
                    <a:pt x="7344" y="2682"/>
                    <a:pt x="7344" y="2682"/>
                  </a:cubicBez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7" name="Google Shape;485;p51"/>
            <p:cNvSpPr/>
            <p:nvPr/>
          </p:nvSpPr>
          <p:spPr>
            <a:xfrm>
              <a:off x="6209280" y="1236600"/>
              <a:ext cx="281880" cy="432000"/>
            </a:xfrm>
            <a:custGeom>
              <a:avLst/>
              <a:gdLst>
                <a:gd name="textAreaLeft" fmla="*/ 0 w 281880"/>
                <a:gd name="textAreaRight" fmla="*/ 282240 w 281880"/>
                <a:gd name="textAreaTop" fmla="*/ 0 h 432000"/>
                <a:gd name="textAreaBottom" fmla="*/ 432360 h 432000"/>
              </a:gdLst>
              <a:ahLst/>
              <a:cxnLst/>
              <a:rect l="textAreaLeft" t="textAreaTop" r="textAreaRight" b="textAreaBottom"/>
              <a:pathLst>
                <a:path w="9249" h="14161">
                  <a:moveTo>
                    <a:pt x="8471" y="1855"/>
                  </a:moveTo>
                  <a:cubicBezTo>
                    <a:pt x="9248" y="2807"/>
                    <a:pt x="8872" y="3960"/>
                    <a:pt x="7920" y="4662"/>
                  </a:cubicBezTo>
                  <a:cubicBezTo>
                    <a:pt x="7469" y="4988"/>
                    <a:pt x="6918" y="5188"/>
                    <a:pt x="6466" y="5539"/>
                  </a:cubicBezTo>
                  <a:cubicBezTo>
                    <a:pt x="6015" y="5865"/>
                    <a:pt x="5639" y="6391"/>
                    <a:pt x="5715" y="6968"/>
                  </a:cubicBezTo>
                  <a:cubicBezTo>
                    <a:pt x="5790" y="7469"/>
                    <a:pt x="6241" y="7920"/>
                    <a:pt x="6116" y="8421"/>
                  </a:cubicBezTo>
                  <a:cubicBezTo>
                    <a:pt x="6015" y="8847"/>
                    <a:pt x="5564" y="9098"/>
                    <a:pt x="5489" y="9499"/>
                  </a:cubicBezTo>
                  <a:cubicBezTo>
                    <a:pt x="5389" y="9925"/>
                    <a:pt x="5715" y="10301"/>
                    <a:pt x="5915" y="10677"/>
                  </a:cubicBezTo>
                  <a:cubicBezTo>
                    <a:pt x="6266" y="11303"/>
                    <a:pt x="6266" y="12080"/>
                    <a:pt x="5965" y="12707"/>
                  </a:cubicBezTo>
                  <a:cubicBezTo>
                    <a:pt x="5263" y="14161"/>
                    <a:pt x="3484" y="14060"/>
                    <a:pt x="2231" y="13459"/>
                  </a:cubicBezTo>
                  <a:cubicBezTo>
                    <a:pt x="902" y="12832"/>
                    <a:pt x="0" y="11328"/>
                    <a:pt x="401" y="9850"/>
                  </a:cubicBezTo>
                  <a:cubicBezTo>
                    <a:pt x="602" y="9073"/>
                    <a:pt x="1128" y="8421"/>
                    <a:pt x="1379" y="7644"/>
                  </a:cubicBezTo>
                  <a:cubicBezTo>
                    <a:pt x="1730" y="6692"/>
                    <a:pt x="1629" y="5639"/>
                    <a:pt x="1679" y="4612"/>
                  </a:cubicBezTo>
                  <a:cubicBezTo>
                    <a:pt x="1805" y="2657"/>
                    <a:pt x="3258" y="501"/>
                    <a:pt x="5314" y="201"/>
                  </a:cubicBezTo>
                  <a:cubicBezTo>
                    <a:pt x="6642" y="0"/>
                    <a:pt x="7669" y="877"/>
                    <a:pt x="8471" y="1855"/>
                  </a:cubicBezTo>
                  <a:close/>
                </a:path>
              </a:pathLst>
            </a:custGeom>
            <a:solidFill>
              <a:srgbClr val="606bf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8" name="Google Shape;486;p51"/>
            <p:cNvSpPr/>
            <p:nvPr/>
          </p:nvSpPr>
          <p:spPr>
            <a:xfrm>
              <a:off x="6407640" y="1222920"/>
              <a:ext cx="168840" cy="192600"/>
            </a:xfrm>
            <a:custGeom>
              <a:avLst/>
              <a:gdLst>
                <a:gd name="textAreaLeft" fmla="*/ 0 w 168840"/>
                <a:gd name="textAreaRight" fmla="*/ 169200 w 168840"/>
                <a:gd name="textAreaTop" fmla="*/ 0 h 192600"/>
                <a:gd name="textAreaBottom" fmla="*/ 192960 h 192600"/>
              </a:gdLst>
              <a:ahLst/>
              <a:cxnLst/>
              <a:rect l="textAreaLeft" t="textAreaTop" r="textAreaRight" b="textAreaBottom"/>
              <a:pathLst>
                <a:path w="5540" h="6317">
                  <a:moveTo>
                    <a:pt x="3008" y="1154"/>
                  </a:moveTo>
                  <a:cubicBezTo>
                    <a:pt x="2983" y="1154"/>
                    <a:pt x="2983" y="1129"/>
                    <a:pt x="2983" y="1129"/>
                  </a:cubicBezTo>
                  <a:cubicBezTo>
                    <a:pt x="2407" y="753"/>
                    <a:pt x="26" y="1"/>
                    <a:pt x="26" y="1229"/>
                  </a:cubicBezTo>
                  <a:cubicBezTo>
                    <a:pt x="0" y="2432"/>
                    <a:pt x="1780" y="3635"/>
                    <a:pt x="2707" y="4161"/>
                  </a:cubicBezTo>
                  <a:cubicBezTo>
                    <a:pt x="3133" y="4412"/>
                    <a:pt x="3559" y="4587"/>
                    <a:pt x="3935" y="4888"/>
                  </a:cubicBezTo>
                  <a:cubicBezTo>
                    <a:pt x="4412" y="5264"/>
                    <a:pt x="4462" y="5991"/>
                    <a:pt x="4888" y="6317"/>
                  </a:cubicBezTo>
                  <a:cubicBezTo>
                    <a:pt x="5539" y="5690"/>
                    <a:pt x="5389" y="4136"/>
                    <a:pt x="5113" y="3359"/>
                  </a:cubicBezTo>
                  <a:cubicBezTo>
                    <a:pt x="4762" y="2332"/>
                    <a:pt x="3860" y="1730"/>
                    <a:pt x="3008" y="1154"/>
                  </a:cubicBezTo>
                  <a:close/>
                </a:path>
              </a:pathLst>
            </a:custGeom>
            <a:solidFill>
              <a:srgbClr val="606bf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9" name="Google Shape;487;p51"/>
            <p:cNvSpPr/>
            <p:nvPr/>
          </p:nvSpPr>
          <p:spPr>
            <a:xfrm>
              <a:off x="6732720" y="1841040"/>
              <a:ext cx="448920" cy="444240"/>
            </a:xfrm>
            <a:custGeom>
              <a:avLst/>
              <a:gdLst>
                <a:gd name="textAreaLeft" fmla="*/ 0 w 448920"/>
                <a:gd name="textAreaRight" fmla="*/ 449280 w 448920"/>
                <a:gd name="textAreaTop" fmla="*/ 0 h 444240"/>
                <a:gd name="textAreaBottom" fmla="*/ 444600 h 444240"/>
              </a:gdLst>
              <a:ahLst/>
              <a:cxnLst/>
              <a:rect l="textAreaLeft" t="textAreaTop" r="textAreaRight" b="textAreaBottom"/>
              <a:pathLst>
                <a:path w="14713" h="14563">
                  <a:moveTo>
                    <a:pt x="10727" y="8372"/>
                  </a:moveTo>
                  <a:lnTo>
                    <a:pt x="0" y="14562"/>
                  </a:lnTo>
                  <a:lnTo>
                    <a:pt x="3810" y="6592"/>
                  </a:lnTo>
                  <a:cubicBezTo>
                    <a:pt x="3935" y="6342"/>
                    <a:pt x="4186" y="6041"/>
                    <a:pt x="4386" y="5916"/>
                  </a:cubicBezTo>
                  <a:lnTo>
                    <a:pt x="14461" y="101"/>
                  </a:lnTo>
                  <a:cubicBezTo>
                    <a:pt x="14662" y="1"/>
                    <a:pt x="14712" y="101"/>
                    <a:pt x="14587" y="352"/>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0" name="Google Shape;488;p51"/>
            <p:cNvSpPr/>
            <p:nvPr/>
          </p:nvSpPr>
          <p:spPr>
            <a:xfrm>
              <a:off x="5263560" y="2753280"/>
              <a:ext cx="175680" cy="50760"/>
            </a:xfrm>
            <a:custGeom>
              <a:avLst/>
              <a:gdLst>
                <a:gd name="textAreaLeft" fmla="*/ 0 w 175680"/>
                <a:gd name="textAreaRight" fmla="*/ 176040 w 175680"/>
                <a:gd name="textAreaTop" fmla="*/ 0 h 50760"/>
                <a:gd name="textAreaBottom" fmla="*/ 51120 h 50760"/>
              </a:gdLst>
              <a:ahLst/>
              <a:cxnLst/>
              <a:rect l="textAreaLeft" t="textAreaTop" r="textAreaRight" b="textAreaBottom"/>
              <a:pathLst>
                <a:path w="5766" h="1680">
                  <a:moveTo>
                    <a:pt x="5765" y="1680"/>
                  </a:moveTo>
                  <a:lnTo>
                    <a:pt x="5765" y="1078"/>
                  </a:lnTo>
                  <a:cubicBezTo>
                    <a:pt x="5765" y="1078"/>
                    <a:pt x="4211" y="51"/>
                    <a:pt x="2582" y="26"/>
                  </a:cubicBezTo>
                  <a:cubicBezTo>
                    <a:pt x="953" y="1"/>
                    <a:pt x="201" y="377"/>
                    <a:pt x="126" y="577"/>
                  </a:cubicBezTo>
                  <a:cubicBezTo>
                    <a:pt x="76" y="752"/>
                    <a:pt x="1" y="1329"/>
                    <a:pt x="1" y="1329"/>
                  </a:cubicBezTo>
                  <a:close/>
                </a:path>
              </a:pathLst>
            </a:custGeom>
            <a:solidFill>
              <a:schemeClr val="accent1"/>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1" name="Google Shape;489;p51"/>
            <p:cNvSpPr/>
            <p:nvPr/>
          </p:nvSpPr>
          <p:spPr>
            <a:xfrm>
              <a:off x="6454080" y="1575720"/>
              <a:ext cx="36360" cy="50040"/>
            </a:xfrm>
            <a:custGeom>
              <a:avLst/>
              <a:gdLst>
                <a:gd name="textAreaLeft" fmla="*/ 0 w 36360"/>
                <a:gd name="textAreaRight" fmla="*/ 36720 w 36360"/>
                <a:gd name="textAreaTop" fmla="*/ 0 h 50040"/>
                <a:gd name="textAreaBottom" fmla="*/ 50400 h 50040"/>
              </a:gdLst>
              <a:ahLst/>
              <a:cxnLst/>
              <a:rect l="textAreaLeft" t="textAreaTop" r="textAreaRight" b="textAreaBottom"/>
              <a:pathLst>
                <a:path w="1204" h="1656">
                  <a:moveTo>
                    <a:pt x="151" y="1"/>
                  </a:moveTo>
                  <a:cubicBezTo>
                    <a:pt x="151" y="1"/>
                    <a:pt x="0" y="1079"/>
                    <a:pt x="50" y="1254"/>
                  </a:cubicBezTo>
                  <a:cubicBezTo>
                    <a:pt x="126" y="1430"/>
                    <a:pt x="476" y="1655"/>
                    <a:pt x="476" y="1655"/>
                  </a:cubicBezTo>
                  <a:lnTo>
                    <a:pt x="1203" y="1655"/>
                  </a:lnTo>
                  <a:close/>
                </a:path>
              </a:pathLst>
            </a:custGeom>
            <a:solidFill>
              <a:srgbClr val="606bf1"/>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2" name="Google Shape;490;p51"/>
            <p:cNvSpPr/>
            <p:nvPr/>
          </p:nvSpPr>
          <p:spPr>
            <a:xfrm>
              <a:off x="6568920" y="1694880"/>
              <a:ext cx="35640" cy="258120"/>
            </a:xfrm>
            <a:custGeom>
              <a:avLst/>
              <a:gdLst>
                <a:gd name="textAreaLeft" fmla="*/ 0 w 35640"/>
                <a:gd name="textAreaRight" fmla="*/ 36000 w 35640"/>
                <a:gd name="textAreaTop" fmla="*/ 0 h 258120"/>
                <a:gd name="textAreaBottom" fmla="*/ 258480 h 258120"/>
              </a:gdLst>
              <a:ahLst/>
              <a:cxnLst/>
              <a:rect l="textAreaLeft" t="textAreaTop" r="textAreaRight" b="textAreaBottom"/>
              <a:pathLst>
                <a:path w="1179" h="8472">
                  <a:moveTo>
                    <a:pt x="1129" y="3008"/>
                  </a:moveTo>
                  <a:cubicBezTo>
                    <a:pt x="1078" y="1555"/>
                    <a:pt x="828" y="627"/>
                    <a:pt x="552" y="1"/>
                  </a:cubicBezTo>
                  <a:cubicBezTo>
                    <a:pt x="552" y="176"/>
                    <a:pt x="577" y="352"/>
                    <a:pt x="577" y="527"/>
                  </a:cubicBezTo>
                  <a:cubicBezTo>
                    <a:pt x="652" y="2432"/>
                    <a:pt x="327" y="5239"/>
                    <a:pt x="1" y="7494"/>
                  </a:cubicBezTo>
                  <a:cubicBezTo>
                    <a:pt x="251" y="7845"/>
                    <a:pt x="502" y="8171"/>
                    <a:pt x="753" y="8472"/>
                  </a:cubicBezTo>
                  <a:cubicBezTo>
                    <a:pt x="1003" y="6567"/>
                    <a:pt x="1179" y="4512"/>
                    <a:pt x="1129" y="3008"/>
                  </a:cubicBezTo>
                  <a:close/>
                </a:path>
              </a:pathLst>
            </a:custGeom>
            <a:solidFill>
              <a:srgbClr val="eabd4e"/>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3" name="Google Shape;491;p51"/>
            <p:cNvSpPr/>
            <p:nvPr/>
          </p:nvSpPr>
          <p:spPr>
            <a:xfrm>
              <a:off x="5784120" y="2058480"/>
              <a:ext cx="53280" cy="286560"/>
            </a:xfrm>
            <a:custGeom>
              <a:avLst/>
              <a:gdLst>
                <a:gd name="textAreaLeft" fmla="*/ 0 w 53280"/>
                <a:gd name="textAreaRight" fmla="*/ 53640 w 53280"/>
                <a:gd name="textAreaTop" fmla="*/ 0 h 286560"/>
                <a:gd name="textAreaBottom" fmla="*/ 286920 h 286560"/>
              </a:gdLst>
              <a:ahLst/>
              <a:cxnLst/>
              <a:rect l="textAreaLeft" t="textAreaTop" r="textAreaRight" b="textAreaBottom"/>
              <a:pathLst>
                <a:path w="1755" h="9400">
                  <a:moveTo>
                    <a:pt x="1304" y="1"/>
                  </a:moveTo>
                  <a:cubicBezTo>
                    <a:pt x="1304" y="2206"/>
                    <a:pt x="602" y="5790"/>
                    <a:pt x="0" y="8472"/>
                  </a:cubicBezTo>
                  <a:cubicBezTo>
                    <a:pt x="251" y="8798"/>
                    <a:pt x="476" y="9123"/>
                    <a:pt x="702" y="9399"/>
                  </a:cubicBezTo>
                  <a:cubicBezTo>
                    <a:pt x="1228" y="6818"/>
                    <a:pt x="1755" y="3810"/>
                    <a:pt x="1705" y="2006"/>
                  </a:cubicBezTo>
                  <a:cubicBezTo>
                    <a:pt x="1654" y="1153"/>
                    <a:pt x="1504" y="502"/>
                    <a:pt x="1304" y="1"/>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4" name="Google Shape;492;p51"/>
            <p:cNvSpPr/>
            <p:nvPr/>
          </p:nvSpPr>
          <p:spPr>
            <a:xfrm>
              <a:off x="5789160" y="1248120"/>
              <a:ext cx="83160" cy="274320"/>
            </a:xfrm>
            <a:custGeom>
              <a:avLst/>
              <a:gdLst>
                <a:gd name="textAreaLeft" fmla="*/ 0 w 83160"/>
                <a:gd name="textAreaRight" fmla="*/ 83520 w 83160"/>
                <a:gd name="textAreaTop" fmla="*/ 0 h 274320"/>
                <a:gd name="textAreaBottom" fmla="*/ 274680 h 274320"/>
              </a:gdLst>
              <a:ahLst/>
              <a:cxnLst/>
              <a:rect l="textAreaLeft" t="textAreaTop" r="textAreaRight" b="textAreaBottom"/>
              <a:pathLst>
                <a:path w="2733" h="8998">
                  <a:moveTo>
                    <a:pt x="2733" y="8998"/>
                  </a:moveTo>
                  <a:lnTo>
                    <a:pt x="1" y="7419"/>
                  </a:lnTo>
                  <a:lnTo>
                    <a:pt x="1" y="0"/>
                  </a:lnTo>
                  <a:lnTo>
                    <a:pt x="2733" y="1579"/>
                  </a:ln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5" name="Google Shape;493;p51"/>
            <p:cNvSpPr/>
            <p:nvPr/>
          </p:nvSpPr>
          <p:spPr>
            <a:xfrm>
              <a:off x="5658480" y="1086840"/>
              <a:ext cx="82440" cy="360000"/>
            </a:xfrm>
            <a:custGeom>
              <a:avLst/>
              <a:gdLst>
                <a:gd name="textAreaLeft" fmla="*/ 0 w 82440"/>
                <a:gd name="textAreaRight" fmla="*/ 82800 w 82440"/>
                <a:gd name="textAreaTop" fmla="*/ 0 h 360000"/>
                <a:gd name="textAreaBottom" fmla="*/ 360360 h 360000"/>
              </a:gdLst>
              <a:ahLst/>
              <a:cxnLst/>
              <a:rect l="textAreaLeft" t="textAreaTop" r="textAreaRight" b="textAreaBottom"/>
              <a:pathLst>
                <a:path w="2708" h="11806">
                  <a:moveTo>
                    <a:pt x="2708" y="11805"/>
                  </a:moveTo>
                  <a:lnTo>
                    <a:pt x="1" y="10226"/>
                  </a:lnTo>
                  <a:lnTo>
                    <a:pt x="1" y="1"/>
                  </a:lnTo>
                  <a:lnTo>
                    <a:pt x="2708" y="1580"/>
                  </a:lnTo>
                  <a:close/>
                </a:path>
              </a:pathLst>
            </a:custGeom>
            <a:solidFill>
              <a:srgbClr val="2b3bb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6" name="Google Shape;494;p51"/>
            <p:cNvSpPr/>
            <p:nvPr/>
          </p:nvSpPr>
          <p:spPr>
            <a:xfrm>
              <a:off x="5920920" y="1091160"/>
              <a:ext cx="83160" cy="506880"/>
            </a:xfrm>
            <a:custGeom>
              <a:avLst/>
              <a:gdLst>
                <a:gd name="textAreaLeft" fmla="*/ 0 w 83160"/>
                <a:gd name="textAreaRight" fmla="*/ 83520 w 83160"/>
                <a:gd name="textAreaTop" fmla="*/ 0 h 506880"/>
                <a:gd name="textAreaBottom" fmla="*/ 507240 h 506880"/>
              </a:gdLst>
              <a:ahLst/>
              <a:cxnLst/>
              <a:rect l="textAreaLeft" t="textAreaTop" r="textAreaRight" b="textAreaBottom"/>
              <a:pathLst>
                <a:path w="2733" h="16617">
                  <a:moveTo>
                    <a:pt x="2732" y="16617"/>
                  </a:moveTo>
                  <a:lnTo>
                    <a:pt x="1" y="15063"/>
                  </a:lnTo>
                  <a:lnTo>
                    <a:pt x="1" y="0"/>
                  </a:lnTo>
                  <a:lnTo>
                    <a:pt x="2732" y="1579"/>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7" name="Google Shape;495;p51"/>
            <p:cNvSpPr/>
            <p:nvPr/>
          </p:nvSpPr>
          <p:spPr>
            <a:xfrm>
              <a:off x="6910200" y="1281960"/>
              <a:ext cx="211680" cy="230760"/>
            </a:xfrm>
            <a:custGeom>
              <a:avLst/>
              <a:gdLst>
                <a:gd name="textAreaLeft" fmla="*/ 0 w 211680"/>
                <a:gd name="textAreaRight" fmla="*/ 212040 w 211680"/>
                <a:gd name="textAreaTop" fmla="*/ 0 h 230760"/>
                <a:gd name="textAreaBottom" fmla="*/ 231120 h 230760"/>
              </a:gdLst>
              <a:ahLst/>
              <a:cxnLst/>
              <a:rect l="textAreaLeft" t="textAreaTop" r="textAreaRight" b="textAreaBottom"/>
              <a:pathLst>
                <a:path w="6944" h="7570">
                  <a:moveTo>
                    <a:pt x="6943" y="2206"/>
                  </a:moveTo>
                  <a:lnTo>
                    <a:pt x="6943" y="2206"/>
                  </a:lnTo>
                  <a:cubicBezTo>
                    <a:pt x="6943" y="1680"/>
                    <a:pt x="6592" y="1179"/>
                    <a:pt x="5916" y="803"/>
                  </a:cubicBezTo>
                  <a:cubicBezTo>
                    <a:pt x="4562" y="1"/>
                    <a:pt x="2357" y="1"/>
                    <a:pt x="1028" y="778"/>
                  </a:cubicBezTo>
                  <a:cubicBezTo>
                    <a:pt x="327" y="1179"/>
                    <a:pt x="1" y="1680"/>
                    <a:pt x="1" y="2206"/>
                  </a:cubicBezTo>
                  <a:lnTo>
                    <a:pt x="1" y="5364"/>
                  </a:lnTo>
                  <a:lnTo>
                    <a:pt x="1" y="5364"/>
                  </a:lnTo>
                  <a:lnTo>
                    <a:pt x="1" y="5364"/>
                  </a:lnTo>
                  <a:cubicBezTo>
                    <a:pt x="1" y="5866"/>
                    <a:pt x="352" y="6392"/>
                    <a:pt x="1028" y="6768"/>
                  </a:cubicBezTo>
                  <a:cubicBezTo>
                    <a:pt x="2382" y="7570"/>
                    <a:pt x="4587" y="7570"/>
                    <a:pt x="5941" y="6793"/>
                  </a:cubicBezTo>
                  <a:cubicBezTo>
                    <a:pt x="6617" y="6392"/>
                    <a:pt x="6943" y="5891"/>
                    <a:pt x="6943" y="5364"/>
                  </a:cubicBezTo>
                  <a:lnTo>
                    <a:pt x="6943" y="5364"/>
                  </a:ln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8" name="Google Shape;496;p51"/>
            <p:cNvSpPr/>
            <p:nvPr/>
          </p:nvSpPr>
          <p:spPr>
            <a:xfrm>
              <a:off x="6754320" y="699480"/>
              <a:ext cx="510840" cy="686880"/>
            </a:xfrm>
            <a:custGeom>
              <a:avLst/>
              <a:gdLst>
                <a:gd name="textAreaLeft" fmla="*/ 0 w 510840"/>
                <a:gd name="textAreaRight" fmla="*/ 511200 w 510840"/>
                <a:gd name="textAreaTop" fmla="*/ 0 h 686880"/>
                <a:gd name="textAreaBottom" fmla="*/ 687240 h 686880"/>
              </a:gdLst>
              <a:ahLst/>
              <a:cxnLst/>
              <a:rect l="textAreaLeft" t="textAreaTop" r="textAreaRight" b="textAreaBottom"/>
              <a:pathLst>
                <a:path w="16743" h="22507">
                  <a:moveTo>
                    <a:pt x="14813" y="14236"/>
                  </a:moveTo>
                  <a:cubicBezTo>
                    <a:pt x="15264" y="13509"/>
                    <a:pt x="15715" y="12757"/>
                    <a:pt x="15991" y="11930"/>
                  </a:cubicBezTo>
                  <a:cubicBezTo>
                    <a:pt x="16392" y="10727"/>
                    <a:pt x="16643" y="9474"/>
                    <a:pt x="16693" y="8221"/>
                  </a:cubicBezTo>
                  <a:cubicBezTo>
                    <a:pt x="16743" y="5790"/>
                    <a:pt x="15866" y="3358"/>
                    <a:pt x="13610" y="1805"/>
                  </a:cubicBezTo>
                  <a:cubicBezTo>
                    <a:pt x="13435" y="1704"/>
                    <a:pt x="13259" y="1604"/>
                    <a:pt x="13059" y="1504"/>
                  </a:cubicBezTo>
                  <a:cubicBezTo>
                    <a:pt x="10978" y="526"/>
                    <a:pt x="6743" y="0"/>
                    <a:pt x="3585" y="2231"/>
                  </a:cubicBezTo>
                  <a:cubicBezTo>
                    <a:pt x="1831" y="2957"/>
                    <a:pt x="1" y="5940"/>
                    <a:pt x="627" y="9248"/>
                  </a:cubicBezTo>
                  <a:cubicBezTo>
                    <a:pt x="1003" y="11278"/>
                    <a:pt x="1755" y="13283"/>
                    <a:pt x="2908" y="15063"/>
                  </a:cubicBezTo>
                  <a:cubicBezTo>
                    <a:pt x="4011" y="16792"/>
                    <a:pt x="4913" y="18371"/>
                    <a:pt x="5239" y="20376"/>
                  </a:cubicBezTo>
                  <a:lnTo>
                    <a:pt x="5264" y="20476"/>
                  </a:lnTo>
                  <a:cubicBezTo>
                    <a:pt x="5189" y="20953"/>
                    <a:pt x="5515" y="21454"/>
                    <a:pt x="6242" y="21830"/>
                  </a:cubicBezTo>
                  <a:cubicBezTo>
                    <a:pt x="7545" y="22481"/>
                    <a:pt x="9675" y="22506"/>
                    <a:pt x="10978" y="21830"/>
                  </a:cubicBezTo>
                  <a:cubicBezTo>
                    <a:pt x="11680" y="21454"/>
                    <a:pt x="12006" y="20953"/>
                    <a:pt x="11931" y="20451"/>
                  </a:cubicBezTo>
                  <a:cubicBezTo>
                    <a:pt x="12257" y="18772"/>
                    <a:pt x="12983" y="17318"/>
                    <a:pt x="13861" y="15815"/>
                  </a:cubicBezTo>
                  <a:cubicBezTo>
                    <a:pt x="14161" y="15263"/>
                    <a:pt x="14487" y="14762"/>
                    <a:pt x="14813" y="14236"/>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9" name="Google Shape;497;p51"/>
            <p:cNvSpPr/>
            <p:nvPr/>
          </p:nvSpPr>
          <p:spPr>
            <a:xfrm>
              <a:off x="6931080" y="919080"/>
              <a:ext cx="179640" cy="423720"/>
            </a:xfrm>
            <a:custGeom>
              <a:avLst/>
              <a:gdLst>
                <a:gd name="textAreaLeft" fmla="*/ 0 w 179640"/>
                <a:gd name="textAreaRight" fmla="*/ 180000 w 179640"/>
                <a:gd name="textAreaTop" fmla="*/ 0 h 423720"/>
                <a:gd name="textAreaBottom" fmla="*/ 424080 h 423720"/>
              </a:gdLst>
              <a:ahLst/>
              <a:cxnLst/>
              <a:rect l="textAreaLeft" t="textAreaTop" r="textAreaRight" b="textAreaBottom"/>
              <a:pathLst>
                <a:path w="5891" h="13896">
                  <a:moveTo>
                    <a:pt x="278" y="1"/>
                  </a:moveTo>
                  <a:cubicBezTo>
                    <a:pt x="253" y="1"/>
                    <a:pt x="227" y="3"/>
                    <a:pt x="201" y="7"/>
                  </a:cubicBezTo>
                  <a:cubicBezTo>
                    <a:pt x="76" y="57"/>
                    <a:pt x="0" y="208"/>
                    <a:pt x="0" y="333"/>
                  </a:cubicBezTo>
                  <a:lnTo>
                    <a:pt x="1329" y="12614"/>
                  </a:lnTo>
                  <a:cubicBezTo>
                    <a:pt x="1352" y="12774"/>
                    <a:pt x="1479" y="12893"/>
                    <a:pt x="1616" y="12893"/>
                  </a:cubicBezTo>
                  <a:cubicBezTo>
                    <a:pt x="1629" y="12893"/>
                    <a:pt x="1642" y="12891"/>
                    <a:pt x="1655" y="12889"/>
                  </a:cubicBezTo>
                  <a:cubicBezTo>
                    <a:pt x="1830" y="12864"/>
                    <a:pt x="1955" y="12714"/>
                    <a:pt x="1930" y="12564"/>
                  </a:cubicBezTo>
                  <a:lnTo>
                    <a:pt x="752" y="1561"/>
                  </a:lnTo>
                  <a:lnTo>
                    <a:pt x="1529" y="2789"/>
                  </a:lnTo>
                  <a:cubicBezTo>
                    <a:pt x="1580" y="2874"/>
                    <a:pt x="1678" y="2925"/>
                    <a:pt x="1782" y="2925"/>
                  </a:cubicBezTo>
                  <a:cubicBezTo>
                    <a:pt x="1831" y="2925"/>
                    <a:pt x="1882" y="2913"/>
                    <a:pt x="1930" y="2889"/>
                  </a:cubicBezTo>
                  <a:lnTo>
                    <a:pt x="2933" y="2313"/>
                  </a:lnTo>
                  <a:lnTo>
                    <a:pt x="3785" y="4067"/>
                  </a:lnTo>
                  <a:cubicBezTo>
                    <a:pt x="3841" y="4180"/>
                    <a:pt x="3954" y="4236"/>
                    <a:pt x="4070" y="4236"/>
                  </a:cubicBezTo>
                  <a:cubicBezTo>
                    <a:pt x="4109" y="4236"/>
                    <a:pt x="4148" y="4230"/>
                    <a:pt x="4186" y="4218"/>
                  </a:cubicBezTo>
                  <a:lnTo>
                    <a:pt x="5213" y="3817"/>
                  </a:lnTo>
                  <a:lnTo>
                    <a:pt x="3710" y="13541"/>
                  </a:lnTo>
                  <a:cubicBezTo>
                    <a:pt x="3685" y="13691"/>
                    <a:pt x="3785" y="13867"/>
                    <a:pt x="3960" y="13892"/>
                  </a:cubicBezTo>
                  <a:cubicBezTo>
                    <a:pt x="3973" y="13894"/>
                    <a:pt x="3986" y="13895"/>
                    <a:pt x="3999" y="13895"/>
                  </a:cubicBezTo>
                  <a:cubicBezTo>
                    <a:pt x="4140" y="13895"/>
                    <a:pt x="4288" y="13777"/>
                    <a:pt x="4311" y="13616"/>
                  </a:cubicBezTo>
                  <a:lnTo>
                    <a:pt x="5890" y="3391"/>
                  </a:lnTo>
                  <a:cubicBezTo>
                    <a:pt x="5890" y="3290"/>
                    <a:pt x="5865" y="3190"/>
                    <a:pt x="5765" y="3115"/>
                  </a:cubicBezTo>
                  <a:cubicBezTo>
                    <a:pt x="5716" y="3066"/>
                    <a:pt x="5647" y="3039"/>
                    <a:pt x="5577" y="3039"/>
                  </a:cubicBezTo>
                  <a:cubicBezTo>
                    <a:pt x="5538" y="3039"/>
                    <a:pt x="5500" y="3047"/>
                    <a:pt x="5464" y="3065"/>
                  </a:cubicBezTo>
                  <a:lnTo>
                    <a:pt x="4211" y="3566"/>
                  </a:lnTo>
                  <a:lnTo>
                    <a:pt x="3334" y="1761"/>
                  </a:lnTo>
                  <a:cubicBezTo>
                    <a:pt x="3309" y="1686"/>
                    <a:pt x="3234" y="1636"/>
                    <a:pt x="3158" y="1611"/>
                  </a:cubicBezTo>
                  <a:cubicBezTo>
                    <a:pt x="3127" y="1601"/>
                    <a:pt x="3092" y="1595"/>
                    <a:pt x="3056" y="1595"/>
                  </a:cubicBezTo>
                  <a:cubicBezTo>
                    <a:pt x="3004" y="1595"/>
                    <a:pt x="2952" y="1607"/>
                    <a:pt x="2908" y="1636"/>
                  </a:cubicBezTo>
                  <a:lnTo>
                    <a:pt x="1880" y="2213"/>
                  </a:lnTo>
                  <a:lnTo>
                    <a:pt x="577" y="132"/>
                  </a:lnTo>
                  <a:cubicBezTo>
                    <a:pt x="515" y="49"/>
                    <a:pt x="401" y="1"/>
                    <a:pt x="278"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0" name="Google Shape;498;p51"/>
            <p:cNvSpPr/>
            <p:nvPr/>
          </p:nvSpPr>
          <p:spPr>
            <a:xfrm>
              <a:off x="8253000" y="2042280"/>
              <a:ext cx="187920" cy="243720"/>
            </a:xfrm>
            <a:custGeom>
              <a:avLst/>
              <a:gdLst>
                <a:gd name="textAreaLeft" fmla="*/ 0 w 187920"/>
                <a:gd name="textAreaRight" fmla="*/ 188280 w 187920"/>
                <a:gd name="textAreaTop" fmla="*/ 0 h 243720"/>
                <a:gd name="textAreaBottom" fmla="*/ 244080 h 243720"/>
              </a:gdLst>
              <a:ahLst/>
              <a:cxnLst/>
              <a:rect l="textAreaLeft" t="textAreaTop" r="textAreaRight" b="textAreaBottom"/>
              <a:pathLst>
                <a:path w="6167" h="7996">
                  <a:moveTo>
                    <a:pt x="6166" y="5965"/>
                  </a:moveTo>
                  <a:cubicBezTo>
                    <a:pt x="5765" y="6291"/>
                    <a:pt x="5364" y="6567"/>
                    <a:pt x="4938" y="6792"/>
                  </a:cubicBezTo>
                  <a:cubicBezTo>
                    <a:pt x="2883" y="7995"/>
                    <a:pt x="1054" y="7845"/>
                    <a:pt x="1" y="6617"/>
                  </a:cubicBezTo>
                  <a:lnTo>
                    <a:pt x="4938" y="0"/>
                  </a:ln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1" name="Google Shape;499;p51"/>
            <p:cNvSpPr/>
            <p:nvPr/>
          </p:nvSpPr>
          <p:spPr>
            <a:xfrm>
              <a:off x="8403840" y="1776240"/>
              <a:ext cx="181080" cy="448200"/>
            </a:xfrm>
            <a:custGeom>
              <a:avLst/>
              <a:gdLst>
                <a:gd name="textAreaLeft" fmla="*/ 0 w 181080"/>
                <a:gd name="textAreaRight" fmla="*/ 181440 w 181080"/>
                <a:gd name="textAreaTop" fmla="*/ 0 h 448200"/>
                <a:gd name="textAreaBottom" fmla="*/ 448560 h 448200"/>
              </a:gdLst>
              <a:ahLst/>
              <a:cxnLst/>
              <a:rect l="textAreaLeft" t="textAreaTop" r="textAreaRight" b="textAreaBottom"/>
              <a:pathLst>
                <a:path w="5941" h="14688">
                  <a:moveTo>
                    <a:pt x="5940" y="5289"/>
                  </a:moveTo>
                  <a:cubicBezTo>
                    <a:pt x="5940" y="8572"/>
                    <a:pt x="3910" y="12482"/>
                    <a:pt x="1228" y="14687"/>
                  </a:cubicBezTo>
                  <a:lnTo>
                    <a:pt x="0" y="8722"/>
                  </a:lnTo>
                  <a:lnTo>
                    <a:pt x="0" y="1905"/>
                  </a:lnTo>
                  <a:cubicBezTo>
                    <a:pt x="3284" y="0"/>
                    <a:pt x="5940" y="1529"/>
                    <a:pt x="5940" y="5289"/>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2" name="Google Shape;500;p51"/>
            <p:cNvSpPr/>
            <p:nvPr/>
          </p:nvSpPr>
          <p:spPr>
            <a:xfrm>
              <a:off x="8223480" y="1834200"/>
              <a:ext cx="180360" cy="409680"/>
            </a:xfrm>
            <a:custGeom>
              <a:avLst/>
              <a:gdLst>
                <a:gd name="textAreaLeft" fmla="*/ 0 w 180360"/>
                <a:gd name="textAreaRight" fmla="*/ 180720 w 180360"/>
                <a:gd name="textAreaTop" fmla="*/ 0 h 409680"/>
                <a:gd name="textAreaBottom" fmla="*/ 410040 h 409680"/>
              </a:gdLst>
              <a:ahLst/>
              <a:cxnLst/>
              <a:rect l="textAreaLeft" t="textAreaTop" r="textAreaRight" b="textAreaBottom"/>
              <a:pathLst>
                <a:path w="5916" h="13434">
                  <a:moveTo>
                    <a:pt x="5915" y="0"/>
                  </a:moveTo>
                  <a:lnTo>
                    <a:pt x="5915" y="6817"/>
                  </a:lnTo>
                  <a:lnTo>
                    <a:pt x="978" y="13434"/>
                  </a:lnTo>
                  <a:cubicBezTo>
                    <a:pt x="351" y="12707"/>
                    <a:pt x="0" y="11629"/>
                    <a:pt x="0" y="10226"/>
                  </a:cubicBezTo>
                  <a:cubicBezTo>
                    <a:pt x="0" y="6466"/>
                    <a:pt x="2657" y="1880"/>
                    <a:pt x="5915" y="0"/>
                  </a:cubicBezTo>
                  <a:close/>
                </a:path>
              </a:pathLst>
            </a:custGeom>
            <a:solidFill>
              <a:srgbClr val="3c3c6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3" name="Google Shape;501;p51"/>
            <p:cNvSpPr/>
            <p:nvPr/>
          </p:nvSpPr>
          <p:spPr>
            <a:xfrm>
              <a:off x="5135040" y="1395000"/>
              <a:ext cx="349920" cy="259200"/>
            </a:xfrm>
            <a:custGeom>
              <a:avLst/>
              <a:gdLst>
                <a:gd name="textAreaLeft" fmla="*/ 0 w 349920"/>
                <a:gd name="textAreaRight" fmla="*/ 350280 w 349920"/>
                <a:gd name="textAreaTop" fmla="*/ 0 h 259200"/>
                <a:gd name="textAreaBottom" fmla="*/ 259560 h 259200"/>
              </a:gdLst>
              <a:ahLst/>
              <a:cxnLst/>
              <a:rect l="textAreaLeft" t="textAreaTop" r="textAreaRight" b="textAreaBottom"/>
              <a:pathLst>
                <a:path w="11479" h="8497">
                  <a:moveTo>
                    <a:pt x="1328" y="3960"/>
                  </a:moveTo>
                  <a:cubicBezTo>
                    <a:pt x="0" y="6166"/>
                    <a:pt x="1228" y="8221"/>
                    <a:pt x="3810" y="8371"/>
                  </a:cubicBezTo>
                  <a:cubicBezTo>
                    <a:pt x="6291" y="8496"/>
                    <a:pt x="8998" y="6642"/>
                    <a:pt x="10251" y="4612"/>
                  </a:cubicBezTo>
                  <a:cubicBezTo>
                    <a:pt x="11003" y="3409"/>
                    <a:pt x="11479" y="1228"/>
                    <a:pt x="10000" y="326"/>
                  </a:cubicBezTo>
                  <a:cubicBezTo>
                    <a:pt x="9524" y="25"/>
                    <a:pt x="8947" y="0"/>
                    <a:pt x="8396" y="25"/>
                  </a:cubicBezTo>
                  <a:cubicBezTo>
                    <a:pt x="5689" y="201"/>
                    <a:pt x="2757" y="1554"/>
                    <a:pt x="1328" y="396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4" name="Google Shape;502;p51"/>
            <p:cNvSpPr/>
            <p:nvPr/>
          </p:nvSpPr>
          <p:spPr>
            <a:xfrm>
              <a:off x="7303680" y="1226880"/>
              <a:ext cx="129600" cy="118440"/>
            </a:xfrm>
            <a:custGeom>
              <a:avLst/>
              <a:gdLst>
                <a:gd name="textAreaLeft" fmla="*/ 0 w 129600"/>
                <a:gd name="textAreaRight" fmla="*/ 129960 w 129600"/>
                <a:gd name="textAreaTop" fmla="*/ 0 h 118440"/>
                <a:gd name="textAreaBottom" fmla="*/ 118800 h 118440"/>
              </a:gdLst>
              <a:ahLst/>
              <a:cxnLst/>
              <a:rect l="textAreaLeft" t="textAreaTop" r="textAreaRight" b="textAreaBottom"/>
              <a:pathLst>
                <a:path w="4261" h="3886">
                  <a:moveTo>
                    <a:pt x="2130" y="25"/>
                  </a:moveTo>
                  <a:cubicBezTo>
                    <a:pt x="2331" y="0"/>
                    <a:pt x="2531" y="25"/>
                    <a:pt x="2757" y="101"/>
                  </a:cubicBezTo>
                  <a:cubicBezTo>
                    <a:pt x="4261" y="577"/>
                    <a:pt x="3935" y="2657"/>
                    <a:pt x="2882" y="3434"/>
                  </a:cubicBezTo>
                  <a:cubicBezTo>
                    <a:pt x="2256" y="3885"/>
                    <a:pt x="1579" y="3710"/>
                    <a:pt x="1053" y="3183"/>
                  </a:cubicBezTo>
                  <a:cubicBezTo>
                    <a:pt x="0" y="2181"/>
                    <a:pt x="777" y="151"/>
                    <a:pt x="2130" y="25"/>
                  </a:cubicBezTo>
                  <a:close/>
                </a:path>
              </a:pathLst>
            </a:custGeom>
            <a:solidFill>
              <a:schemeClr val="lt1"/>
            </a:solidFill>
            <a:ln w="0">
              <a:noFill/>
            </a:ln>
          </p:spPr>
          <p:style>
            <a:lnRef idx="0"/>
            <a:fillRef idx="0"/>
            <a:effectRef idx="0"/>
            <a:fontRef idx="minor"/>
          </p:style>
          <p:txBody>
            <a:bodyPr tIns="59400" bIns="59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723960" y="590400"/>
            <a:ext cx="4086000" cy="1580760"/>
          </a:xfrm>
          <a:prstGeom prst="rect">
            <a:avLst/>
          </a:prstGeom>
          <a:noFill/>
          <a:ln w="0">
            <a:noFill/>
          </a:ln>
        </p:spPr>
        <p:txBody>
          <a:bodyPr lIns="91440" rIns="91440" tIns="91440" bIns="91440" anchor="b">
            <a:normAutofit/>
          </a:bodyPr>
          <a:p>
            <a:pPr indent="0">
              <a:lnSpc>
                <a:spcPct val="100000"/>
              </a:lnSpc>
              <a:buNone/>
              <a:tabLst>
                <a:tab algn="l" pos="0"/>
              </a:tabLst>
            </a:pPr>
            <a:r>
              <a:rPr b="1" lang="en-US" sz="3000" strike="noStrike" u="none">
                <a:solidFill>
                  <a:schemeClr val="dk1"/>
                </a:solidFill>
                <a:effectLst/>
                <a:uFillTx/>
                <a:latin typeface="Overpass Black"/>
                <a:ea typeface="Overpass Black"/>
              </a:rPr>
              <a:t>Introduction </a:t>
            </a:r>
            <a:endParaRPr b="0" lang="fr-FR" sz="3000" strike="noStrike" u="none">
              <a:solidFill>
                <a:schemeClr val="dk1"/>
              </a:solidFill>
              <a:effectLst/>
              <a:uFillTx/>
              <a:latin typeface="Arial"/>
            </a:endParaRPr>
          </a:p>
        </p:txBody>
      </p:sp>
      <p:sp>
        <p:nvSpPr>
          <p:cNvPr id="326" name="PlaceHolder 2"/>
          <p:cNvSpPr>
            <a:spLocks noGrp="1"/>
          </p:cNvSpPr>
          <p:nvPr>
            <p:ph type="subTitle"/>
          </p:nvPr>
        </p:nvSpPr>
        <p:spPr>
          <a:xfrm>
            <a:off x="723960" y="2171880"/>
            <a:ext cx="4086000" cy="2457000"/>
          </a:xfrm>
          <a:prstGeom prst="rect">
            <a:avLst/>
          </a:prstGeom>
          <a:noFill/>
          <a:ln w="0">
            <a:noFill/>
          </a:ln>
        </p:spPr>
        <p:txBody>
          <a:bodyPr lIns="91440" rIns="91440" tIns="91440" bIns="91440" anchor="t">
            <a:normAutofit fontScale="92500" lnSpcReduction="19999"/>
          </a:bodyPr>
          <a:p>
            <a:pPr indent="0">
              <a:lnSpc>
                <a:spcPct val="150000"/>
              </a:lnSpc>
              <a:buNone/>
              <a:tabLst>
                <a:tab algn="l" pos="0"/>
              </a:tabLst>
            </a:pPr>
            <a:r>
              <a:rPr b="0" lang="en-US" sz="1600" strike="noStrike" u="none">
                <a:solidFill>
                  <a:schemeClr val="dk2"/>
                </a:solidFill>
                <a:effectLst/>
                <a:uFillTx/>
                <a:latin typeface="Source Sans Pro"/>
                <a:ea typeface="Source Sans Pro"/>
              </a:rPr>
              <a:t>The Microgoal Project aims to enhance productivity and focus by breaking down large goals into manageable, actionable steps. This approach enables teams to maintain momentum and improve overall performance. By setting clear, short-term targets, the project fosters accountability and measurable progress, ensuring more efficient achievement of long-term ambitions in a structured and organized manner.</a:t>
            </a:r>
            <a:endParaRPr b="0" lang="en-US" sz="1600" strike="noStrike" u="none">
              <a:solidFill>
                <a:srgbClr val="000000"/>
              </a:solidFill>
              <a:effectLst/>
              <a:uFillTx/>
              <a:latin typeface="OpenSymbol"/>
            </a:endParaRPr>
          </a:p>
        </p:txBody>
      </p:sp>
      <p:pic>
        <p:nvPicPr>
          <p:cNvPr id="327" name="Google Shape;776;p59" descr=""/>
          <p:cNvPicPr/>
          <p:nvPr/>
        </p:nvPicPr>
        <p:blipFill>
          <a:blip r:embed="rId1"/>
          <a:srcRect l="0" t="0" r="19478" b="0"/>
          <a:stretch/>
        </p:blipFill>
        <p:spPr>
          <a:xfrm>
            <a:off x="4972320" y="-37080"/>
            <a:ext cx="4171320" cy="51804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
          <p:cNvSpPr/>
          <p:nvPr/>
        </p:nvSpPr>
        <p:spPr>
          <a:xfrm>
            <a:off x="504828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accent1"/>
                </a:solidFill>
                <a:effectLst/>
                <a:uFillTx/>
                <a:latin typeface="Calibri"/>
              </a:rPr>
              <a:t>01</a:t>
            </a:r>
            <a:endParaRPr b="0" lang="en-US" sz="5000" strike="noStrike" u="none">
              <a:solidFill>
                <a:srgbClr val="000000"/>
              </a:solidFill>
              <a:effectLst/>
              <a:uFillTx/>
              <a:latin typeface="OpenSymbol"/>
            </a:endParaRPr>
          </a:p>
        </p:txBody>
      </p:sp>
      <p:sp>
        <p:nvSpPr>
          <p:cNvPr id="329" name=""/>
          <p:cNvSpPr/>
          <p:nvPr/>
        </p:nvSpPr>
        <p:spPr>
          <a:xfrm>
            <a:off x="5048280" y="1428840"/>
            <a:ext cx="361908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4000" strike="noStrike" u="none">
                <a:solidFill>
                  <a:schemeClr val="dk1"/>
                </a:solidFill>
                <a:effectLst/>
                <a:uFillTx/>
                <a:latin typeface="Overpass Black"/>
              </a:rPr>
              <a:t>Microgoal </a:t>
            </a:r>
            <a:r>
              <a:rPr b="1" lang="en-US" sz="4000" strike="noStrike" u="none">
                <a:solidFill>
                  <a:schemeClr val="accent1"/>
                </a:solidFill>
                <a:effectLst/>
                <a:uFillTx/>
                <a:latin typeface="Overpass SemiBold"/>
              </a:rPr>
              <a:t>Project Overview</a:t>
            </a:r>
            <a:endParaRPr b="0" lang="en-US" sz="4000" strike="noStrike" u="none">
              <a:solidFill>
                <a:srgbClr val="000000"/>
              </a:solidFill>
              <a:effectLst/>
              <a:uFillTx/>
              <a:latin typeface="OpenSymbol"/>
            </a:endParaRPr>
          </a:p>
        </p:txBody>
      </p:sp>
      <p:pic>
        <p:nvPicPr>
          <p:cNvPr id="330" name="image69ae5dc6b9879" descr="image69ae5dc6b987d"/>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3000" strike="noStrike" u="none">
                <a:solidFill>
                  <a:schemeClr val="dk1"/>
                </a:solidFill>
                <a:effectLst/>
                <a:uFillTx/>
                <a:latin typeface="Overpass Black"/>
              </a:rPr>
              <a:t>Definition </a:t>
            </a:r>
            <a:r>
              <a:rPr b="1" lang="en-US" sz="3000" strike="noStrike" u="none">
                <a:solidFill>
                  <a:schemeClr val="accent1"/>
                </a:solidFill>
                <a:effectLst/>
                <a:uFillTx/>
                <a:latin typeface="Overpass SemiBold"/>
              </a:rPr>
              <a:t>and Purpose</a:t>
            </a:r>
            <a:endParaRPr b="0" lang="en-US" sz="3000" strike="noStrike" u="none">
              <a:solidFill>
                <a:srgbClr val="000000"/>
              </a:solidFill>
              <a:effectLst/>
              <a:uFillTx/>
              <a:latin typeface="OpenSymbol"/>
            </a:endParaRPr>
          </a:p>
        </p:txBody>
      </p:sp>
      <p:sp>
        <p:nvSpPr>
          <p:cNvPr id="332"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2"/>
                </a:solidFill>
                <a:effectLst/>
                <a:uFillTx/>
                <a:latin typeface="Source Sans Pro"/>
              </a:rPr>
              <a:t>The Microgoal Project is designed to help individuals and organizations achieve their broader objectives by focusing on </a:t>
            </a:r>
            <a:r>
              <a:rPr b="1" lang="en-US" sz="1200" strike="noStrike" u="none">
                <a:solidFill>
                  <a:schemeClr val="dk2"/>
                </a:solidFill>
                <a:effectLst/>
                <a:uFillTx/>
                <a:latin typeface="Source Sans Pro"/>
              </a:rPr>
              <a:t>small, attainable goals</a:t>
            </a:r>
            <a:r>
              <a:rPr b="0" lang="en-US" sz="1200" strike="noStrike" u="none">
                <a:solidFill>
                  <a:schemeClr val="dk2"/>
                </a:solidFill>
                <a:effectLst/>
                <a:uFillTx/>
                <a:latin typeface="Source Sans Pro"/>
              </a:rPr>
              <a:t>. It emphasizes </a:t>
            </a:r>
            <a:r>
              <a:rPr b="0" i="1" lang="en-US" sz="1200" strike="noStrike" u="none">
                <a:solidFill>
                  <a:schemeClr val="dk2"/>
                </a:solidFill>
                <a:effectLst/>
                <a:uFillTx/>
                <a:latin typeface="Source Sans Pro"/>
              </a:rPr>
              <a:t>clarity</a:t>
            </a:r>
            <a:r>
              <a:rPr b="0" lang="en-US" sz="1200" strike="noStrike" u="none">
                <a:solidFill>
                  <a:schemeClr val="dk2"/>
                </a:solidFill>
                <a:effectLst/>
                <a:uFillTx/>
                <a:latin typeface="Source Sans Pro"/>
              </a:rPr>
              <a:t> and </a:t>
            </a:r>
            <a:r>
              <a:rPr b="0" i="1" lang="en-US" sz="1200" strike="noStrike" u="none">
                <a:solidFill>
                  <a:schemeClr val="dk2"/>
                </a:solidFill>
                <a:effectLst/>
                <a:uFillTx/>
                <a:latin typeface="Source Sans Pro"/>
              </a:rPr>
              <a:t>incremental progress</a:t>
            </a:r>
            <a:r>
              <a:rPr b="0" lang="en-US" sz="1200" strike="noStrike" u="none">
                <a:solidFill>
                  <a:schemeClr val="dk2"/>
                </a:solidFill>
                <a:effectLst/>
                <a:uFillTx/>
                <a:latin typeface="Source Sans Pro"/>
              </a:rPr>
              <a:t>, enabling participants to build motivation through consistent achievement. This method reduces overwhelm and promotes sustained effort by creating a structured pathway to success.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
          <p:cNvSpPr/>
          <p:nvPr/>
        </p:nvSpPr>
        <p:spPr>
          <a:xfrm>
            <a:off x="5048280" y="476280"/>
            <a:ext cx="3619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3000" strike="noStrike" u="none">
                <a:solidFill>
                  <a:schemeClr val="dk1"/>
                </a:solidFill>
                <a:effectLst/>
                <a:uFillTx/>
                <a:latin typeface="Overpass Black"/>
              </a:rPr>
              <a:t>Key </a:t>
            </a:r>
            <a:r>
              <a:rPr b="1" lang="en-US" sz="3000" strike="noStrike" u="none">
                <a:solidFill>
                  <a:schemeClr val="accent1"/>
                </a:solidFill>
                <a:effectLst/>
                <a:uFillTx/>
                <a:latin typeface="Overpass SemiBold"/>
              </a:rPr>
              <a:t>Objectives</a:t>
            </a:r>
            <a:endParaRPr b="0" lang="en-US" sz="3000" strike="noStrike" u="none">
              <a:solidFill>
                <a:srgbClr val="000000"/>
              </a:solidFill>
              <a:effectLst/>
              <a:uFillTx/>
              <a:latin typeface="OpenSymbol"/>
            </a:endParaRPr>
          </a:p>
        </p:txBody>
      </p:sp>
      <p:sp>
        <p:nvSpPr>
          <p:cNvPr id="334" name=""/>
          <p:cNvSpPr/>
          <p:nvPr/>
        </p:nvSpPr>
        <p:spPr>
          <a:xfrm>
            <a:off x="5048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2"/>
                </a:solidFill>
                <a:effectLst/>
                <a:uFillTx/>
                <a:latin typeface="Source Sans Pro"/>
              </a:rPr>
              <a:t>The primary objectives include improving goal clarity, increasing productivity, and fostering accountability. It aims to break down complex projects into </a:t>
            </a:r>
            <a:r>
              <a:rPr b="1" lang="en-US" sz="1200" strike="noStrike" u="none">
                <a:solidFill>
                  <a:schemeClr val="dk2"/>
                </a:solidFill>
                <a:effectLst/>
                <a:uFillTx/>
                <a:latin typeface="Source Sans Pro"/>
              </a:rPr>
              <a:t>manageable tasks</a:t>
            </a:r>
            <a:r>
              <a:rPr b="0" lang="en-US" sz="1200" strike="noStrike" u="none">
                <a:solidFill>
                  <a:schemeClr val="dk2"/>
                </a:solidFill>
                <a:effectLst/>
                <a:uFillTx/>
                <a:latin typeface="Source Sans Pro"/>
              </a:rPr>
              <a:t>, allowing for easier tracking and adjustments. Additionally, it supports enhanced team collaboration and better resource utilization by aligning every microgoal with overarching strategic aims.</a:t>
            </a:r>
            <a:endParaRPr b="0" lang="en-US" sz="1200" strike="noStrike" u="none">
              <a:solidFill>
                <a:srgbClr val="000000"/>
              </a:solidFill>
              <a:effectLst/>
              <a:uFillTx/>
              <a:latin typeface="OpenSymbol"/>
            </a:endParaRPr>
          </a:p>
        </p:txBody>
      </p:sp>
      <p:pic>
        <p:nvPicPr>
          <p:cNvPr id="335" name="image69ae5dc6d0c3a" descr="image69ae5dc6d0c3f"/>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723960" y="542880"/>
            <a:ext cx="7705440" cy="57132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1" lang="en-US" sz="3000" strike="noStrike" u="none">
                <a:solidFill>
                  <a:schemeClr val="dk1"/>
                </a:solidFill>
                <a:effectLst/>
                <a:uFillTx/>
                <a:latin typeface="Overpass Black"/>
                <a:ea typeface="Overpass Black"/>
              </a:rPr>
              <a:t>Target </a:t>
            </a:r>
            <a:r>
              <a:rPr b="0" lang="en-US" sz="3000" strike="noStrike" u="none">
                <a:solidFill>
                  <a:schemeClr val="accent1"/>
                </a:solidFill>
                <a:effectLst/>
                <a:uFillTx/>
                <a:latin typeface="Overpass"/>
                <a:ea typeface="Overpass Black"/>
              </a:rPr>
              <a:t>Audience</a:t>
            </a:r>
            <a:endParaRPr b="0" lang="fr-FR" sz="3000" strike="noStrike" u="none">
              <a:solidFill>
                <a:schemeClr val="dk1"/>
              </a:solidFill>
              <a:effectLst/>
              <a:uFillTx/>
              <a:latin typeface="Arial"/>
            </a:endParaRPr>
          </a:p>
        </p:txBody>
      </p:sp>
      <p:sp>
        <p:nvSpPr>
          <p:cNvPr id="337" name="PlaceHolder 2"/>
          <p:cNvSpPr>
            <a:spLocks noGrp="1"/>
          </p:cNvSpPr>
          <p:nvPr>
            <p:ph type="subTitle"/>
          </p:nvPr>
        </p:nvSpPr>
        <p:spPr>
          <a:xfrm>
            <a:off x="1333440" y="1352520"/>
            <a:ext cx="6533640" cy="3095280"/>
          </a:xfrm>
          <a:prstGeom prst="rect">
            <a:avLst/>
          </a:prstGeom>
          <a:noFill/>
          <a:ln w="0">
            <a:noFill/>
          </a:ln>
        </p:spPr>
        <p:txBody>
          <a:bodyPr lIns="91440" rIns="91440" tIns="91440" bIns="91440" anchor="t">
            <a:normAutofit/>
          </a:bodyPr>
          <a:p>
            <a:pPr indent="0">
              <a:lnSpc>
                <a:spcPct val="150000"/>
              </a:lnSpc>
              <a:buNone/>
              <a:tabLst>
                <a:tab algn="l" pos="0"/>
              </a:tabLst>
            </a:pPr>
            <a:r>
              <a:rPr b="0" lang="en-US" sz="1600" strike="noStrike" u="none">
                <a:solidFill>
                  <a:schemeClr val="dk2"/>
                </a:solidFill>
                <a:effectLst/>
                <a:uFillTx/>
                <a:latin typeface="Source Sans Pro"/>
                <a:ea typeface="Source Sans Pro"/>
              </a:rPr>
              <a:t>The Microgoal Project primarily targets professionals and teams seeking to improve </a:t>
            </a:r>
            <a:r>
              <a:rPr b="1" lang="en-US" sz="1600" strike="noStrike" u="none">
                <a:solidFill>
                  <a:schemeClr val="dk2"/>
                </a:solidFill>
                <a:effectLst/>
                <a:uFillTx/>
                <a:latin typeface="Source Sans Pro"/>
                <a:ea typeface="Source Sans Pro"/>
              </a:rPr>
              <a:t>efficiency</a:t>
            </a:r>
            <a:r>
              <a:rPr b="0" lang="en-US" sz="1600" strike="noStrike" u="none">
                <a:solidFill>
                  <a:schemeClr val="dk2"/>
                </a:solidFill>
                <a:effectLst/>
                <a:uFillTx/>
                <a:latin typeface="Source Sans Pro"/>
                <a:ea typeface="Source Sans Pro"/>
              </a:rPr>
              <a:t> and goal management. It is ideal for organizations aiming to enhance productivity through focused, incremental progress. Additionally, individual contributors and project managers benefit by adopting structured goal-setting techniques that promote accountability and clarity in daily operations.</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
          <p:cNvSpPr/>
          <p:nvPr/>
        </p:nvSpPr>
        <p:spPr>
          <a:xfrm>
            <a:off x="47628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accent1"/>
                </a:solidFill>
                <a:effectLst/>
                <a:uFillTx/>
                <a:latin typeface="Calibri"/>
              </a:rPr>
              <a:t>01</a:t>
            </a:r>
            <a:endParaRPr b="0" lang="en-US" sz="5000" strike="noStrike" u="none">
              <a:solidFill>
                <a:srgbClr val="000000"/>
              </a:solidFill>
              <a:effectLst/>
              <a:uFillTx/>
              <a:latin typeface="OpenSymbol"/>
            </a:endParaRPr>
          </a:p>
        </p:txBody>
      </p:sp>
      <p:sp>
        <p:nvSpPr>
          <p:cNvPr id="339" name=""/>
          <p:cNvSpPr/>
          <p:nvPr/>
        </p:nvSpPr>
        <p:spPr>
          <a:xfrm>
            <a:off x="476280" y="1428840"/>
            <a:ext cx="361908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4000" strike="noStrike" u="none">
                <a:solidFill>
                  <a:schemeClr val="dk1"/>
                </a:solidFill>
                <a:effectLst/>
                <a:uFillTx/>
                <a:latin typeface="Overpass Black"/>
              </a:rPr>
              <a:t>Implementation </a:t>
            </a:r>
            <a:r>
              <a:rPr b="1" lang="en-US" sz="4000" strike="noStrike" u="none">
                <a:solidFill>
                  <a:schemeClr val="accent1"/>
                </a:solidFill>
                <a:effectLst/>
                <a:uFillTx/>
                <a:latin typeface="Overpass SemiBold"/>
              </a:rPr>
              <a:t>Strategy</a:t>
            </a:r>
            <a:endParaRPr b="0" lang="en-US" sz="4000" strike="noStrike" u="none">
              <a:solidFill>
                <a:srgbClr val="000000"/>
              </a:solidFill>
              <a:effectLst/>
              <a:uFillTx/>
              <a:latin typeface="OpenSymbol"/>
            </a:endParaRPr>
          </a:p>
        </p:txBody>
      </p:sp>
      <p:pic>
        <p:nvPicPr>
          <p:cNvPr id="340" name="image69ae5dc6e5f27" descr="image69ae5dc6e5f2c"/>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723960" y="542880"/>
            <a:ext cx="7705440" cy="57132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1" lang="en-US" sz="3000" strike="noStrike" u="none">
                <a:solidFill>
                  <a:schemeClr val="dk1"/>
                </a:solidFill>
                <a:effectLst/>
                <a:uFillTx/>
                <a:latin typeface="Overpass Black"/>
                <a:ea typeface="Overpass Black"/>
              </a:rPr>
              <a:t>Planning and </a:t>
            </a:r>
            <a:r>
              <a:rPr b="0" lang="en-US" sz="3000" strike="noStrike" u="none">
                <a:solidFill>
                  <a:schemeClr val="accent1"/>
                </a:solidFill>
                <a:effectLst/>
                <a:uFillTx/>
                <a:latin typeface="Overpass"/>
                <a:ea typeface="Overpass Black"/>
              </a:rPr>
              <a:t>Timeline</a:t>
            </a:r>
            <a:endParaRPr b="0" lang="fr-FR" sz="3000" strike="noStrike" u="none">
              <a:solidFill>
                <a:schemeClr val="dk1"/>
              </a:solidFill>
              <a:effectLst/>
              <a:uFillTx/>
              <a:latin typeface="Arial"/>
            </a:endParaRPr>
          </a:p>
        </p:txBody>
      </p:sp>
      <p:sp>
        <p:nvSpPr>
          <p:cNvPr id="342" name="PlaceHolder 2"/>
          <p:cNvSpPr>
            <a:spLocks noGrp="1"/>
          </p:cNvSpPr>
          <p:nvPr>
            <p:ph type="subTitle"/>
          </p:nvPr>
        </p:nvSpPr>
        <p:spPr>
          <a:xfrm>
            <a:off x="2295360" y="1457280"/>
            <a:ext cx="4543200" cy="3276360"/>
          </a:xfrm>
          <a:prstGeom prst="rect">
            <a:avLst/>
          </a:prstGeom>
          <a:noFill/>
          <a:ln w="0">
            <a:noFill/>
          </a:ln>
        </p:spPr>
        <p:txBody>
          <a:bodyPr lIns="91440" rIns="91440" tIns="91440" bIns="91440" anchor="ctr">
            <a:normAutofit/>
          </a:bodyPr>
          <a:p>
            <a:pPr indent="0" algn="ctr">
              <a:lnSpc>
                <a:spcPct val="150000"/>
              </a:lnSpc>
              <a:buNone/>
              <a:tabLst>
                <a:tab algn="l" pos="0"/>
              </a:tabLst>
            </a:pPr>
            <a:r>
              <a:rPr b="0" lang="en-US" sz="1400" strike="noStrike" u="none">
                <a:solidFill>
                  <a:schemeClr val="accent4"/>
                </a:solidFill>
                <a:effectLst/>
                <a:uFillTx/>
                <a:latin typeface="Source Sans Pro"/>
                <a:ea typeface="Source Sans Pro"/>
              </a:rPr>
              <a:t>Effective planning is crucial, starting with defining clear microgoals aligned with overall objectives. A detailed timeline ensures milestones are met promptly, allowing for adjustments along the way. This phased approach promotes steady progress, helping teams remain on track while providing flexibility to address emerging challenges and optimize workflow.</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
          <p:cNvSpPr/>
          <p:nvPr/>
        </p:nvSpPr>
        <p:spPr>
          <a:xfrm>
            <a:off x="476280" y="476280"/>
            <a:ext cx="3619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3000" strike="noStrike" u="none">
                <a:solidFill>
                  <a:schemeClr val="dk1"/>
                </a:solidFill>
                <a:effectLst/>
                <a:uFillTx/>
                <a:latin typeface="Overpass Black"/>
              </a:rPr>
              <a:t>Resource </a:t>
            </a:r>
            <a:r>
              <a:rPr b="1" lang="en-US" sz="3000" strike="noStrike" u="none">
                <a:solidFill>
                  <a:schemeClr val="accent1"/>
                </a:solidFill>
                <a:effectLst/>
                <a:uFillTx/>
                <a:latin typeface="Overpass SemiBold"/>
              </a:rPr>
              <a:t>Allocation</a:t>
            </a:r>
            <a:endParaRPr b="0" lang="en-US" sz="3000" strike="noStrike" u="none">
              <a:solidFill>
                <a:srgbClr val="000000"/>
              </a:solidFill>
              <a:effectLst/>
              <a:uFillTx/>
              <a:latin typeface="OpenSymbol"/>
            </a:endParaRPr>
          </a:p>
        </p:txBody>
      </p:sp>
      <p:sp>
        <p:nvSpPr>
          <p:cNvPr id="344" name=""/>
          <p:cNvSpPr/>
          <p:nvPr/>
        </p:nvSpPr>
        <p:spPr>
          <a:xfrm>
            <a:off x="476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2"/>
                </a:solidFill>
                <a:effectLst/>
                <a:uFillTx/>
                <a:latin typeface="Source Sans Pro"/>
              </a:rPr>
              <a:t>Optimal resource allocation involves assigning appropriate personnel, tools, and budgets to each microgoal. Ensuring the right expertise and support are available boosts productivity and minimizes bottlenecks. Strategic distribution of resources aligns efforts with priorities, contributing to the successful and timely completion of all project phases.</a:t>
            </a:r>
            <a:endParaRPr b="0" lang="en-US" sz="1200" strike="noStrike" u="none">
              <a:solidFill>
                <a:srgbClr val="000000"/>
              </a:solidFill>
              <a:effectLst/>
              <a:uFillTx/>
              <a:latin typeface="OpenSymbol"/>
            </a:endParaRPr>
          </a:p>
        </p:txBody>
      </p:sp>
      <p:pic>
        <p:nvPicPr>
          <p:cNvPr id="345" name="image69ae5dc704aec" descr="image69ae5dc704af1"/>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723960" y="361800"/>
            <a:ext cx="3123720" cy="1561680"/>
          </a:xfrm>
          <a:prstGeom prst="rect">
            <a:avLst/>
          </a:prstGeom>
          <a:noFill/>
          <a:ln w="0">
            <a:noFill/>
          </a:ln>
        </p:spPr>
        <p:txBody>
          <a:bodyPr lIns="91440" rIns="91440" tIns="91440" bIns="91440" anchor="b">
            <a:normAutofit/>
          </a:bodyPr>
          <a:p>
            <a:pPr indent="0">
              <a:lnSpc>
                <a:spcPct val="100000"/>
              </a:lnSpc>
              <a:buNone/>
              <a:tabLst>
                <a:tab algn="l" pos="0"/>
              </a:tabLst>
            </a:pPr>
            <a:r>
              <a:rPr b="1" lang="en-US" sz="3000" strike="noStrike" u="none">
                <a:solidFill>
                  <a:schemeClr val="dk1"/>
                </a:solidFill>
                <a:effectLst/>
                <a:uFillTx/>
                <a:latin typeface="Overpass Black"/>
                <a:ea typeface="Overpass Black"/>
              </a:rPr>
              <a:t>Monitoring and </a:t>
            </a:r>
            <a:r>
              <a:rPr b="1" lang="en-US" sz="3000" strike="noStrike" u="none">
                <a:solidFill>
                  <a:schemeClr val="accent1"/>
                </a:solidFill>
                <a:effectLst/>
                <a:uFillTx/>
                <a:latin typeface="Overpass SemiBold"/>
                <a:ea typeface="Overpass Black"/>
              </a:rPr>
              <a:t>Evaluation</a:t>
            </a:r>
            <a:endParaRPr b="0" lang="fr-FR" sz="3000" strike="noStrike" u="none">
              <a:solidFill>
                <a:schemeClr val="dk1"/>
              </a:solidFill>
              <a:effectLst/>
              <a:uFillTx/>
              <a:latin typeface="Arial"/>
            </a:endParaRPr>
          </a:p>
        </p:txBody>
      </p:sp>
      <p:sp>
        <p:nvSpPr>
          <p:cNvPr id="347" name="PlaceHolder 2"/>
          <p:cNvSpPr>
            <a:spLocks noGrp="1"/>
          </p:cNvSpPr>
          <p:nvPr>
            <p:ph type="subTitle"/>
          </p:nvPr>
        </p:nvSpPr>
        <p:spPr>
          <a:xfrm>
            <a:off x="723960" y="1924200"/>
            <a:ext cx="3123720" cy="2676240"/>
          </a:xfrm>
          <a:prstGeom prst="rect">
            <a:avLst/>
          </a:prstGeom>
          <a:noFill/>
          <a:ln w="0">
            <a:noFill/>
          </a:ln>
        </p:spPr>
        <p:txBody>
          <a:bodyPr lIns="91440" rIns="91440" tIns="91440" bIns="91440" anchor="t">
            <a:normAutofit fontScale="92500" lnSpcReduction="19999"/>
          </a:bodyPr>
          <a:p>
            <a:pPr indent="0">
              <a:lnSpc>
                <a:spcPct val="150000"/>
              </a:lnSpc>
              <a:buNone/>
              <a:tabLst>
                <a:tab algn="l" pos="0"/>
              </a:tabLst>
            </a:pPr>
            <a:r>
              <a:rPr b="0" lang="en-US" sz="1600" strike="noStrike" u="none">
                <a:solidFill>
                  <a:schemeClr val="dk2"/>
                </a:solidFill>
                <a:effectLst/>
                <a:uFillTx/>
                <a:latin typeface="Source Sans Pro"/>
                <a:ea typeface="Source Sans Pro"/>
              </a:rPr>
              <a:t>Continuous monitoring tracks progress against set microgoals, allowing for real-time evaluation and corrective actions. Utilizing performance metrics and regular reporting ensures transparency and accountability. This process supports data-driven decisions, optimizing project outcomes and enhancing overall effectiveness.</a:t>
            </a:r>
            <a:endParaRPr b="0" lang="en-US" sz="1600" strike="noStrike" u="none">
              <a:solidFill>
                <a:srgbClr val="000000"/>
              </a:solidFill>
              <a:effectLst/>
              <a:uFillTx/>
              <a:latin typeface="OpenSymbol"/>
            </a:endParaRPr>
          </a:p>
        </p:txBody>
      </p:sp>
      <p:grpSp>
        <p:nvGrpSpPr>
          <p:cNvPr id="348" name="Google Shape;2395;p83"/>
          <p:cNvGrpSpPr/>
          <p:nvPr/>
        </p:nvGrpSpPr>
        <p:grpSpPr>
          <a:xfrm>
            <a:off x="4144320" y="1038960"/>
            <a:ext cx="4277880" cy="3564000"/>
            <a:chOff x="4144320" y="1038960"/>
            <a:chExt cx="4277880" cy="3564000"/>
          </a:xfrm>
        </p:grpSpPr>
        <p:sp>
          <p:nvSpPr>
            <p:cNvPr id="349" name="Google Shape;2396;p83"/>
            <p:cNvSpPr/>
            <p:nvPr/>
          </p:nvSpPr>
          <p:spPr>
            <a:xfrm>
              <a:off x="5769000" y="1110600"/>
              <a:ext cx="250560" cy="1590480"/>
            </a:xfrm>
            <a:custGeom>
              <a:avLst/>
              <a:gdLst>
                <a:gd name="textAreaLeft" fmla="*/ 0 w 250560"/>
                <a:gd name="textAreaRight" fmla="*/ 250920 w 250560"/>
                <a:gd name="textAreaTop" fmla="*/ 0 h 1590480"/>
                <a:gd name="textAreaBottom" fmla="*/ 1590840 h 1590480"/>
              </a:gdLst>
              <a:ahLst/>
              <a:cxnLst/>
              <a:rect l="textAreaLeft" t="textAreaTop" r="textAreaRight" b="textAreaBottom"/>
              <a:pathLst>
                <a:path w="10911" h="69207">
                  <a:moveTo>
                    <a:pt x="10888" y="0"/>
                  </a:moveTo>
                  <a:lnTo>
                    <a:pt x="0" y="6231"/>
                  </a:lnTo>
                  <a:lnTo>
                    <a:pt x="0" y="69206"/>
                  </a:lnTo>
                  <a:lnTo>
                    <a:pt x="10911" y="62861"/>
                  </a:lnTo>
                  <a:lnTo>
                    <a:pt x="10888"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0" name="Google Shape;2397;p83"/>
            <p:cNvSpPr/>
            <p:nvPr/>
          </p:nvSpPr>
          <p:spPr>
            <a:xfrm>
              <a:off x="5769000" y="1525320"/>
              <a:ext cx="250560" cy="1175400"/>
            </a:xfrm>
            <a:custGeom>
              <a:avLst/>
              <a:gdLst>
                <a:gd name="textAreaLeft" fmla="*/ 0 w 250560"/>
                <a:gd name="textAreaRight" fmla="*/ 250920 w 250560"/>
                <a:gd name="textAreaTop" fmla="*/ 0 h 1175400"/>
                <a:gd name="textAreaBottom" fmla="*/ 1175760 h 1175400"/>
              </a:gdLst>
              <a:ahLst/>
              <a:cxnLst/>
              <a:rect l="textAreaLeft" t="textAreaTop" r="textAreaRight" b="textAreaBottom"/>
              <a:pathLst>
                <a:path w="10911" h="51152">
                  <a:moveTo>
                    <a:pt x="10911" y="0"/>
                  </a:moveTo>
                  <a:lnTo>
                    <a:pt x="0" y="11573"/>
                  </a:lnTo>
                  <a:lnTo>
                    <a:pt x="0" y="51152"/>
                  </a:lnTo>
                  <a:lnTo>
                    <a:pt x="10911" y="44829"/>
                  </a:lnTo>
                  <a:lnTo>
                    <a:pt x="10911" y="0"/>
                  </a:ln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1" name="Google Shape;2398;p83"/>
            <p:cNvSpPr/>
            <p:nvPr/>
          </p:nvSpPr>
          <p:spPr>
            <a:xfrm>
              <a:off x="5645880" y="1186200"/>
              <a:ext cx="123120" cy="1514880"/>
            </a:xfrm>
            <a:custGeom>
              <a:avLst/>
              <a:gdLst>
                <a:gd name="textAreaLeft" fmla="*/ 0 w 123120"/>
                <a:gd name="textAreaRight" fmla="*/ 123480 w 123120"/>
                <a:gd name="textAreaTop" fmla="*/ 0 h 1514880"/>
                <a:gd name="textAreaBottom" fmla="*/ 1515240 h 1514880"/>
              </a:gdLst>
              <a:ahLst/>
              <a:cxnLst/>
              <a:rect l="textAreaLeft" t="textAreaTop" r="textAreaRight" b="textAreaBottom"/>
              <a:pathLst>
                <a:path w="5365" h="65920">
                  <a:moveTo>
                    <a:pt x="0" y="0"/>
                  </a:moveTo>
                  <a:lnTo>
                    <a:pt x="23" y="62815"/>
                  </a:lnTo>
                  <a:lnTo>
                    <a:pt x="5364" y="65919"/>
                  </a:lnTo>
                  <a:lnTo>
                    <a:pt x="5364" y="2944"/>
                  </a:lnTo>
                  <a:lnTo>
                    <a:pt x="0" y="0"/>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2" name="Google Shape;2399;p83"/>
            <p:cNvSpPr/>
            <p:nvPr/>
          </p:nvSpPr>
          <p:spPr>
            <a:xfrm>
              <a:off x="5645880" y="1038960"/>
              <a:ext cx="373320" cy="214920"/>
            </a:xfrm>
            <a:custGeom>
              <a:avLst/>
              <a:gdLst>
                <a:gd name="textAreaLeft" fmla="*/ 0 w 373320"/>
                <a:gd name="textAreaRight" fmla="*/ 373680 w 373320"/>
                <a:gd name="textAreaTop" fmla="*/ 0 h 214920"/>
                <a:gd name="textAreaBottom" fmla="*/ 215280 h 214920"/>
              </a:gdLst>
              <a:ahLst/>
              <a:cxnLst/>
              <a:rect l="textAreaLeft" t="textAreaTop" r="textAreaRight" b="textAreaBottom"/>
              <a:pathLst>
                <a:path w="16253" h="9359">
                  <a:moveTo>
                    <a:pt x="10820" y="0"/>
                  </a:moveTo>
                  <a:lnTo>
                    <a:pt x="0" y="6414"/>
                  </a:lnTo>
                  <a:lnTo>
                    <a:pt x="5364" y="9358"/>
                  </a:lnTo>
                  <a:lnTo>
                    <a:pt x="16252" y="3127"/>
                  </a:lnTo>
                  <a:lnTo>
                    <a:pt x="10820" y="0"/>
                  </a:ln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3" name="Google Shape;2400;p83"/>
            <p:cNvSpPr/>
            <p:nvPr/>
          </p:nvSpPr>
          <p:spPr>
            <a:xfrm>
              <a:off x="5270040" y="1833840"/>
              <a:ext cx="248760" cy="1156680"/>
            </a:xfrm>
            <a:custGeom>
              <a:avLst/>
              <a:gdLst>
                <a:gd name="textAreaLeft" fmla="*/ 0 w 248760"/>
                <a:gd name="textAreaRight" fmla="*/ 249120 w 248760"/>
                <a:gd name="textAreaTop" fmla="*/ 0 h 1156680"/>
                <a:gd name="textAreaBottom" fmla="*/ 1157040 h 1156680"/>
              </a:gdLst>
              <a:ahLst/>
              <a:cxnLst/>
              <a:rect l="textAreaLeft" t="textAreaTop" r="textAreaRight" b="textAreaBottom"/>
              <a:pathLst>
                <a:path w="10843" h="50331">
                  <a:moveTo>
                    <a:pt x="10820" y="0"/>
                  </a:moveTo>
                  <a:lnTo>
                    <a:pt x="0" y="6232"/>
                  </a:lnTo>
                  <a:lnTo>
                    <a:pt x="0" y="50330"/>
                  </a:lnTo>
                  <a:lnTo>
                    <a:pt x="10843" y="43985"/>
                  </a:lnTo>
                  <a:lnTo>
                    <a:pt x="10820"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4" name="Google Shape;2401;p83"/>
            <p:cNvSpPr/>
            <p:nvPr/>
          </p:nvSpPr>
          <p:spPr>
            <a:xfrm>
              <a:off x="5270040" y="2056320"/>
              <a:ext cx="248760" cy="933120"/>
            </a:xfrm>
            <a:custGeom>
              <a:avLst/>
              <a:gdLst>
                <a:gd name="textAreaLeft" fmla="*/ 0 w 248760"/>
                <a:gd name="textAreaRight" fmla="*/ 249120 w 248760"/>
                <a:gd name="textAreaTop" fmla="*/ 0 h 933120"/>
                <a:gd name="textAreaBottom" fmla="*/ 933480 h 933120"/>
              </a:gdLst>
              <a:ahLst/>
              <a:cxnLst/>
              <a:rect l="textAreaLeft" t="textAreaTop" r="textAreaRight" b="textAreaBottom"/>
              <a:pathLst>
                <a:path w="10843" h="40607">
                  <a:moveTo>
                    <a:pt x="10820" y="0"/>
                  </a:moveTo>
                  <a:lnTo>
                    <a:pt x="0" y="11481"/>
                  </a:lnTo>
                  <a:lnTo>
                    <a:pt x="0" y="40606"/>
                  </a:lnTo>
                  <a:lnTo>
                    <a:pt x="7008" y="36544"/>
                  </a:lnTo>
                  <a:lnTo>
                    <a:pt x="10843" y="34307"/>
                  </a:lnTo>
                  <a:lnTo>
                    <a:pt x="10820" y="0"/>
                  </a:ln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5" name="Google Shape;2402;p83"/>
            <p:cNvSpPr/>
            <p:nvPr/>
          </p:nvSpPr>
          <p:spPr>
            <a:xfrm>
              <a:off x="5143680" y="1906200"/>
              <a:ext cx="126000" cy="1083960"/>
            </a:xfrm>
            <a:custGeom>
              <a:avLst/>
              <a:gdLst>
                <a:gd name="textAreaLeft" fmla="*/ 0 w 126000"/>
                <a:gd name="textAreaRight" fmla="*/ 126360 w 126000"/>
                <a:gd name="textAreaTop" fmla="*/ 0 h 1083960"/>
                <a:gd name="textAreaBottom" fmla="*/ 1084320 h 1083960"/>
              </a:gdLst>
              <a:ahLst/>
              <a:cxnLst/>
              <a:rect l="textAreaLeft" t="textAreaTop" r="textAreaRight" b="textAreaBottom"/>
              <a:pathLst>
                <a:path w="5502" h="47181">
                  <a:moveTo>
                    <a:pt x="1" y="0"/>
                  </a:moveTo>
                  <a:lnTo>
                    <a:pt x="1" y="43985"/>
                  </a:lnTo>
                  <a:lnTo>
                    <a:pt x="5501" y="47180"/>
                  </a:lnTo>
                  <a:lnTo>
                    <a:pt x="5501" y="3082"/>
                  </a:lnTo>
                  <a:lnTo>
                    <a:pt x="1" y="0"/>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6" name="Google Shape;2403;p83"/>
            <p:cNvSpPr/>
            <p:nvPr/>
          </p:nvSpPr>
          <p:spPr>
            <a:xfrm>
              <a:off x="5143680" y="1761840"/>
              <a:ext cx="374760" cy="214920"/>
            </a:xfrm>
            <a:custGeom>
              <a:avLst/>
              <a:gdLst>
                <a:gd name="textAreaLeft" fmla="*/ 0 w 374760"/>
                <a:gd name="textAreaRight" fmla="*/ 375120 w 374760"/>
                <a:gd name="textAreaTop" fmla="*/ 0 h 214920"/>
                <a:gd name="textAreaBottom" fmla="*/ 215280 h 214920"/>
              </a:gdLst>
              <a:ahLst/>
              <a:cxnLst/>
              <a:rect l="textAreaLeft" t="textAreaTop" r="textAreaRight" b="textAreaBottom"/>
              <a:pathLst>
                <a:path w="16321" h="9359">
                  <a:moveTo>
                    <a:pt x="10683" y="0"/>
                  </a:moveTo>
                  <a:lnTo>
                    <a:pt x="1" y="6277"/>
                  </a:lnTo>
                  <a:lnTo>
                    <a:pt x="5501" y="9359"/>
                  </a:lnTo>
                  <a:lnTo>
                    <a:pt x="16321" y="3127"/>
                  </a:lnTo>
                  <a:lnTo>
                    <a:pt x="10683" y="0"/>
                  </a:ln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7" name="Google Shape;2404;p83"/>
            <p:cNvSpPr/>
            <p:nvPr/>
          </p:nvSpPr>
          <p:spPr>
            <a:xfrm>
              <a:off x="4771080" y="2412360"/>
              <a:ext cx="249480" cy="866520"/>
            </a:xfrm>
            <a:custGeom>
              <a:avLst/>
              <a:gdLst>
                <a:gd name="textAreaLeft" fmla="*/ 0 w 249480"/>
                <a:gd name="textAreaRight" fmla="*/ 249840 w 249480"/>
                <a:gd name="textAreaTop" fmla="*/ 0 h 866520"/>
                <a:gd name="textAreaBottom" fmla="*/ 866880 h 866520"/>
              </a:gdLst>
              <a:ahLst/>
              <a:cxnLst/>
              <a:rect l="textAreaLeft" t="textAreaTop" r="textAreaRight" b="textAreaBottom"/>
              <a:pathLst>
                <a:path w="10866" h="37708">
                  <a:moveTo>
                    <a:pt x="10797" y="1"/>
                  </a:moveTo>
                  <a:lnTo>
                    <a:pt x="1" y="6186"/>
                  </a:lnTo>
                  <a:lnTo>
                    <a:pt x="1" y="37708"/>
                  </a:lnTo>
                  <a:lnTo>
                    <a:pt x="10865" y="31363"/>
                  </a:lnTo>
                  <a:lnTo>
                    <a:pt x="10797" y="1"/>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8" name="Google Shape;2405;p83"/>
            <p:cNvSpPr/>
            <p:nvPr/>
          </p:nvSpPr>
          <p:spPr>
            <a:xfrm>
              <a:off x="4771080" y="2585160"/>
              <a:ext cx="249480" cy="692640"/>
            </a:xfrm>
            <a:custGeom>
              <a:avLst/>
              <a:gdLst>
                <a:gd name="textAreaLeft" fmla="*/ 0 w 249480"/>
                <a:gd name="textAreaRight" fmla="*/ 249840 w 249480"/>
                <a:gd name="textAreaTop" fmla="*/ 0 h 692640"/>
                <a:gd name="textAreaBottom" fmla="*/ 693000 h 692640"/>
              </a:gdLst>
              <a:ahLst/>
              <a:cxnLst/>
              <a:rect l="textAreaLeft" t="textAreaTop" r="textAreaRight" b="textAreaBottom"/>
              <a:pathLst>
                <a:path w="10866" h="30153">
                  <a:moveTo>
                    <a:pt x="10820" y="0"/>
                  </a:moveTo>
                  <a:lnTo>
                    <a:pt x="1" y="11481"/>
                  </a:lnTo>
                  <a:lnTo>
                    <a:pt x="1" y="30152"/>
                  </a:lnTo>
                  <a:lnTo>
                    <a:pt x="8720" y="25108"/>
                  </a:lnTo>
                  <a:lnTo>
                    <a:pt x="10865" y="23853"/>
                  </a:lnTo>
                  <a:lnTo>
                    <a:pt x="10820" y="0"/>
                  </a:ln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9" name="Google Shape;2406;p83"/>
            <p:cNvSpPr/>
            <p:nvPr/>
          </p:nvSpPr>
          <p:spPr>
            <a:xfrm>
              <a:off x="4643280" y="2483640"/>
              <a:ext cx="127800" cy="794880"/>
            </a:xfrm>
            <a:custGeom>
              <a:avLst/>
              <a:gdLst>
                <a:gd name="textAreaLeft" fmla="*/ 0 w 127800"/>
                <a:gd name="textAreaRight" fmla="*/ 128160 w 127800"/>
                <a:gd name="textAreaTop" fmla="*/ 0 h 794880"/>
                <a:gd name="textAreaBottom" fmla="*/ 795240 h 794880"/>
              </a:gdLst>
              <a:ahLst/>
              <a:cxnLst/>
              <a:rect l="textAreaLeft" t="textAreaTop" r="textAreaRight" b="textAreaBottom"/>
              <a:pathLst>
                <a:path w="5570" h="34604">
                  <a:moveTo>
                    <a:pt x="0" y="1"/>
                  </a:moveTo>
                  <a:lnTo>
                    <a:pt x="0" y="31477"/>
                  </a:lnTo>
                  <a:lnTo>
                    <a:pt x="5570" y="34604"/>
                  </a:lnTo>
                  <a:lnTo>
                    <a:pt x="5570" y="3082"/>
                  </a:lnTo>
                  <a:lnTo>
                    <a:pt x="0" y="1"/>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0" name="Google Shape;2407;p83"/>
            <p:cNvSpPr/>
            <p:nvPr/>
          </p:nvSpPr>
          <p:spPr>
            <a:xfrm>
              <a:off x="4643280" y="2339280"/>
              <a:ext cx="375840" cy="214920"/>
            </a:xfrm>
            <a:custGeom>
              <a:avLst/>
              <a:gdLst>
                <a:gd name="textAreaLeft" fmla="*/ 0 w 375840"/>
                <a:gd name="textAreaRight" fmla="*/ 376200 w 375840"/>
                <a:gd name="textAreaTop" fmla="*/ 0 h 214920"/>
                <a:gd name="textAreaBottom" fmla="*/ 215280 h 214920"/>
              </a:gdLst>
              <a:ahLst/>
              <a:cxnLst/>
              <a:rect l="textAreaLeft" t="textAreaTop" r="textAreaRight" b="textAreaBottom"/>
              <a:pathLst>
                <a:path w="16366" h="9360">
                  <a:moveTo>
                    <a:pt x="11002" y="1"/>
                  </a:moveTo>
                  <a:lnTo>
                    <a:pt x="0" y="6278"/>
                  </a:lnTo>
                  <a:lnTo>
                    <a:pt x="5570" y="9359"/>
                  </a:lnTo>
                  <a:lnTo>
                    <a:pt x="16366" y="3174"/>
                  </a:lnTo>
                  <a:lnTo>
                    <a:pt x="11002" y="1"/>
                  </a:ln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1" name="Google Shape;2408;p83"/>
            <p:cNvSpPr/>
            <p:nvPr/>
          </p:nvSpPr>
          <p:spPr>
            <a:xfrm>
              <a:off x="4268880" y="2990520"/>
              <a:ext cx="249840" cy="577440"/>
            </a:xfrm>
            <a:custGeom>
              <a:avLst/>
              <a:gdLst>
                <a:gd name="textAreaLeft" fmla="*/ 0 w 249840"/>
                <a:gd name="textAreaRight" fmla="*/ 250200 w 249840"/>
                <a:gd name="textAreaTop" fmla="*/ 0 h 577440"/>
                <a:gd name="textAreaBottom" fmla="*/ 577800 h 577440"/>
              </a:gdLst>
              <a:ahLst/>
              <a:cxnLst/>
              <a:rect l="textAreaLeft" t="textAreaTop" r="textAreaRight" b="textAreaBottom"/>
              <a:pathLst>
                <a:path w="10889" h="25131">
                  <a:moveTo>
                    <a:pt x="10888" y="0"/>
                  </a:moveTo>
                  <a:lnTo>
                    <a:pt x="1" y="6277"/>
                  </a:lnTo>
                  <a:lnTo>
                    <a:pt x="24" y="25131"/>
                  </a:lnTo>
                  <a:lnTo>
                    <a:pt x="10888" y="18785"/>
                  </a:lnTo>
                  <a:lnTo>
                    <a:pt x="10888"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2" name="Google Shape;2409;p83"/>
            <p:cNvSpPr/>
            <p:nvPr/>
          </p:nvSpPr>
          <p:spPr>
            <a:xfrm>
              <a:off x="4269600" y="3115800"/>
              <a:ext cx="249480" cy="451800"/>
            </a:xfrm>
            <a:custGeom>
              <a:avLst/>
              <a:gdLst>
                <a:gd name="textAreaLeft" fmla="*/ 0 w 249480"/>
                <a:gd name="textAreaRight" fmla="*/ 249840 w 249480"/>
                <a:gd name="textAreaTop" fmla="*/ 0 h 451800"/>
                <a:gd name="textAreaBottom" fmla="*/ 452160 h 451800"/>
              </a:gdLst>
              <a:ahLst/>
              <a:cxnLst/>
              <a:rect l="textAreaLeft" t="textAreaTop" r="textAreaRight" b="textAreaBottom"/>
              <a:pathLst>
                <a:path w="10866" h="19676">
                  <a:moveTo>
                    <a:pt x="10865" y="0"/>
                  </a:moveTo>
                  <a:lnTo>
                    <a:pt x="1" y="11504"/>
                  </a:lnTo>
                  <a:lnTo>
                    <a:pt x="1" y="19676"/>
                  </a:lnTo>
                  <a:lnTo>
                    <a:pt x="10865" y="13330"/>
                  </a:lnTo>
                  <a:lnTo>
                    <a:pt x="10865" y="0"/>
                  </a:ln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3" name="Google Shape;2410;p83"/>
            <p:cNvSpPr/>
            <p:nvPr/>
          </p:nvSpPr>
          <p:spPr>
            <a:xfrm>
              <a:off x="4144320" y="3062880"/>
              <a:ext cx="124920" cy="505080"/>
            </a:xfrm>
            <a:custGeom>
              <a:avLst/>
              <a:gdLst>
                <a:gd name="textAreaLeft" fmla="*/ 0 w 124920"/>
                <a:gd name="textAreaRight" fmla="*/ 125280 w 124920"/>
                <a:gd name="textAreaTop" fmla="*/ 0 h 505080"/>
                <a:gd name="textAreaBottom" fmla="*/ 505440 h 505080"/>
              </a:gdLst>
              <a:ahLst/>
              <a:cxnLst/>
              <a:rect l="textAreaLeft" t="textAreaTop" r="textAreaRight" b="textAreaBottom"/>
              <a:pathLst>
                <a:path w="5456" h="21982">
                  <a:moveTo>
                    <a:pt x="0" y="1"/>
                  </a:moveTo>
                  <a:lnTo>
                    <a:pt x="0" y="18946"/>
                  </a:lnTo>
                  <a:lnTo>
                    <a:pt x="5456" y="21982"/>
                  </a:lnTo>
                  <a:lnTo>
                    <a:pt x="5433" y="3128"/>
                  </a:lnTo>
                  <a:lnTo>
                    <a:pt x="0" y="1"/>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4" name="Google Shape;2411;p83"/>
            <p:cNvSpPr/>
            <p:nvPr/>
          </p:nvSpPr>
          <p:spPr>
            <a:xfrm>
              <a:off x="4144320" y="2917800"/>
              <a:ext cx="374760" cy="216720"/>
            </a:xfrm>
            <a:custGeom>
              <a:avLst/>
              <a:gdLst>
                <a:gd name="textAreaLeft" fmla="*/ 0 w 374760"/>
                <a:gd name="textAreaRight" fmla="*/ 375120 w 374760"/>
                <a:gd name="textAreaTop" fmla="*/ 0 h 216720"/>
                <a:gd name="textAreaBottom" fmla="*/ 217080 h 216720"/>
              </a:gdLst>
              <a:ahLst/>
              <a:cxnLst/>
              <a:rect l="textAreaLeft" t="textAreaTop" r="textAreaRight" b="textAreaBottom"/>
              <a:pathLst>
                <a:path w="16321" h="9451">
                  <a:moveTo>
                    <a:pt x="10865" y="0"/>
                  </a:moveTo>
                  <a:lnTo>
                    <a:pt x="0" y="6323"/>
                  </a:lnTo>
                  <a:lnTo>
                    <a:pt x="5433" y="9450"/>
                  </a:lnTo>
                  <a:lnTo>
                    <a:pt x="16320" y="3173"/>
                  </a:lnTo>
                  <a:lnTo>
                    <a:pt x="10865" y="0"/>
                  </a:ln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5" name="Google Shape;2412;p83"/>
            <p:cNvSpPr/>
            <p:nvPr/>
          </p:nvSpPr>
          <p:spPr>
            <a:xfrm>
              <a:off x="7236000" y="2093400"/>
              <a:ext cx="37800" cy="758880"/>
            </a:xfrm>
            <a:custGeom>
              <a:avLst/>
              <a:gdLst>
                <a:gd name="textAreaLeft" fmla="*/ 0 w 37800"/>
                <a:gd name="textAreaRight" fmla="*/ 38160 w 37800"/>
                <a:gd name="textAreaTop" fmla="*/ 0 h 758880"/>
                <a:gd name="textAreaBottom" fmla="*/ 759240 h 758880"/>
              </a:gdLst>
              <a:ahLst/>
              <a:cxnLst/>
              <a:rect l="textAreaLeft" t="textAreaTop" r="textAreaRight" b="textAreaBottom"/>
              <a:pathLst>
                <a:path w="1668" h="33030">
                  <a:moveTo>
                    <a:pt x="1" y="1"/>
                  </a:moveTo>
                  <a:lnTo>
                    <a:pt x="1" y="32002"/>
                  </a:lnTo>
                  <a:lnTo>
                    <a:pt x="1644" y="33029"/>
                  </a:lnTo>
                  <a:lnTo>
                    <a:pt x="1667" y="960"/>
                  </a:lnTo>
                  <a:lnTo>
                    <a:pt x="1" y="1"/>
                  </a:lnTo>
                  <a:close/>
                </a:path>
              </a:pathLst>
            </a:custGeom>
            <a:solidFill>
              <a:srgbClr val="f2bb1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6" name="Google Shape;2413;p83"/>
            <p:cNvSpPr/>
            <p:nvPr/>
          </p:nvSpPr>
          <p:spPr>
            <a:xfrm>
              <a:off x="7273800" y="2126880"/>
              <a:ext cx="13320" cy="723240"/>
            </a:xfrm>
            <a:custGeom>
              <a:avLst/>
              <a:gdLst>
                <a:gd name="textAreaLeft" fmla="*/ 0 w 13320"/>
                <a:gd name="textAreaRight" fmla="*/ 13680 w 13320"/>
                <a:gd name="textAreaTop" fmla="*/ 0 h 723240"/>
                <a:gd name="textAreaBottom" fmla="*/ 723600 h 723240"/>
              </a:gdLst>
              <a:ahLst/>
              <a:cxnLst/>
              <a:rect l="textAreaLeft" t="textAreaTop" r="textAreaRight" b="textAreaBottom"/>
              <a:pathLst>
                <a:path w="594" h="31477">
                  <a:moveTo>
                    <a:pt x="0" y="1"/>
                  </a:moveTo>
                  <a:lnTo>
                    <a:pt x="0" y="31477"/>
                  </a:lnTo>
                  <a:lnTo>
                    <a:pt x="594" y="31157"/>
                  </a:lnTo>
                  <a:lnTo>
                    <a:pt x="594" y="320"/>
                  </a:lnTo>
                  <a:lnTo>
                    <a:pt x="0" y="1"/>
                  </a:lnTo>
                  <a:close/>
                </a:path>
              </a:pathLst>
            </a:custGeom>
            <a:solidFill>
              <a:srgbClr val="dba71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7" name="Google Shape;2414;p83"/>
            <p:cNvSpPr/>
            <p:nvPr/>
          </p:nvSpPr>
          <p:spPr>
            <a:xfrm>
              <a:off x="8227440" y="2664720"/>
              <a:ext cx="37440" cy="758880"/>
            </a:xfrm>
            <a:custGeom>
              <a:avLst/>
              <a:gdLst>
                <a:gd name="textAreaLeft" fmla="*/ 0 w 37440"/>
                <a:gd name="textAreaRight" fmla="*/ 37800 w 37440"/>
                <a:gd name="textAreaTop" fmla="*/ 0 h 758880"/>
                <a:gd name="textAreaBottom" fmla="*/ 759240 h 758880"/>
              </a:gdLst>
              <a:ahLst/>
              <a:cxnLst/>
              <a:rect l="textAreaLeft" t="textAreaTop" r="textAreaRight" b="textAreaBottom"/>
              <a:pathLst>
                <a:path w="1645" h="33029">
                  <a:moveTo>
                    <a:pt x="1" y="1"/>
                  </a:moveTo>
                  <a:lnTo>
                    <a:pt x="1" y="32002"/>
                  </a:lnTo>
                  <a:lnTo>
                    <a:pt x="1621" y="33029"/>
                  </a:lnTo>
                  <a:lnTo>
                    <a:pt x="1644" y="936"/>
                  </a:lnTo>
                  <a:lnTo>
                    <a:pt x="1" y="1"/>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8" name="Google Shape;2415;p83"/>
            <p:cNvSpPr/>
            <p:nvPr/>
          </p:nvSpPr>
          <p:spPr>
            <a:xfrm>
              <a:off x="8264880" y="2700000"/>
              <a:ext cx="13320" cy="723600"/>
            </a:xfrm>
            <a:custGeom>
              <a:avLst/>
              <a:gdLst>
                <a:gd name="textAreaLeft" fmla="*/ 0 w 13320"/>
                <a:gd name="textAreaRight" fmla="*/ 13680 w 13320"/>
                <a:gd name="textAreaTop" fmla="*/ 0 h 723600"/>
                <a:gd name="textAreaBottom" fmla="*/ 723960 h 723600"/>
              </a:gdLst>
              <a:ahLst/>
              <a:cxnLst/>
              <a:rect l="textAreaLeft" t="textAreaTop" r="textAreaRight" b="textAreaBottom"/>
              <a:pathLst>
                <a:path w="594" h="31500">
                  <a:moveTo>
                    <a:pt x="0" y="1"/>
                  </a:moveTo>
                  <a:lnTo>
                    <a:pt x="0" y="31500"/>
                  </a:lnTo>
                  <a:lnTo>
                    <a:pt x="594" y="31180"/>
                  </a:lnTo>
                  <a:lnTo>
                    <a:pt x="594" y="343"/>
                  </a:lnTo>
                  <a:lnTo>
                    <a:pt x="0" y="1"/>
                  </a:lnTo>
                  <a:close/>
                </a:path>
              </a:pathLst>
            </a:custGeom>
            <a:solidFill>
              <a:srgbClr val="f9ae4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9" name="Google Shape;2416;p83"/>
            <p:cNvSpPr/>
            <p:nvPr/>
          </p:nvSpPr>
          <p:spPr>
            <a:xfrm>
              <a:off x="7115400" y="1172520"/>
              <a:ext cx="1250280" cy="1590480"/>
            </a:xfrm>
            <a:custGeom>
              <a:avLst/>
              <a:gdLst>
                <a:gd name="textAreaLeft" fmla="*/ 0 w 1250280"/>
                <a:gd name="textAreaRight" fmla="*/ 1250640 w 1250280"/>
                <a:gd name="textAreaTop" fmla="*/ 0 h 1590480"/>
                <a:gd name="textAreaBottom" fmla="*/ 1590840 h 1590480"/>
              </a:gdLst>
              <a:ahLst/>
              <a:cxnLst/>
              <a:rect l="textAreaLeft" t="textAreaTop" r="textAreaRight" b="textAreaBottom"/>
              <a:pathLst>
                <a:path w="54416" h="69207">
                  <a:moveTo>
                    <a:pt x="0" y="1"/>
                  </a:moveTo>
                  <a:lnTo>
                    <a:pt x="0" y="37708"/>
                  </a:lnTo>
                  <a:lnTo>
                    <a:pt x="54416" y="69207"/>
                  </a:lnTo>
                  <a:lnTo>
                    <a:pt x="54416" y="31454"/>
                  </a:lnTo>
                  <a:lnTo>
                    <a:pt x="0" y="1"/>
                  </a:ln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0" name="Google Shape;2417;p83"/>
            <p:cNvSpPr/>
            <p:nvPr/>
          </p:nvSpPr>
          <p:spPr>
            <a:xfrm>
              <a:off x="7115400" y="1172520"/>
              <a:ext cx="1250280" cy="1590480"/>
            </a:xfrm>
            <a:custGeom>
              <a:avLst/>
              <a:gdLst>
                <a:gd name="textAreaLeft" fmla="*/ 0 w 1250280"/>
                <a:gd name="textAreaRight" fmla="*/ 1250640 w 1250280"/>
                <a:gd name="textAreaTop" fmla="*/ 0 h 1590480"/>
                <a:gd name="textAreaBottom" fmla="*/ 1590840 h 1590480"/>
              </a:gdLst>
              <a:ahLst/>
              <a:cxnLst/>
              <a:rect l="textAreaLeft" t="textAreaTop" r="textAreaRight" b="textAreaBottom"/>
              <a:pathLst>
                <a:path w="54416" h="69207">
                  <a:moveTo>
                    <a:pt x="0" y="1"/>
                  </a:moveTo>
                  <a:lnTo>
                    <a:pt x="0" y="37708"/>
                  </a:lnTo>
                  <a:lnTo>
                    <a:pt x="54416" y="69207"/>
                  </a:lnTo>
                  <a:lnTo>
                    <a:pt x="24446" y="33166"/>
                  </a:lnTo>
                  <a:lnTo>
                    <a:pt x="0" y="1"/>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1" name="Google Shape;2418;p83"/>
            <p:cNvSpPr/>
            <p:nvPr/>
          </p:nvSpPr>
          <p:spPr>
            <a:xfrm>
              <a:off x="7103160" y="1144800"/>
              <a:ext cx="1277640" cy="759960"/>
            </a:xfrm>
            <a:custGeom>
              <a:avLst/>
              <a:gdLst>
                <a:gd name="textAreaLeft" fmla="*/ 0 w 1277640"/>
                <a:gd name="textAreaRight" fmla="*/ 1278000 w 1277640"/>
                <a:gd name="textAreaTop" fmla="*/ 0 h 759960"/>
                <a:gd name="textAreaBottom" fmla="*/ 760320 h 759960"/>
              </a:gdLst>
              <a:ahLst/>
              <a:cxnLst/>
              <a:rect l="textAreaLeft" t="textAreaTop" r="textAreaRight" b="textAreaBottom"/>
              <a:pathLst>
                <a:path w="55603" h="33076">
                  <a:moveTo>
                    <a:pt x="148" y="0"/>
                  </a:moveTo>
                  <a:cubicBezTo>
                    <a:pt x="63" y="0"/>
                    <a:pt x="0" y="242"/>
                    <a:pt x="0" y="504"/>
                  </a:cubicBezTo>
                  <a:cubicBezTo>
                    <a:pt x="0" y="778"/>
                    <a:pt x="69" y="983"/>
                    <a:pt x="160" y="1006"/>
                  </a:cubicBezTo>
                  <a:lnTo>
                    <a:pt x="55580" y="33076"/>
                  </a:lnTo>
                  <a:lnTo>
                    <a:pt x="55603" y="31866"/>
                  </a:lnTo>
                  <a:lnTo>
                    <a:pt x="160" y="2"/>
                  </a:lnTo>
                  <a:cubicBezTo>
                    <a:pt x="156" y="1"/>
                    <a:pt x="152" y="0"/>
                    <a:pt x="148"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2" name="Google Shape;2419;p83"/>
            <p:cNvSpPr/>
            <p:nvPr/>
          </p:nvSpPr>
          <p:spPr>
            <a:xfrm>
              <a:off x="8377560" y="1877400"/>
              <a:ext cx="6840" cy="27360"/>
            </a:xfrm>
            <a:custGeom>
              <a:avLst/>
              <a:gdLst>
                <a:gd name="textAreaLeft" fmla="*/ 0 w 6840"/>
                <a:gd name="textAreaRight" fmla="*/ 7200 w 6840"/>
                <a:gd name="textAreaTop" fmla="*/ 0 h 27360"/>
                <a:gd name="textAreaBottom" fmla="*/ 27720 h 27360"/>
              </a:gdLst>
              <a:ahLst/>
              <a:cxnLst/>
              <a:rect l="textAreaLeft" t="textAreaTop" r="textAreaRight" b="textAreaBottom"/>
              <a:pathLst>
                <a:path w="321" h="1211">
                  <a:moveTo>
                    <a:pt x="161" y="1"/>
                  </a:moveTo>
                  <a:cubicBezTo>
                    <a:pt x="69" y="1"/>
                    <a:pt x="1" y="275"/>
                    <a:pt x="1" y="617"/>
                  </a:cubicBezTo>
                  <a:cubicBezTo>
                    <a:pt x="1" y="937"/>
                    <a:pt x="69" y="1211"/>
                    <a:pt x="161" y="1211"/>
                  </a:cubicBezTo>
                  <a:cubicBezTo>
                    <a:pt x="252" y="1211"/>
                    <a:pt x="320" y="937"/>
                    <a:pt x="320" y="617"/>
                  </a:cubicBezTo>
                  <a:cubicBezTo>
                    <a:pt x="320" y="275"/>
                    <a:pt x="252" y="1"/>
                    <a:pt x="161" y="1"/>
                  </a:cubicBezTo>
                  <a:close/>
                </a:path>
              </a:pathLst>
            </a:custGeom>
            <a:solidFill>
              <a:srgbClr val="dba714"/>
            </a:solidFill>
            <a:ln w="0">
              <a:noFill/>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3" name="Google Shape;2420;p83"/>
            <p:cNvSpPr/>
            <p:nvPr/>
          </p:nvSpPr>
          <p:spPr>
            <a:xfrm>
              <a:off x="7066440" y="1522800"/>
              <a:ext cx="1351800" cy="824040"/>
            </a:xfrm>
            <a:custGeom>
              <a:avLst/>
              <a:gdLst>
                <a:gd name="textAreaLeft" fmla="*/ 0 w 1351800"/>
                <a:gd name="textAreaRight" fmla="*/ 1352160 w 1351800"/>
                <a:gd name="textAreaTop" fmla="*/ 0 h 824040"/>
                <a:gd name="textAreaBottom" fmla="*/ 824400 h 824040"/>
              </a:gdLst>
              <a:ahLst/>
              <a:cxnLst/>
              <a:rect l="textAreaLeft" t="textAreaTop" r="textAreaRight" b="textAreaBottom"/>
              <a:pathLst>
                <a:path w="58822" h="35865">
                  <a:moveTo>
                    <a:pt x="18329" y="0"/>
                  </a:moveTo>
                  <a:cubicBezTo>
                    <a:pt x="18217" y="0"/>
                    <a:pt x="18112" y="48"/>
                    <a:pt x="18055" y="143"/>
                  </a:cubicBezTo>
                  <a:lnTo>
                    <a:pt x="8491" y="12993"/>
                  </a:lnTo>
                  <a:lnTo>
                    <a:pt x="571" y="8269"/>
                  </a:lnTo>
                  <a:cubicBezTo>
                    <a:pt x="518" y="8238"/>
                    <a:pt x="459" y="8223"/>
                    <a:pt x="402" y="8223"/>
                  </a:cubicBezTo>
                  <a:cubicBezTo>
                    <a:pt x="287" y="8223"/>
                    <a:pt x="175" y="8284"/>
                    <a:pt x="114" y="8406"/>
                  </a:cubicBezTo>
                  <a:cubicBezTo>
                    <a:pt x="0" y="8565"/>
                    <a:pt x="69" y="8771"/>
                    <a:pt x="229" y="8862"/>
                  </a:cubicBezTo>
                  <a:lnTo>
                    <a:pt x="8423" y="13747"/>
                  </a:lnTo>
                  <a:cubicBezTo>
                    <a:pt x="8471" y="13779"/>
                    <a:pt x="8529" y="13794"/>
                    <a:pt x="8586" y="13794"/>
                  </a:cubicBezTo>
                  <a:cubicBezTo>
                    <a:pt x="8691" y="13794"/>
                    <a:pt x="8798" y="13744"/>
                    <a:pt x="8857" y="13655"/>
                  </a:cubicBezTo>
                  <a:lnTo>
                    <a:pt x="18124" y="1193"/>
                  </a:lnTo>
                  <a:lnTo>
                    <a:pt x="21570" y="21370"/>
                  </a:lnTo>
                  <a:cubicBezTo>
                    <a:pt x="21593" y="21484"/>
                    <a:pt x="21684" y="21599"/>
                    <a:pt x="21821" y="21644"/>
                  </a:cubicBezTo>
                  <a:cubicBezTo>
                    <a:pt x="21848" y="21650"/>
                    <a:pt x="21876" y="21652"/>
                    <a:pt x="21905" y="21652"/>
                  </a:cubicBezTo>
                  <a:cubicBezTo>
                    <a:pt x="21998" y="21652"/>
                    <a:pt x="22094" y="21623"/>
                    <a:pt x="22164" y="21553"/>
                  </a:cubicBezTo>
                  <a:lnTo>
                    <a:pt x="27573" y="15938"/>
                  </a:lnTo>
                  <a:lnTo>
                    <a:pt x="29993" y="32395"/>
                  </a:lnTo>
                  <a:cubicBezTo>
                    <a:pt x="30016" y="32532"/>
                    <a:pt x="30107" y="32646"/>
                    <a:pt x="30221" y="32669"/>
                  </a:cubicBezTo>
                  <a:cubicBezTo>
                    <a:pt x="30258" y="32681"/>
                    <a:pt x="30294" y="32687"/>
                    <a:pt x="30330" y="32687"/>
                  </a:cubicBezTo>
                  <a:cubicBezTo>
                    <a:pt x="30428" y="32687"/>
                    <a:pt x="30519" y="32644"/>
                    <a:pt x="30586" y="32577"/>
                  </a:cubicBezTo>
                  <a:lnTo>
                    <a:pt x="34101" y="28652"/>
                  </a:lnTo>
                  <a:lnTo>
                    <a:pt x="41132" y="32646"/>
                  </a:lnTo>
                  <a:cubicBezTo>
                    <a:pt x="41186" y="32673"/>
                    <a:pt x="41243" y="32686"/>
                    <a:pt x="41299" y="32686"/>
                  </a:cubicBezTo>
                  <a:cubicBezTo>
                    <a:pt x="41384" y="32686"/>
                    <a:pt x="41464" y="32656"/>
                    <a:pt x="41520" y="32600"/>
                  </a:cubicBezTo>
                  <a:lnTo>
                    <a:pt x="45057" y="29359"/>
                  </a:lnTo>
                  <a:lnTo>
                    <a:pt x="46541" y="35613"/>
                  </a:lnTo>
                  <a:cubicBezTo>
                    <a:pt x="46564" y="35705"/>
                    <a:pt x="46655" y="35796"/>
                    <a:pt x="46747" y="35842"/>
                  </a:cubicBezTo>
                  <a:cubicBezTo>
                    <a:pt x="46792" y="35864"/>
                    <a:pt x="46838" y="35864"/>
                    <a:pt x="46884" y="35864"/>
                  </a:cubicBezTo>
                  <a:cubicBezTo>
                    <a:pt x="46929" y="35864"/>
                    <a:pt x="46998" y="35864"/>
                    <a:pt x="47043" y="35819"/>
                  </a:cubicBezTo>
                  <a:lnTo>
                    <a:pt x="58593" y="29085"/>
                  </a:lnTo>
                  <a:cubicBezTo>
                    <a:pt x="58776" y="28994"/>
                    <a:pt x="58821" y="28789"/>
                    <a:pt x="58730" y="28606"/>
                  </a:cubicBezTo>
                  <a:cubicBezTo>
                    <a:pt x="58670" y="28501"/>
                    <a:pt x="58551" y="28445"/>
                    <a:pt x="58431" y="28445"/>
                  </a:cubicBezTo>
                  <a:cubicBezTo>
                    <a:pt x="58368" y="28445"/>
                    <a:pt x="58305" y="28460"/>
                    <a:pt x="58251" y="28492"/>
                  </a:cubicBezTo>
                  <a:lnTo>
                    <a:pt x="47112" y="34997"/>
                  </a:lnTo>
                  <a:lnTo>
                    <a:pt x="45582" y="28629"/>
                  </a:lnTo>
                  <a:cubicBezTo>
                    <a:pt x="45560" y="28515"/>
                    <a:pt x="45468" y="28423"/>
                    <a:pt x="45354" y="28378"/>
                  </a:cubicBezTo>
                  <a:cubicBezTo>
                    <a:pt x="45322" y="28365"/>
                    <a:pt x="45289" y="28359"/>
                    <a:pt x="45255" y="28359"/>
                  </a:cubicBezTo>
                  <a:cubicBezTo>
                    <a:pt x="45167" y="28359"/>
                    <a:pt x="45078" y="28397"/>
                    <a:pt x="45012" y="28446"/>
                  </a:cubicBezTo>
                  <a:lnTo>
                    <a:pt x="41246" y="31916"/>
                  </a:lnTo>
                  <a:lnTo>
                    <a:pt x="34215" y="27898"/>
                  </a:lnTo>
                  <a:cubicBezTo>
                    <a:pt x="34156" y="27873"/>
                    <a:pt x="34096" y="27860"/>
                    <a:pt x="34038" y="27860"/>
                  </a:cubicBezTo>
                  <a:cubicBezTo>
                    <a:pt x="33942" y="27860"/>
                    <a:pt x="33853" y="27895"/>
                    <a:pt x="33782" y="27967"/>
                  </a:cubicBezTo>
                  <a:lnTo>
                    <a:pt x="30563" y="31573"/>
                  </a:lnTo>
                  <a:lnTo>
                    <a:pt x="28144" y="15162"/>
                  </a:lnTo>
                  <a:cubicBezTo>
                    <a:pt x="28121" y="15025"/>
                    <a:pt x="28030" y="14911"/>
                    <a:pt x="27916" y="14888"/>
                  </a:cubicBezTo>
                  <a:cubicBezTo>
                    <a:pt x="27870" y="14873"/>
                    <a:pt x="27824" y="14865"/>
                    <a:pt x="27781" y="14865"/>
                  </a:cubicBezTo>
                  <a:cubicBezTo>
                    <a:pt x="27695" y="14865"/>
                    <a:pt x="27619" y="14896"/>
                    <a:pt x="27573" y="14956"/>
                  </a:cubicBezTo>
                  <a:lnTo>
                    <a:pt x="22141" y="20594"/>
                  </a:lnTo>
                  <a:lnTo>
                    <a:pt x="18671" y="280"/>
                  </a:lnTo>
                  <a:cubicBezTo>
                    <a:pt x="18649" y="143"/>
                    <a:pt x="18534" y="29"/>
                    <a:pt x="18398" y="6"/>
                  </a:cubicBezTo>
                  <a:cubicBezTo>
                    <a:pt x="18375" y="2"/>
                    <a:pt x="18352" y="0"/>
                    <a:pt x="18329"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4" name="Google Shape;2421;p83"/>
            <p:cNvSpPr/>
            <p:nvPr/>
          </p:nvSpPr>
          <p:spPr>
            <a:xfrm>
              <a:off x="8400600" y="2163600"/>
              <a:ext cx="21600" cy="37440"/>
            </a:xfrm>
            <a:custGeom>
              <a:avLst/>
              <a:gdLst>
                <a:gd name="textAreaLeft" fmla="*/ 0 w 21600"/>
                <a:gd name="textAreaRight" fmla="*/ 21960 w 21600"/>
                <a:gd name="textAreaTop" fmla="*/ 0 h 37440"/>
                <a:gd name="textAreaBottom" fmla="*/ 37800 h 37440"/>
              </a:gdLst>
              <a:ahLst/>
              <a:cxnLst/>
              <a:rect l="textAreaLeft" t="textAreaTop" r="textAreaRight" b="textAreaBottom"/>
              <a:pathLst>
                <a:path w="959" h="1644">
                  <a:moveTo>
                    <a:pt x="479" y="0"/>
                  </a:moveTo>
                  <a:cubicBezTo>
                    <a:pt x="206" y="0"/>
                    <a:pt x="0" y="366"/>
                    <a:pt x="0" y="822"/>
                  </a:cubicBezTo>
                  <a:cubicBezTo>
                    <a:pt x="0" y="1279"/>
                    <a:pt x="206" y="1644"/>
                    <a:pt x="479" y="1644"/>
                  </a:cubicBezTo>
                  <a:cubicBezTo>
                    <a:pt x="731" y="1644"/>
                    <a:pt x="959" y="1279"/>
                    <a:pt x="959" y="822"/>
                  </a:cubicBezTo>
                  <a:cubicBezTo>
                    <a:pt x="959" y="366"/>
                    <a:pt x="731" y="0"/>
                    <a:pt x="479" y="0"/>
                  </a:cubicBezTo>
                  <a:close/>
                </a:path>
              </a:pathLst>
            </a:custGeom>
            <a:solidFill>
              <a:schemeClr val="accent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5" name="Google Shape;2422;p83"/>
            <p:cNvSpPr/>
            <p:nvPr/>
          </p:nvSpPr>
          <p:spPr>
            <a:xfrm>
              <a:off x="7065000" y="1701000"/>
              <a:ext cx="21240" cy="37440"/>
            </a:xfrm>
            <a:custGeom>
              <a:avLst/>
              <a:gdLst>
                <a:gd name="textAreaLeft" fmla="*/ 0 w 21240"/>
                <a:gd name="textAreaRight" fmla="*/ 21600 w 21240"/>
                <a:gd name="textAreaTop" fmla="*/ 0 h 37440"/>
                <a:gd name="textAreaBottom" fmla="*/ 37800 h 37440"/>
              </a:gdLst>
              <a:ahLst/>
              <a:cxnLst/>
              <a:rect l="textAreaLeft" t="textAreaTop" r="textAreaRight" b="textAreaBottom"/>
              <a:pathLst>
                <a:path w="937" h="1645">
                  <a:moveTo>
                    <a:pt x="480" y="1"/>
                  </a:moveTo>
                  <a:cubicBezTo>
                    <a:pt x="206" y="1"/>
                    <a:pt x="1" y="366"/>
                    <a:pt x="1" y="822"/>
                  </a:cubicBezTo>
                  <a:cubicBezTo>
                    <a:pt x="1" y="1279"/>
                    <a:pt x="206" y="1644"/>
                    <a:pt x="480" y="1644"/>
                  </a:cubicBezTo>
                  <a:cubicBezTo>
                    <a:pt x="731" y="1644"/>
                    <a:pt x="937" y="1279"/>
                    <a:pt x="937" y="822"/>
                  </a:cubicBezTo>
                  <a:cubicBezTo>
                    <a:pt x="937" y="366"/>
                    <a:pt x="731" y="1"/>
                    <a:pt x="480" y="1"/>
                  </a:cubicBezTo>
                  <a:close/>
                </a:path>
              </a:pathLst>
            </a:custGeom>
            <a:solidFill>
              <a:schemeClr val="accent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6" name="Google Shape;2423;p83"/>
            <p:cNvSpPr/>
            <p:nvPr/>
          </p:nvSpPr>
          <p:spPr>
            <a:xfrm>
              <a:off x="6523920" y="1524240"/>
              <a:ext cx="142200" cy="190080"/>
            </a:xfrm>
            <a:custGeom>
              <a:avLst/>
              <a:gdLst>
                <a:gd name="textAreaLeft" fmla="*/ 0 w 142200"/>
                <a:gd name="textAreaRight" fmla="*/ 142560 w 142200"/>
                <a:gd name="textAreaTop" fmla="*/ 0 h 190080"/>
                <a:gd name="textAreaBottom" fmla="*/ 190440 h 190080"/>
              </a:gdLst>
              <a:ahLst/>
              <a:cxnLst/>
              <a:rect l="textAreaLeft" t="textAreaTop" r="textAreaRight" b="textAreaBottom"/>
              <a:pathLst>
                <a:path w="6210" h="8286">
                  <a:moveTo>
                    <a:pt x="2413" y="0"/>
                  </a:moveTo>
                  <a:cubicBezTo>
                    <a:pt x="1892" y="0"/>
                    <a:pt x="947" y="1986"/>
                    <a:pt x="800" y="2281"/>
                  </a:cubicBezTo>
                  <a:cubicBezTo>
                    <a:pt x="526" y="2852"/>
                    <a:pt x="229" y="3445"/>
                    <a:pt x="115" y="4084"/>
                  </a:cubicBezTo>
                  <a:cubicBezTo>
                    <a:pt x="1" y="4723"/>
                    <a:pt x="47" y="5385"/>
                    <a:pt x="92" y="6024"/>
                  </a:cubicBezTo>
                  <a:cubicBezTo>
                    <a:pt x="115" y="6390"/>
                    <a:pt x="161" y="6800"/>
                    <a:pt x="343" y="7120"/>
                  </a:cubicBezTo>
                  <a:cubicBezTo>
                    <a:pt x="526" y="7485"/>
                    <a:pt x="868" y="7759"/>
                    <a:pt x="1256" y="7942"/>
                  </a:cubicBezTo>
                  <a:cubicBezTo>
                    <a:pt x="1738" y="8171"/>
                    <a:pt x="2271" y="8285"/>
                    <a:pt x="2804" y="8285"/>
                  </a:cubicBezTo>
                  <a:cubicBezTo>
                    <a:pt x="3281" y="8285"/>
                    <a:pt x="3759" y="8193"/>
                    <a:pt x="4201" y="8010"/>
                  </a:cubicBezTo>
                  <a:cubicBezTo>
                    <a:pt x="4817" y="7782"/>
                    <a:pt x="5365" y="7348"/>
                    <a:pt x="5730" y="6800"/>
                  </a:cubicBezTo>
                  <a:cubicBezTo>
                    <a:pt x="6073" y="6230"/>
                    <a:pt x="6209" y="5522"/>
                    <a:pt x="6027" y="4883"/>
                  </a:cubicBezTo>
                  <a:cubicBezTo>
                    <a:pt x="5730" y="3947"/>
                    <a:pt x="4840" y="3331"/>
                    <a:pt x="4110" y="2692"/>
                  </a:cubicBezTo>
                  <a:cubicBezTo>
                    <a:pt x="3676" y="2327"/>
                    <a:pt x="3288" y="1916"/>
                    <a:pt x="3014" y="1436"/>
                  </a:cubicBezTo>
                  <a:cubicBezTo>
                    <a:pt x="2877" y="1208"/>
                    <a:pt x="2763" y="980"/>
                    <a:pt x="2672" y="729"/>
                  </a:cubicBezTo>
                  <a:cubicBezTo>
                    <a:pt x="2626" y="592"/>
                    <a:pt x="2626" y="135"/>
                    <a:pt x="2535" y="44"/>
                  </a:cubicBezTo>
                  <a:cubicBezTo>
                    <a:pt x="2498" y="14"/>
                    <a:pt x="2457" y="0"/>
                    <a:pt x="2413" y="0"/>
                  </a:cubicBezTo>
                  <a:close/>
                </a:path>
              </a:pathLst>
            </a:custGeom>
            <a:solidFill>
              <a:srgbClr val="a6402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7" name="Google Shape;2424;p83"/>
            <p:cNvSpPr/>
            <p:nvPr/>
          </p:nvSpPr>
          <p:spPr>
            <a:xfrm>
              <a:off x="6595200" y="1667520"/>
              <a:ext cx="254520" cy="343080"/>
            </a:xfrm>
            <a:custGeom>
              <a:avLst/>
              <a:gdLst>
                <a:gd name="textAreaLeft" fmla="*/ 0 w 254520"/>
                <a:gd name="textAreaRight" fmla="*/ 254880 w 254520"/>
                <a:gd name="textAreaTop" fmla="*/ 0 h 343080"/>
                <a:gd name="textAreaBottom" fmla="*/ 343440 h 343080"/>
              </a:gdLst>
              <a:ahLst/>
              <a:cxnLst/>
              <a:rect l="textAreaLeft" t="textAreaTop" r="textAreaRight" b="textAreaBottom"/>
              <a:pathLst>
                <a:path w="11094" h="14945">
                  <a:moveTo>
                    <a:pt x="1510" y="0"/>
                  </a:moveTo>
                  <a:cubicBezTo>
                    <a:pt x="1478" y="0"/>
                    <a:pt x="1447" y="5"/>
                    <a:pt x="1415" y="17"/>
                  </a:cubicBezTo>
                  <a:cubicBezTo>
                    <a:pt x="0" y="519"/>
                    <a:pt x="2557" y="12160"/>
                    <a:pt x="2557" y="12160"/>
                  </a:cubicBezTo>
                  <a:lnTo>
                    <a:pt x="10180" y="14944"/>
                  </a:lnTo>
                  <a:lnTo>
                    <a:pt x="11093" y="13712"/>
                  </a:lnTo>
                  <a:lnTo>
                    <a:pt x="4771" y="10585"/>
                  </a:lnTo>
                  <a:cubicBezTo>
                    <a:pt x="4771" y="10585"/>
                    <a:pt x="2916" y="0"/>
                    <a:pt x="1510" y="0"/>
                  </a:cubicBezTo>
                  <a:close/>
                </a:path>
              </a:pathLst>
            </a:custGeom>
            <a:solidFill>
              <a:srgbClr val="f7d5b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8" name="Google Shape;2425;p83"/>
            <p:cNvSpPr/>
            <p:nvPr/>
          </p:nvSpPr>
          <p:spPr>
            <a:xfrm>
              <a:off x="6723360" y="1890720"/>
              <a:ext cx="214920" cy="255240"/>
            </a:xfrm>
            <a:custGeom>
              <a:avLst/>
              <a:gdLst>
                <a:gd name="textAreaLeft" fmla="*/ 0 w 214920"/>
                <a:gd name="textAreaRight" fmla="*/ 215280 w 214920"/>
                <a:gd name="textAreaTop" fmla="*/ 0 h 255240"/>
                <a:gd name="textAreaBottom" fmla="*/ 255600 h 255240"/>
              </a:gdLst>
              <a:ahLst/>
              <a:cxnLst/>
              <a:rect l="textAreaLeft" t="textAreaTop" r="textAreaRight" b="textAreaBottom"/>
              <a:pathLst>
                <a:path w="9359" h="11117">
                  <a:moveTo>
                    <a:pt x="9131" y="0"/>
                  </a:moveTo>
                  <a:lnTo>
                    <a:pt x="6004" y="3242"/>
                  </a:lnTo>
                  <a:lnTo>
                    <a:pt x="1" y="10934"/>
                  </a:lnTo>
                  <a:lnTo>
                    <a:pt x="229" y="11116"/>
                  </a:lnTo>
                  <a:lnTo>
                    <a:pt x="6278" y="3401"/>
                  </a:lnTo>
                  <a:lnTo>
                    <a:pt x="9359" y="206"/>
                  </a:lnTo>
                  <a:lnTo>
                    <a:pt x="9131" y="0"/>
                  </a:lnTo>
                  <a:close/>
                </a:path>
              </a:pathLst>
            </a:custGeom>
            <a:solidFill>
              <a:srgbClr val="34384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9" name="Google Shape;2426;p83"/>
            <p:cNvSpPr/>
            <p:nvPr/>
          </p:nvSpPr>
          <p:spPr>
            <a:xfrm>
              <a:off x="6728760" y="1895760"/>
              <a:ext cx="209520" cy="250560"/>
            </a:xfrm>
            <a:custGeom>
              <a:avLst/>
              <a:gdLst>
                <a:gd name="textAreaLeft" fmla="*/ 0 w 209520"/>
                <a:gd name="textAreaRight" fmla="*/ 209880 w 209520"/>
                <a:gd name="textAreaTop" fmla="*/ 0 h 250560"/>
                <a:gd name="textAreaBottom" fmla="*/ 250920 h 250560"/>
              </a:gdLst>
              <a:ahLst/>
              <a:cxnLst/>
              <a:rect l="textAreaLeft" t="textAreaTop" r="textAreaRight" b="textAreaBottom"/>
              <a:pathLst>
                <a:path w="9131" h="10912">
                  <a:moveTo>
                    <a:pt x="9131" y="1"/>
                  </a:moveTo>
                  <a:lnTo>
                    <a:pt x="6050" y="3196"/>
                  </a:lnTo>
                  <a:lnTo>
                    <a:pt x="1" y="10911"/>
                  </a:lnTo>
                  <a:lnTo>
                    <a:pt x="4863" y="6072"/>
                  </a:lnTo>
                  <a:lnTo>
                    <a:pt x="9131" y="1"/>
                  </a:lnTo>
                  <a:close/>
                </a:path>
              </a:pathLst>
            </a:custGeom>
            <a:solidFill>
              <a:srgbClr val="43495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0" name="Google Shape;2427;p83"/>
            <p:cNvSpPr/>
            <p:nvPr/>
          </p:nvSpPr>
          <p:spPr>
            <a:xfrm>
              <a:off x="6852240" y="1974600"/>
              <a:ext cx="37800" cy="32400"/>
            </a:xfrm>
            <a:custGeom>
              <a:avLst/>
              <a:gdLst>
                <a:gd name="textAreaLeft" fmla="*/ 0 w 37800"/>
                <a:gd name="textAreaRight" fmla="*/ 38160 w 37800"/>
                <a:gd name="textAreaTop" fmla="*/ 0 h 32400"/>
                <a:gd name="textAreaBottom" fmla="*/ 32760 h 32400"/>
              </a:gdLst>
              <a:ahLst/>
              <a:cxnLst/>
              <a:rect l="textAreaLeft" t="textAreaTop" r="textAreaRight" b="textAreaBottom"/>
              <a:pathLst>
                <a:path w="1667" h="1433">
                  <a:moveTo>
                    <a:pt x="927" y="1"/>
                  </a:moveTo>
                  <a:cubicBezTo>
                    <a:pt x="698" y="1"/>
                    <a:pt x="489" y="131"/>
                    <a:pt x="320" y="300"/>
                  </a:cubicBezTo>
                  <a:cubicBezTo>
                    <a:pt x="160" y="483"/>
                    <a:pt x="1" y="711"/>
                    <a:pt x="23" y="962"/>
                  </a:cubicBezTo>
                  <a:cubicBezTo>
                    <a:pt x="46" y="1167"/>
                    <a:pt x="229" y="1350"/>
                    <a:pt x="434" y="1419"/>
                  </a:cubicBezTo>
                  <a:cubicBezTo>
                    <a:pt x="476" y="1428"/>
                    <a:pt x="520" y="1432"/>
                    <a:pt x="564" y="1432"/>
                  </a:cubicBezTo>
                  <a:cubicBezTo>
                    <a:pt x="737" y="1432"/>
                    <a:pt x="919" y="1363"/>
                    <a:pt x="1028" y="1236"/>
                  </a:cubicBezTo>
                  <a:cubicBezTo>
                    <a:pt x="1347" y="894"/>
                    <a:pt x="1667" y="95"/>
                    <a:pt x="982" y="3"/>
                  </a:cubicBezTo>
                  <a:cubicBezTo>
                    <a:pt x="964" y="2"/>
                    <a:pt x="945" y="1"/>
                    <a:pt x="927" y="1"/>
                  </a:cubicBezTo>
                  <a:close/>
                </a:path>
              </a:pathLst>
            </a:custGeom>
            <a:solidFill>
              <a:srgbClr val="f7d5bf"/>
            </a:solidFill>
            <a:ln w="0">
              <a:noFill/>
            </a:ln>
          </p:spPr>
          <p:style>
            <a:lnRef idx="0"/>
            <a:fillRef idx="0"/>
            <a:effectRef idx="0"/>
            <a:fontRef idx="minor"/>
          </p:style>
          <p:txBody>
            <a:bodyPr tIns="16200" bIns="16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1" name="Google Shape;2428;p83"/>
            <p:cNvSpPr/>
            <p:nvPr/>
          </p:nvSpPr>
          <p:spPr>
            <a:xfrm>
              <a:off x="6395400" y="1667520"/>
              <a:ext cx="299880" cy="419760"/>
            </a:xfrm>
            <a:custGeom>
              <a:avLst/>
              <a:gdLst>
                <a:gd name="textAreaLeft" fmla="*/ 0 w 299880"/>
                <a:gd name="textAreaRight" fmla="*/ 300240 w 299880"/>
                <a:gd name="textAreaTop" fmla="*/ 0 h 419760"/>
                <a:gd name="textAreaBottom" fmla="*/ 420120 h 419760"/>
              </a:gdLst>
              <a:ahLst/>
              <a:cxnLst/>
              <a:rect l="textAreaLeft" t="textAreaTop" r="textAreaRight" b="textAreaBottom"/>
              <a:pathLst>
                <a:path w="13057" h="18279">
                  <a:moveTo>
                    <a:pt x="6940" y="1"/>
                  </a:moveTo>
                  <a:lnTo>
                    <a:pt x="3219" y="617"/>
                  </a:lnTo>
                  <a:lnTo>
                    <a:pt x="1" y="2922"/>
                  </a:lnTo>
                  <a:lnTo>
                    <a:pt x="3493" y="12053"/>
                  </a:lnTo>
                  <a:lnTo>
                    <a:pt x="2192" y="17051"/>
                  </a:lnTo>
                  <a:cubicBezTo>
                    <a:pt x="2192" y="17051"/>
                    <a:pt x="4079" y="18279"/>
                    <a:pt x="6940" y="18279"/>
                  </a:cubicBezTo>
                  <a:cubicBezTo>
                    <a:pt x="8370" y="18279"/>
                    <a:pt x="10044" y="17972"/>
                    <a:pt x="11847" y="17051"/>
                  </a:cubicBezTo>
                  <a:lnTo>
                    <a:pt x="11117" y="10386"/>
                  </a:lnTo>
                  <a:lnTo>
                    <a:pt x="12098" y="9382"/>
                  </a:lnTo>
                  <a:cubicBezTo>
                    <a:pt x="13057" y="8172"/>
                    <a:pt x="12851" y="6940"/>
                    <a:pt x="12212" y="5525"/>
                  </a:cubicBezTo>
                  <a:lnTo>
                    <a:pt x="10067" y="138"/>
                  </a:lnTo>
                  <a:lnTo>
                    <a:pt x="6940" y="1"/>
                  </a:lnTo>
                  <a:close/>
                </a:path>
              </a:pathLst>
            </a:custGeom>
            <a:solidFill>
              <a:srgbClr val="605f7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2" name="Google Shape;2429;p83"/>
            <p:cNvSpPr/>
            <p:nvPr/>
          </p:nvSpPr>
          <p:spPr>
            <a:xfrm>
              <a:off x="6395400" y="1725120"/>
              <a:ext cx="97200" cy="342360"/>
            </a:xfrm>
            <a:custGeom>
              <a:avLst/>
              <a:gdLst>
                <a:gd name="textAreaLeft" fmla="*/ 0 w 97200"/>
                <a:gd name="textAreaRight" fmla="*/ 97560 w 97200"/>
                <a:gd name="textAreaTop" fmla="*/ 0 h 342360"/>
                <a:gd name="textAreaBottom" fmla="*/ 342720 h 342360"/>
              </a:gdLst>
              <a:ahLst/>
              <a:cxnLst/>
              <a:rect l="textAreaLeft" t="textAreaTop" r="textAreaRight" b="textAreaBottom"/>
              <a:pathLst>
                <a:path w="4247" h="14906">
                  <a:moveTo>
                    <a:pt x="571" y="1"/>
                  </a:moveTo>
                  <a:lnTo>
                    <a:pt x="1" y="411"/>
                  </a:lnTo>
                  <a:lnTo>
                    <a:pt x="3493" y="9542"/>
                  </a:lnTo>
                  <a:lnTo>
                    <a:pt x="2192" y="14540"/>
                  </a:lnTo>
                  <a:cubicBezTo>
                    <a:pt x="2192" y="14540"/>
                    <a:pt x="2443" y="14700"/>
                    <a:pt x="2877" y="14905"/>
                  </a:cubicBezTo>
                  <a:cubicBezTo>
                    <a:pt x="2877" y="14905"/>
                    <a:pt x="2877" y="14883"/>
                    <a:pt x="2877" y="14883"/>
                  </a:cubicBezTo>
                  <a:lnTo>
                    <a:pt x="4246" y="9656"/>
                  </a:lnTo>
                  <a:lnTo>
                    <a:pt x="571" y="46"/>
                  </a:lnTo>
                  <a:lnTo>
                    <a:pt x="594" y="23"/>
                  </a:lnTo>
                  <a:cubicBezTo>
                    <a:pt x="594" y="23"/>
                    <a:pt x="571" y="23"/>
                    <a:pt x="571" y="1"/>
                  </a:cubicBezTo>
                  <a:close/>
                </a:path>
              </a:pathLst>
            </a:custGeom>
            <a:solidFill>
              <a:srgbClr val="53536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3" name="Google Shape;2430;p83"/>
            <p:cNvSpPr/>
            <p:nvPr/>
          </p:nvSpPr>
          <p:spPr>
            <a:xfrm>
              <a:off x="6453000" y="1667520"/>
              <a:ext cx="156960" cy="124920"/>
            </a:xfrm>
            <a:custGeom>
              <a:avLst/>
              <a:gdLst>
                <a:gd name="textAreaLeft" fmla="*/ 0 w 156960"/>
                <a:gd name="textAreaRight" fmla="*/ 157320 w 156960"/>
                <a:gd name="textAreaTop" fmla="*/ 0 h 124920"/>
                <a:gd name="textAreaBottom" fmla="*/ 125280 h 124920"/>
              </a:gdLst>
              <a:ahLst/>
              <a:cxnLst/>
              <a:rect l="textAreaLeft" t="textAreaTop" r="textAreaRight" b="textAreaBottom"/>
              <a:pathLst>
                <a:path w="6849" h="5457">
                  <a:moveTo>
                    <a:pt x="4429" y="1"/>
                  </a:moveTo>
                  <a:lnTo>
                    <a:pt x="526" y="731"/>
                  </a:lnTo>
                  <a:lnTo>
                    <a:pt x="1" y="1142"/>
                  </a:lnTo>
                  <a:cubicBezTo>
                    <a:pt x="1" y="1142"/>
                    <a:pt x="2420" y="5365"/>
                    <a:pt x="5524" y="5456"/>
                  </a:cubicBezTo>
                  <a:cubicBezTo>
                    <a:pt x="6848" y="3835"/>
                    <a:pt x="5867" y="69"/>
                    <a:pt x="5867" y="69"/>
                  </a:cubicBezTo>
                  <a:lnTo>
                    <a:pt x="5342" y="46"/>
                  </a:lnTo>
                  <a:lnTo>
                    <a:pt x="4429" y="1"/>
                  </a:lnTo>
                  <a:close/>
                </a:path>
              </a:pathLst>
            </a:custGeom>
            <a:solidFill>
              <a:srgbClr val="f7d5bf"/>
            </a:solidFill>
            <a:ln w="0">
              <a:noFill/>
            </a:ln>
          </p:spPr>
          <p:style>
            <a:lnRef idx="0"/>
            <a:fillRef idx="0"/>
            <a:effectRef idx="0"/>
            <a:fontRef idx="minor"/>
          </p:style>
          <p:txBody>
            <a:bodyPr tIns="62640" bIns="626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4" name="Google Shape;2431;p83"/>
            <p:cNvSpPr/>
            <p:nvPr/>
          </p:nvSpPr>
          <p:spPr>
            <a:xfrm>
              <a:off x="6465240" y="1570320"/>
              <a:ext cx="89280" cy="159480"/>
            </a:xfrm>
            <a:custGeom>
              <a:avLst/>
              <a:gdLst>
                <a:gd name="textAreaLeft" fmla="*/ 0 w 89280"/>
                <a:gd name="textAreaRight" fmla="*/ 89640 w 89280"/>
                <a:gd name="textAreaTop" fmla="*/ 0 h 159480"/>
                <a:gd name="textAreaBottom" fmla="*/ 159840 h 159480"/>
              </a:gdLst>
              <a:ahLst/>
              <a:cxnLst/>
              <a:rect l="textAreaLeft" t="textAreaTop" r="textAreaRight" b="textAreaBottom"/>
              <a:pathLst>
                <a:path w="3904" h="6948">
                  <a:moveTo>
                    <a:pt x="1" y="0"/>
                  </a:moveTo>
                  <a:lnTo>
                    <a:pt x="1" y="4953"/>
                  </a:lnTo>
                  <a:cubicBezTo>
                    <a:pt x="530" y="6567"/>
                    <a:pt x="1587" y="6948"/>
                    <a:pt x="2468" y="6948"/>
                  </a:cubicBezTo>
                  <a:cubicBezTo>
                    <a:pt x="3257" y="6948"/>
                    <a:pt x="3904" y="6642"/>
                    <a:pt x="3904" y="6642"/>
                  </a:cubicBezTo>
                  <a:lnTo>
                    <a:pt x="3904" y="1666"/>
                  </a:lnTo>
                  <a:lnTo>
                    <a:pt x="1" y="0"/>
                  </a:lnTo>
                  <a:close/>
                </a:path>
              </a:pathLst>
            </a:custGeom>
            <a:solidFill>
              <a:srgbClr val="f7d5bf"/>
            </a:solidFill>
            <a:ln w="0">
              <a:noFill/>
            </a:ln>
          </p:spPr>
          <p:style>
            <a:lnRef idx="0"/>
            <a:fillRef idx="0"/>
            <a:effectRef idx="0"/>
            <a:fontRef idx="minor"/>
          </p:style>
          <p:txBody>
            <a:bodyPr tIns="79920" bIns="79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5" name="Google Shape;2432;p83"/>
            <p:cNvSpPr/>
            <p:nvPr/>
          </p:nvSpPr>
          <p:spPr>
            <a:xfrm>
              <a:off x="6465240" y="1570320"/>
              <a:ext cx="89280" cy="101880"/>
            </a:xfrm>
            <a:custGeom>
              <a:avLst/>
              <a:gdLst>
                <a:gd name="textAreaLeft" fmla="*/ 0 w 89280"/>
                <a:gd name="textAreaRight" fmla="*/ 89640 w 89280"/>
                <a:gd name="textAreaTop" fmla="*/ 0 h 101880"/>
                <a:gd name="textAreaBottom" fmla="*/ 102240 h 101880"/>
              </a:gdLst>
              <a:ahLst/>
              <a:cxnLst/>
              <a:rect l="textAreaLeft" t="textAreaTop" r="textAreaRight" b="textAreaBottom"/>
              <a:pathLst>
                <a:path w="3904" h="4452">
                  <a:moveTo>
                    <a:pt x="1" y="0"/>
                  </a:moveTo>
                  <a:lnTo>
                    <a:pt x="1" y="1004"/>
                  </a:lnTo>
                  <a:cubicBezTo>
                    <a:pt x="457" y="2808"/>
                    <a:pt x="2100" y="3949"/>
                    <a:pt x="3904" y="4451"/>
                  </a:cubicBezTo>
                  <a:lnTo>
                    <a:pt x="3904" y="1666"/>
                  </a:lnTo>
                  <a:lnTo>
                    <a:pt x="1" y="0"/>
                  </a:lnTo>
                  <a:close/>
                </a:path>
              </a:pathLst>
            </a:custGeom>
            <a:solidFill>
              <a:srgbClr val="edc7b2"/>
            </a:solidFill>
            <a:ln w="0">
              <a:noFill/>
            </a:ln>
          </p:spPr>
          <p:style>
            <a:lnRef idx="0"/>
            <a:fillRef idx="0"/>
            <a:effectRef idx="0"/>
            <a:fontRef idx="minor"/>
          </p:style>
          <p:txBody>
            <a:bodyPr tIns="51120" bIns="51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6" name="Google Shape;2433;p83"/>
            <p:cNvSpPr/>
            <p:nvPr/>
          </p:nvSpPr>
          <p:spPr>
            <a:xfrm>
              <a:off x="6409080" y="1366200"/>
              <a:ext cx="228240" cy="275760"/>
            </a:xfrm>
            <a:custGeom>
              <a:avLst/>
              <a:gdLst>
                <a:gd name="textAreaLeft" fmla="*/ 0 w 228240"/>
                <a:gd name="textAreaRight" fmla="*/ 228600 w 228240"/>
                <a:gd name="textAreaTop" fmla="*/ 0 h 275760"/>
                <a:gd name="textAreaBottom" fmla="*/ 276120 h 275760"/>
              </a:gdLst>
              <a:ahLst/>
              <a:cxnLst/>
              <a:rect l="textAreaLeft" t="textAreaTop" r="textAreaRight" b="textAreaBottom"/>
              <a:pathLst>
                <a:path w="9953" h="12007">
                  <a:moveTo>
                    <a:pt x="4520" y="0"/>
                  </a:moveTo>
                  <a:cubicBezTo>
                    <a:pt x="2009" y="0"/>
                    <a:pt x="0" y="2009"/>
                    <a:pt x="0" y="4519"/>
                  </a:cubicBezTo>
                  <a:cubicBezTo>
                    <a:pt x="0" y="5067"/>
                    <a:pt x="114" y="5592"/>
                    <a:pt x="297" y="6094"/>
                  </a:cubicBezTo>
                  <a:cubicBezTo>
                    <a:pt x="388" y="6368"/>
                    <a:pt x="525" y="6619"/>
                    <a:pt x="685" y="6871"/>
                  </a:cubicBezTo>
                  <a:cubicBezTo>
                    <a:pt x="1530" y="8445"/>
                    <a:pt x="3812" y="11824"/>
                    <a:pt x="7806" y="12006"/>
                  </a:cubicBezTo>
                  <a:cubicBezTo>
                    <a:pt x="7806" y="12006"/>
                    <a:pt x="9952" y="7555"/>
                    <a:pt x="8925" y="3606"/>
                  </a:cubicBezTo>
                  <a:cubicBezTo>
                    <a:pt x="8925" y="3538"/>
                    <a:pt x="8902" y="3470"/>
                    <a:pt x="8879" y="3424"/>
                  </a:cubicBezTo>
                  <a:cubicBezTo>
                    <a:pt x="8811" y="3173"/>
                    <a:pt x="8742" y="2922"/>
                    <a:pt x="8628" y="2693"/>
                  </a:cubicBezTo>
                  <a:cubicBezTo>
                    <a:pt x="8628" y="2693"/>
                    <a:pt x="8628" y="2693"/>
                    <a:pt x="8628" y="2671"/>
                  </a:cubicBezTo>
                  <a:cubicBezTo>
                    <a:pt x="7943" y="1096"/>
                    <a:pt x="6346" y="0"/>
                    <a:pt x="4520" y="0"/>
                  </a:cubicBezTo>
                  <a:close/>
                </a:path>
              </a:pathLst>
            </a:custGeom>
            <a:solidFill>
              <a:srgbClr val="f7d5b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7" name="Google Shape;2434;p83"/>
            <p:cNvSpPr/>
            <p:nvPr/>
          </p:nvSpPr>
          <p:spPr>
            <a:xfrm>
              <a:off x="6554520" y="1654920"/>
              <a:ext cx="720" cy="37080"/>
            </a:xfrm>
            <a:custGeom>
              <a:avLst/>
              <a:gdLst>
                <a:gd name="textAreaLeft" fmla="*/ 0 w 720"/>
                <a:gd name="textAreaRight" fmla="*/ 1080 w 720"/>
                <a:gd name="textAreaTop" fmla="*/ 0 h 37080"/>
                <a:gd name="textAreaBottom" fmla="*/ 37440 h 37080"/>
              </a:gdLst>
              <a:ahLst/>
              <a:cxnLst/>
              <a:rect l="textAreaLeft" t="textAreaTop" r="textAreaRight" b="textAreaBottom"/>
              <a:pathLst>
                <a:path w="47" h="1622">
                  <a:moveTo>
                    <a:pt x="24" y="1"/>
                  </a:moveTo>
                  <a:cubicBezTo>
                    <a:pt x="1" y="275"/>
                    <a:pt x="1" y="549"/>
                    <a:pt x="1" y="823"/>
                  </a:cubicBezTo>
                  <a:cubicBezTo>
                    <a:pt x="1" y="1074"/>
                    <a:pt x="1" y="1348"/>
                    <a:pt x="24" y="1622"/>
                  </a:cubicBezTo>
                  <a:cubicBezTo>
                    <a:pt x="46" y="1348"/>
                    <a:pt x="46" y="1074"/>
                    <a:pt x="46" y="823"/>
                  </a:cubicBezTo>
                  <a:cubicBezTo>
                    <a:pt x="46" y="549"/>
                    <a:pt x="46" y="275"/>
                    <a:pt x="24" y="1"/>
                  </a:cubicBezTo>
                  <a:close/>
                </a:path>
              </a:pathLst>
            </a:custGeom>
            <a:solidFill>
              <a:srgbClr val="d19d8f"/>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8" name="Google Shape;2435;p83"/>
            <p:cNvSpPr/>
            <p:nvPr/>
          </p:nvSpPr>
          <p:spPr>
            <a:xfrm>
              <a:off x="6345720" y="1734120"/>
              <a:ext cx="417960" cy="298080"/>
            </a:xfrm>
            <a:custGeom>
              <a:avLst/>
              <a:gdLst>
                <a:gd name="textAreaLeft" fmla="*/ 0 w 417960"/>
                <a:gd name="textAreaRight" fmla="*/ 418320 w 417960"/>
                <a:gd name="textAreaTop" fmla="*/ 0 h 298080"/>
                <a:gd name="textAreaBottom" fmla="*/ 298440 h 298080"/>
              </a:gdLst>
              <a:ahLst/>
              <a:cxnLst/>
              <a:rect l="textAreaLeft" t="textAreaTop" r="textAreaRight" b="textAreaBottom"/>
              <a:pathLst>
                <a:path w="18193" h="12979">
                  <a:moveTo>
                    <a:pt x="2388" y="1"/>
                  </a:moveTo>
                  <a:cubicBezTo>
                    <a:pt x="2376" y="1"/>
                    <a:pt x="2364" y="1"/>
                    <a:pt x="2351" y="2"/>
                  </a:cubicBezTo>
                  <a:cubicBezTo>
                    <a:pt x="0" y="116"/>
                    <a:pt x="2922" y="11597"/>
                    <a:pt x="4497" y="12966"/>
                  </a:cubicBezTo>
                  <a:cubicBezTo>
                    <a:pt x="4497" y="12966"/>
                    <a:pt x="4550" y="12978"/>
                    <a:pt x="4665" y="12978"/>
                  </a:cubicBezTo>
                  <a:cubicBezTo>
                    <a:pt x="5295" y="12978"/>
                    <a:pt x="7773" y="12619"/>
                    <a:pt x="13467" y="7968"/>
                  </a:cubicBezTo>
                  <a:lnTo>
                    <a:pt x="13467" y="7990"/>
                  </a:lnTo>
                  <a:cubicBezTo>
                    <a:pt x="13467" y="7990"/>
                    <a:pt x="13962" y="7441"/>
                    <a:pt x="14573" y="7441"/>
                  </a:cubicBezTo>
                  <a:cubicBezTo>
                    <a:pt x="14644" y="7441"/>
                    <a:pt x="14717" y="7449"/>
                    <a:pt x="14791" y="7465"/>
                  </a:cubicBezTo>
                  <a:cubicBezTo>
                    <a:pt x="15069" y="7521"/>
                    <a:pt x="15368" y="7550"/>
                    <a:pt x="15648" y="7550"/>
                  </a:cubicBezTo>
                  <a:cubicBezTo>
                    <a:pt x="16059" y="7550"/>
                    <a:pt x="16427" y="7487"/>
                    <a:pt x="16617" y="7351"/>
                  </a:cubicBezTo>
                  <a:cubicBezTo>
                    <a:pt x="16708" y="7283"/>
                    <a:pt x="16891" y="7123"/>
                    <a:pt x="17097" y="6918"/>
                  </a:cubicBezTo>
                  <a:cubicBezTo>
                    <a:pt x="17188" y="6826"/>
                    <a:pt x="17302" y="6735"/>
                    <a:pt x="17393" y="6621"/>
                  </a:cubicBezTo>
                  <a:cubicBezTo>
                    <a:pt x="17416" y="6598"/>
                    <a:pt x="17416" y="6598"/>
                    <a:pt x="17439" y="6575"/>
                  </a:cubicBezTo>
                  <a:cubicBezTo>
                    <a:pt x="17462" y="6552"/>
                    <a:pt x="17485" y="6530"/>
                    <a:pt x="17507" y="6507"/>
                  </a:cubicBezTo>
                  <a:cubicBezTo>
                    <a:pt x="17530" y="6484"/>
                    <a:pt x="17553" y="6461"/>
                    <a:pt x="17576" y="6438"/>
                  </a:cubicBezTo>
                  <a:cubicBezTo>
                    <a:pt x="17599" y="6416"/>
                    <a:pt x="17622" y="6393"/>
                    <a:pt x="17644" y="6370"/>
                  </a:cubicBezTo>
                  <a:cubicBezTo>
                    <a:pt x="17667" y="6347"/>
                    <a:pt x="17690" y="6301"/>
                    <a:pt x="17736" y="6279"/>
                  </a:cubicBezTo>
                  <a:cubicBezTo>
                    <a:pt x="17736" y="6256"/>
                    <a:pt x="17758" y="6256"/>
                    <a:pt x="17758" y="6233"/>
                  </a:cubicBezTo>
                  <a:cubicBezTo>
                    <a:pt x="17804" y="6187"/>
                    <a:pt x="17850" y="6142"/>
                    <a:pt x="17873" y="6096"/>
                  </a:cubicBezTo>
                  <a:cubicBezTo>
                    <a:pt x="17895" y="6096"/>
                    <a:pt x="17895" y="6073"/>
                    <a:pt x="17918" y="6073"/>
                  </a:cubicBezTo>
                  <a:cubicBezTo>
                    <a:pt x="17941" y="6027"/>
                    <a:pt x="17964" y="6005"/>
                    <a:pt x="17987" y="5982"/>
                  </a:cubicBezTo>
                  <a:cubicBezTo>
                    <a:pt x="17987" y="5959"/>
                    <a:pt x="17987" y="5959"/>
                    <a:pt x="18010" y="5936"/>
                  </a:cubicBezTo>
                  <a:cubicBezTo>
                    <a:pt x="18032" y="5913"/>
                    <a:pt x="18055" y="5891"/>
                    <a:pt x="18078" y="5845"/>
                  </a:cubicBezTo>
                  <a:cubicBezTo>
                    <a:pt x="18078" y="5845"/>
                    <a:pt x="18078" y="5845"/>
                    <a:pt x="18078" y="5822"/>
                  </a:cubicBezTo>
                  <a:cubicBezTo>
                    <a:pt x="18101" y="5799"/>
                    <a:pt x="18124" y="5754"/>
                    <a:pt x="18146" y="5731"/>
                  </a:cubicBezTo>
                  <a:cubicBezTo>
                    <a:pt x="18146" y="5731"/>
                    <a:pt x="18146" y="5731"/>
                    <a:pt x="18146" y="5708"/>
                  </a:cubicBezTo>
                  <a:cubicBezTo>
                    <a:pt x="18169" y="5685"/>
                    <a:pt x="18169" y="5662"/>
                    <a:pt x="18169" y="5662"/>
                  </a:cubicBezTo>
                  <a:cubicBezTo>
                    <a:pt x="18169" y="5639"/>
                    <a:pt x="18169" y="5639"/>
                    <a:pt x="18169" y="5639"/>
                  </a:cubicBezTo>
                  <a:cubicBezTo>
                    <a:pt x="18192" y="5617"/>
                    <a:pt x="18192" y="5594"/>
                    <a:pt x="18169" y="5594"/>
                  </a:cubicBezTo>
                  <a:cubicBezTo>
                    <a:pt x="18169" y="5594"/>
                    <a:pt x="18169" y="5594"/>
                    <a:pt x="18169" y="5571"/>
                  </a:cubicBezTo>
                  <a:cubicBezTo>
                    <a:pt x="18169" y="5571"/>
                    <a:pt x="18146" y="5548"/>
                    <a:pt x="18146" y="5548"/>
                  </a:cubicBezTo>
                  <a:cubicBezTo>
                    <a:pt x="18124" y="5548"/>
                    <a:pt x="18078" y="5548"/>
                    <a:pt x="18032" y="5594"/>
                  </a:cubicBezTo>
                  <a:cubicBezTo>
                    <a:pt x="18032" y="5594"/>
                    <a:pt x="18010" y="5617"/>
                    <a:pt x="17964" y="5639"/>
                  </a:cubicBezTo>
                  <a:cubicBezTo>
                    <a:pt x="17918" y="5662"/>
                    <a:pt x="17873" y="5708"/>
                    <a:pt x="17804" y="5776"/>
                  </a:cubicBezTo>
                  <a:cubicBezTo>
                    <a:pt x="17781" y="5799"/>
                    <a:pt x="17736" y="5822"/>
                    <a:pt x="17713" y="5868"/>
                  </a:cubicBezTo>
                  <a:cubicBezTo>
                    <a:pt x="17576" y="5982"/>
                    <a:pt x="17462" y="6096"/>
                    <a:pt x="17325" y="6210"/>
                  </a:cubicBezTo>
                  <a:cubicBezTo>
                    <a:pt x="17188" y="6324"/>
                    <a:pt x="17051" y="6438"/>
                    <a:pt x="16937" y="6484"/>
                  </a:cubicBezTo>
                  <a:cubicBezTo>
                    <a:pt x="17325" y="5913"/>
                    <a:pt x="17736" y="5229"/>
                    <a:pt x="17507" y="5229"/>
                  </a:cubicBezTo>
                  <a:cubicBezTo>
                    <a:pt x="17506" y="5228"/>
                    <a:pt x="17504" y="5228"/>
                    <a:pt x="17502" y="5228"/>
                  </a:cubicBezTo>
                  <a:cubicBezTo>
                    <a:pt x="17358" y="5228"/>
                    <a:pt x="16886" y="6077"/>
                    <a:pt x="16526" y="6370"/>
                  </a:cubicBezTo>
                  <a:cubicBezTo>
                    <a:pt x="16914" y="5799"/>
                    <a:pt x="17279" y="5160"/>
                    <a:pt x="17074" y="5160"/>
                  </a:cubicBezTo>
                  <a:cubicBezTo>
                    <a:pt x="17072" y="5160"/>
                    <a:pt x="17070" y="5160"/>
                    <a:pt x="17069" y="5160"/>
                  </a:cubicBezTo>
                  <a:cubicBezTo>
                    <a:pt x="16901" y="5160"/>
                    <a:pt x="16294" y="6235"/>
                    <a:pt x="15955" y="6393"/>
                  </a:cubicBezTo>
                  <a:cubicBezTo>
                    <a:pt x="15750" y="6370"/>
                    <a:pt x="15499" y="6347"/>
                    <a:pt x="15248" y="6347"/>
                  </a:cubicBezTo>
                  <a:cubicBezTo>
                    <a:pt x="15704" y="5982"/>
                    <a:pt x="16229" y="5502"/>
                    <a:pt x="16252" y="4955"/>
                  </a:cubicBezTo>
                  <a:lnTo>
                    <a:pt x="16252" y="4955"/>
                  </a:lnTo>
                  <a:cubicBezTo>
                    <a:pt x="16115" y="5000"/>
                    <a:pt x="16047" y="5137"/>
                    <a:pt x="15932" y="5229"/>
                  </a:cubicBezTo>
                  <a:cubicBezTo>
                    <a:pt x="15567" y="5662"/>
                    <a:pt x="14974" y="5822"/>
                    <a:pt x="14426" y="5982"/>
                  </a:cubicBezTo>
                  <a:cubicBezTo>
                    <a:pt x="13901" y="6164"/>
                    <a:pt x="13239" y="6507"/>
                    <a:pt x="12942" y="6963"/>
                  </a:cubicBezTo>
                  <a:lnTo>
                    <a:pt x="5730" y="10889"/>
                  </a:lnTo>
                  <a:cubicBezTo>
                    <a:pt x="5730" y="10889"/>
                    <a:pt x="4713" y="1"/>
                    <a:pt x="2388" y="1"/>
                  </a:cubicBezTo>
                  <a:close/>
                </a:path>
              </a:pathLst>
            </a:custGeom>
            <a:solidFill>
              <a:srgbClr val="f7d5b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9" name="Google Shape;2436;p83"/>
            <p:cNvSpPr/>
            <p:nvPr/>
          </p:nvSpPr>
          <p:spPr>
            <a:xfrm>
              <a:off x="6627240" y="1847160"/>
              <a:ext cx="136440" cy="91440"/>
            </a:xfrm>
            <a:custGeom>
              <a:avLst/>
              <a:gdLst>
                <a:gd name="textAreaLeft" fmla="*/ 0 w 136440"/>
                <a:gd name="textAreaRight" fmla="*/ 136800 w 136440"/>
                <a:gd name="textAreaTop" fmla="*/ 0 h 91440"/>
                <a:gd name="textAreaBottom" fmla="*/ 91800 h 91440"/>
              </a:gdLst>
              <a:ahLst/>
              <a:cxnLst/>
              <a:rect l="textAreaLeft" t="textAreaTop" r="textAreaRight" b="textAreaBottom"/>
              <a:pathLst>
                <a:path w="5958" h="3996">
                  <a:moveTo>
                    <a:pt x="1416" y="1393"/>
                  </a:moveTo>
                  <a:cubicBezTo>
                    <a:pt x="1119" y="1553"/>
                    <a:pt x="868" y="1758"/>
                    <a:pt x="685" y="2032"/>
                  </a:cubicBezTo>
                  <a:cubicBezTo>
                    <a:pt x="868" y="1758"/>
                    <a:pt x="1142" y="1553"/>
                    <a:pt x="1416" y="1393"/>
                  </a:cubicBezTo>
                  <a:close/>
                  <a:moveTo>
                    <a:pt x="3995" y="1"/>
                  </a:moveTo>
                  <a:cubicBezTo>
                    <a:pt x="3835" y="69"/>
                    <a:pt x="3744" y="229"/>
                    <a:pt x="3630" y="343"/>
                  </a:cubicBezTo>
                  <a:cubicBezTo>
                    <a:pt x="3516" y="457"/>
                    <a:pt x="3379" y="549"/>
                    <a:pt x="3242" y="640"/>
                  </a:cubicBezTo>
                  <a:cubicBezTo>
                    <a:pt x="2945" y="800"/>
                    <a:pt x="2625" y="891"/>
                    <a:pt x="2329" y="1005"/>
                  </a:cubicBezTo>
                  <a:cubicBezTo>
                    <a:pt x="2009" y="1096"/>
                    <a:pt x="1690" y="1211"/>
                    <a:pt x="1416" y="1393"/>
                  </a:cubicBezTo>
                  <a:cubicBezTo>
                    <a:pt x="1712" y="1233"/>
                    <a:pt x="2009" y="1119"/>
                    <a:pt x="2329" y="1028"/>
                  </a:cubicBezTo>
                  <a:cubicBezTo>
                    <a:pt x="2648" y="937"/>
                    <a:pt x="2968" y="845"/>
                    <a:pt x="3242" y="663"/>
                  </a:cubicBezTo>
                  <a:cubicBezTo>
                    <a:pt x="3402" y="594"/>
                    <a:pt x="3538" y="503"/>
                    <a:pt x="3653" y="366"/>
                  </a:cubicBezTo>
                  <a:cubicBezTo>
                    <a:pt x="3754" y="265"/>
                    <a:pt x="3838" y="145"/>
                    <a:pt x="3967" y="72"/>
                  </a:cubicBezTo>
                  <a:lnTo>
                    <a:pt x="3967" y="72"/>
                  </a:lnTo>
                  <a:cubicBezTo>
                    <a:pt x="3932" y="348"/>
                    <a:pt x="3780" y="584"/>
                    <a:pt x="3607" y="800"/>
                  </a:cubicBezTo>
                  <a:cubicBezTo>
                    <a:pt x="3424" y="1028"/>
                    <a:pt x="3196" y="1211"/>
                    <a:pt x="2968" y="1393"/>
                  </a:cubicBezTo>
                  <a:cubicBezTo>
                    <a:pt x="2968" y="1393"/>
                    <a:pt x="2945" y="1416"/>
                    <a:pt x="2945" y="1416"/>
                  </a:cubicBezTo>
                  <a:cubicBezTo>
                    <a:pt x="2945" y="1439"/>
                    <a:pt x="2968" y="1439"/>
                    <a:pt x="2991" y="1439"/>
                  </a:cubicBezTo>
                  <a:cubicBezTo>
                    <a:pt x="3219" y="1439"/>
                    <a:pt x="3447" y="1462"/>
                    <a:pt x="3698" y="1485"/>
                  </a:cubicBezTo>
                  <a:cubicBezTo>
                    <a:pt x="3949" y="1348"/>
                    <a:pt x="4086" y="1142"/>
                    <a:pt x="4246" y="937"/>
                  </a:cubicBezTo>
                  <a:cubicBezTo>
                    <a:pt x="4406" y="731"/>
                    <a:pt x="4543" y="503"/>
                    <a:pt x="4725" y="320"/>
                  </a:cubicBezTo>
                  <a:cubicBezTo>
                    <a:pt x="4758" y="288"/>
                    <a:pt x="4790" y="256"/>
                    <a:pt x="4814" y="256"/>
                  </a:cubicBezTo>
                  <a:cubicBezTo>
                    <a:pt x="4824" y="256"/>
                    <a:pt x="4833" y="261"/>
                    <a:pt x="4840" y="275"/>
                  </a:cubicBezTo>
                  <a:cubicBezTo>
                    <a:pt x="4840" y="298"/>
                    <a:pt x="4840" y="366"/>
                    <a:pt x="4817" y="435"/>
                  </a:cubicBezTo>
                  <a:cubicBezTo>
                    <a:pt x="4771" y="549"/>
                    <a:pt x="4703" y="663"/>
                    <a:pt x="4657" y="777"/>
                  </a:cubicBezTo>
                  <a:cubicBezTo>
                    <a:pt x="4520" y="982"/>
                    <a:pt x="4383" y="1211"/>
                    <a:pt x="4246" y="1416"/>
                  </a:cubicBezTo>
                  <a:cubicBezTo>
                    <a:pt x="4246" y="1439"/>
                    <a:pt x="4246" y="1462"/>
                    <a:pt x="4246" y="1462"/>
                  </a:cubicBezTo>
                  <a:cubicBezTo>
                    <a:pt x="4257" y="1473"/>
                    <a:pt x="4269" y="1479"/>
                    <a:pt x="4277" y="1479"/>
                  </a:cubicBezTo>
                  <a:cubicBezTo>
                    <a:pt x="4286" y="1479"/>
                    <a:pt x="4292" y="1473"/>
                    <a:pt x="4292" y="1462"/>
                  </a:cubicBezTo>
                  <a:cubicBezTo>
                    <a:pt x="4295" y="1459"/>
                    <a:pt x="4299" y="1456"/>
                    <a:pt x="4302" y="1453"/>
                  </a:cubicBezTo>
                  <a:lnTo>
                    <a:pt x="4302" y="1453"/>
                  </a:lnTo>
                  <a:lnTo>
                    <a:pt x="4315" y="1462"/>
                  </a:lnTo>
                  <a:cubicBezTo>
                    <a:pt x="4322" y="1449"/>
                    <a:pt x="4329" y="1437"/>
                    <a:pt x="4337" y="1425"/>
                  </a:cubicBezTo>
                  <a:lnTo>
                    <a:pt x="4337" y="1425"/>
                  </a:lnTo>
                  <a:cubicBezTo>
                    <a:pt x="4518" y="1271"/>
                    <a:pt x="4646" y="1081"/>
                    <a:pt x="4794" y="891"/>
                  </a:cubicBezTo>
                  <a:cubicBezTo>
                    <a:pt x="4931" y="708"/>
                    <a:pt x="5068" y="457"/>
                    <a:pt x="5250" y="343"/>
                  </a:cubicBezTo>
                  <a:cubicBezTo>
                    <a:pt x="5256" y="338"/>
                    <a:pt x="5262" y="335"/>
                    <a:pt x="5267" y="335"/>
                  </a:cubicBezTo>
                  <a:cubicBezTo>
                    <a:pt x="5282" y="335"/>
                    <a:pt x="5290" y="360"/>
                    <a:pt x="5273" y="412"/>
                  </a:cubicBezTo>
                  <a:cubicBezTo>
                    <a:pt x="5273" y="480"/>
                    <a:pt x="5250" y="526"/>
                    <a:pt x="5228" y="594"/>
                  </a:cubicBezTo>
                  <a:cubicBezTo>
                    <a:pt x="5159" y="686"/>
                    <a:pt x="5113" y="800"/>
                    <a:pt x="5045" y="914"/>
                  </a:cubicBezTo>
                  <a:cubicBezTo>
                    <a:pt x="4931" y="1119"/>
                    <a:pt x="4794" y="1348"/>
                    <a:pt x="4657" y="1553"/>
                  </a:cubicBezTo>
                  <a:cubicBezTo>
                    <a:pt x="4657" y="1553"/>
                    <a:pt x="4657" y="1576"/>
                    <a:pt x="4657" y="1576"/>
                  </a:cubicBezTo>
                  <a:cubicBezTo>
                    <a:pt x="4657" y="1599"/>
                    <a:pt x="4680" y="1599"/>
                    <a:pt x="4703" y="1599"/>
                  </a:cubicBezTo>
                  <a:cubicBezTo>
                    <a:pt x="4976" y="1439"/>
                    <a:pt x="5182" y="1211"/>
                    <a:pt x="5410" y="1005"/>
                  </a:cubicBezTo>
                  <a:cubicBezTo>
                    <a:pt x="5524" y="891"/>
                    <a:pt x="5638" y="800"/>
                    <a:pt x="5753" y="708"/>
                  </a:cubicBezTo>
                  <a:cubicBezTo>
                    <a:pt x="5801" y="676"/>
                    <a:pt x="5849" y="644"/>
                    <a:pt x="5874" y="644"/>
                  </a:cubicBezTo>
                  <a:cubicBezTo>
                    <a:pt x="5884" y="644"/>
                    <a:pt x="5889" y="649"/>
                    <a:pt x="5889" y="663"/>
                  </a:cubicBezTo>
                  <a:cubicBezTo>
                    <a:pt x="5889" y="731"/>
                    <a:pt x="5844" y="800"/>
                    <a:pt x="5821" y="868"/>
                  </a:cubicBezTo>
                  <a:cubicBezTo>
                    <a:pt x="5479" y="1348"/>
                    <a:pt x="5022" y="1781"/>
                    <a:pt x="4588" y="2192"/>
                  </a:cubicBezTo>
                  <a:cubicBezTo>
                    <a:pt x="4474" y="2306"/>
                    <a:pt x="4360" y="2398"/>
                    <a:pt x="4223" y="2466"/>
                  </a:cubicBezTo>
                  <a:cubicBezTo>
                    <a:pt x="4086" y="2534"/>
                    <a:pt x="3927" y="2557"/>
                    <a:pt x="3790" y="2580"/>
                  </a:cubicBezTo>
                  <a:cubicBezTo>
                    <a:pt x="3667" y="2590"/>
                    <a:pt x="3540" y="2595"/>
                    <a:pt x="3412" y="2595"/>
                  </a:cubicBezTo>
                  <a:cubicBezTo>
                    <a:pt x="3232" y="2595"/>
                    <a:pt x="3050" y="2584"/>
                    <a:pt x="2877" y="2557"/>
                  </a:cubicBezTo>
                  <a:cubicBezTo>
                    <a:pt x="2717" y="2557"/>
                    <a:pt x="2580" y="2512"/>
                    <a:pt x="2420" y="2489"/>
                  </a:cubicBezTo>
                  <a:cubicBezTo>
                    <a:pt x="2383" y="2483"/>
                    <a:pt x="2345" y="2480"/>
                    <a:pt x="2305" y="2480"/>
                  </a:cubicBezTo>
                  <a:cubicBezTo>
                    <a:pt x="2197" y="2480"/>
                    <a:pt x="2081" y="2501"/>
                    <a:pt x="1964" y="2534"/>
                  </a:cubicBezTo>
                  <a:cubicBezTo>
                    <a:pt x="1667" y="2649"/>
                    <a:pt x="1416" y="2831"/>
                    <a:pt x="1210" y="3037"/>
                  </a:cubicBezTo>
                  <a:cubicBezTo>
                    <a:pt x="1005" y="3196"/>
                    <a:pt x="799" y="3356"/>
                    <a:pt x="594" y="3516"/>
                  </a:cubicBezTo>
                  <a:lnTo>
                    <a:pt x="1" y="3995"/>
                  </a:lnTo>
                  <a:lnTo>
                    <a:pt x="617" y="3539"/>
                  </a:lnTo>
                  <a:cubicBezTo>
                    <a:pt x="799" y="3379"/>
                    <a:pt x="1028" y="3219"/>
                    <a:pt x="1210" y="3059"/>
                  </a:cubicBezTo>
                  <a:cubicBezTo>
                    <a:pt x="1439" y="2854"/>
                    <a:pt x="1690" y="2671"/>
                    <a:pt x="1986" y="2580"/>
                  </a:cubicBezTo>
                  <a:cubicBezTo>
                    <a:pt x="2087" y="2547"/>
                    <a:pt x="2199" y="2526"/>
                    <a:pt x="2306" y="2526"/>
                  </a:cubicBezTo>
                  <a:cubicBezTo>
                    <a:pt x="2345" y="2526"/>
                    <a:pt x="2383" y="2528"/>
                    <a:pt x="2420" y="2534"/>
                  </a:cubicBezTo>
                  <a:cubicBezTo>
                    <a:pt x="2580" y="2557"/>
                    <a:pt x="2717" y="2580"/>
                    <a:pt x="2877" y="2603"/>
                  </a:cubicBezTo>
                  <a:cubicBezTo>
                    <a:pt x="3050" y="2630"/>
                    <a:pt x="3232" y="2641"/>
                    <a:pt x="3412" y="2641"/>
                  </a:cubicBezTo>
                  <a:cubicBezTo>
                    <a:pt x="3540" y="2641"/>
                    <a:pt x="3667" y="2635"/>
                    <a:pt x="3790" y="2626"/>
                  </a:cubicBezTo>
                  <a:cubicBezTo>
                    <a:pt x="3949" y="2603"/>
                    <a:pt x="4109" y="2580"/>
                    <a:pt x="4246" y="2512"/>
                  </a:cubicBezTo>
                  <a:cubicBezTo>
                    <a:pt x="4383" y="2443"/>
                    <a:pt x="4497" y="2329"/>
                    <a:pt x="4611" y="2238"/>
                  </a:cubicBezTo>
                  <a:cubicBezTo>
                    <a:pt x="5068" y="1804"/>
                    <a:pt x="5501" y="1393"/>
                    <a:pt x="5867" y="891"/>
                  </a:cubicBezTo>
                  <a:cubicBezTo>
                    <a:pt x="5912" y="823"/>
                    <a:pt x="5958" y="777"/>
                    <a:pt x="5958" y="663"/>
                  </a:cubicBezTo>
                  <a:cubicBezTo>
                    <a:pt x="5958" y="611"/>
                    <a:pt x="5907" y="586"/>
                    <a:pt x="5862" y="586"/>
                  </a:cubicBezTo>
                  <a:cubicBezTo>
                    <a:pt x="5847" y="586"/>
                    <a:pt x="5832" y="589"/>
                    <a:pt x="5821" y="594"/>
                  </a:cubicBezTo>
                  <a:cubicBezTo>
                    <a:pt x="5775" y="617"/>
                    <a:pt x="5753" y="640"/>
                    <a:pt x="5730" y="663"/>
                  </a:cubicBezTo>
                  <a:cubicBezTo>
                    <a:pt x="5593" y="754"/>
                    <a:pt x="5479" y="845"/>
                    <a:pt x="5365" y="960"/>
                  </a:cubicBezTo>
                  <a:cubicBezTo>
                    <a:pt x="5177" y="1129"/>
                    <a:pt x="5004" y="1313"/>
                    <a:pt x="4809" y="1449"/>
                  </a:cubicBezTo>
                  <a:lnTo>
                    <a:pt x="4809" y="1449"/>
                  </a:lnTo>
                  <a:cubicBezTo>
                    <a:pt x="4918" y="1285"/>
                    <a:pt x="5023" y="1118"/>
                    <a:pt x="5113" y="937"/>
                  </a:cubicBezTo>
                  <a:cubicBezTo>
                    <a:pt x="5182" y="845"/>
                    <a:pt x="5228" y="731"/>
                    <a:pt x="5296" y="617"/>
                  </a:cubicBezTo>
                  <a:cubicBezTo>
                    <a:pt x="5319" y="549"/>
                    <a:pt x="5342" y="503"/>
                    <a:pt x="5342" y="435"/>
                  </a:cubicBezTo>
                  <a:cubicBezTo>
                    <a:pt x="5342" y="389"/>
                    <a:pt x="5365" y="366"/>
                    <a:pt x="5342" y="320"/>
                  </a:cubicBezTo>
                  <a:cubicBezTo>
                    <a:pt x="5325" y="287"/>
                    <a:pt x="5296" y="266"/>
                    <a:pt x="5264" y="266"/>
                  </a:cubicBezTo>
                  <a:cubicBezTo>
                    <a:pt x="5252" y="266"/>
                    <a:pt x="5240" y="269"/>
                    <a:pt x="5228" y="275"/>
                  </a:cubicBezTo>
                  <a:cubicBezTo>
                    <a:pt x="5091" y="343"/>
                    <a:pt x="5022" y="457"/>
                    <a:pt x="4954" y="549"/>
                  </a:cubicBezTo>
                  <a:lnTo>
                    <a:pt x="4725" y="845"/>
                  </a:lnTo>
                  <a:cubicBezTo>
                    <a:pt x="4661" y="942"/>
                    <a:pt x="4592" y="1038"/>
                    <a:pt x="4518" y="1129"/>
                  </a:cubicBezTo>
                  <a:lnTo>
                    <a:pt x="4518" y="1129"/>
                  </a:lnTo>
                  <a:cubicBezTo>
                    <a:pt x="4583" y="1021"/>
                    <a:pt x="4646" y="913"/>
                    <a:pt x="4703" y="800"/>
                  </a:cubicBezTo>
                  <a:cubicBezTo>
                    <a:pt x="4771" y="686"/>
                    <a:pt x="4840" y="571"/>
                    <a:pt x="4862" y="435"/>
                  </a:cubicBezTo>
                  <a:cubicBezTo>
                    <a:pt x="4885" y="389"/>
                    <a:pt x="4931" y="320"/>
                    <a:pt x="4885" y="229"/>
                  </a:cubicBezTo>
                  <a:cubicBezTo>
                    <a:pt x="4872" y="202"/>
                    <a:pt x="4835" y="191"/>
                    <a:pt x="4802" y="191"/>
                  </a:cubicBezTo>
                  <a:cubicBezTo>
                    <a:pt x="4779" y="191"/>
                    <a:pt x="4758" y="197"/>
                    <a:pt x="4748" y="206"/>
                  </a:cubicBezTo>
                  <a:cubicBezTo>
                    <a:pt x="4725" y="229"/>
                    <a:pt x="4703" y="252"/>
                    <a:pt x="4680" y="275"/>
                  </a:cubicBezTo>
                  <a:cubicBezTo>
                    <a:pt x="4497" y="480"/>
                    <a:pt x="4360" y="686"/>
                    <a:pt x="4200" y="891"/>
                  </a:cubicBezTo>
                  <a:cubicBezTo>
                    <a:pt x="4042" y="1095"/>
                    <a:pt x="3906" y="1320"/>
                    <a:pt x="3682" y="1436"/>
                  </a:cubicBezTo>
                  <a:lnTo>
                    <a:pt x="3682" y="1436"/>
                  </a:lnTo>
                  <a:cubicBezTo>
                    <a:pt x="3477" y="1397"/>
                    <a:pt x="3254" y="1394"/>
                    <a:pt x="3047" y="1393"/>
                  </a:cubicBezTo>
                  <a:lnTo>
                    <a:pt x="3047" y="1393"/>
                  </a:lnTo>
                  <a:cubicBezTo>
                    <a:pt x="3256" y="1222"/>
                    <a:pt x="3464" y="1032"/>
                    <a:pt x="3653" y="823"/>
                  </a:cubicBezTo>
                  <a:cubicBezTo>
                    <a:pt x="3831" y="622"/>
                    <a:pt x="3987" y="357"/>
                    <a:pt x="4016" y="47"/>
                  </a:cubicBezTo>
                  <a:lnTo>
                    <a:pt x="4016" y="47"/>
                  </a:lnTo>
                  <a:cubicBezTo>
                    <a:pt x="4017" y="47"/>
                    <a:pt x="4017" y="47"/>
                    <a:pt x="4018" y="47"/>
                  </a:cubicBezTo>
                  <a:lnTo>
                    <a:pt x="4016" y="46"/>
                  </a:lnTo>
                  <a:lnTo>
                    <a:pt x="4016" y="46"/>
                  </a:lnTo>
                  <a:cubicBezTo>
                    <a:pt x="4017" y="38"/>
                    <a:pt x="4017" y="31"/>
                    <a:pt x="4018" y="24"/>
                  </a:cubicBezTo>
                  <a:cubicBezTo>
                    <a:pt x="4018" y="24"/>
                    <a:pt x="3995" y="1"/>
                    <a:pt x="3995" y="1"/>
                  </a:cubicBezTo>
                  <a:close/>
                </a:path>
              </a:pathLst>
            </a:custGeom>
            <a:solidFill>
              <a:srgbClr val="d19d8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0" name="Google Shape;2437;p83"/>
            <p:cNvSpPr/>
            <p:nvPr/>
          </p:nvSpPr>
          <p:spPr>
            <a:xfrm>
              <a:off x="6454800" y="1679400"/>
              <a:ext cx="13680" cy="14400"/>
            </a:xfrm>
            <a:custGeom>
              <a:avLst/>
              <a:gdLst>
                <a:gd name="textAreaLeft" fmla="*/ 0 w 13680"/>
                <a:gd name="textAreaRight" fmla="*/ 14040 w 13680"/>
                <a:gd name="textAreaTop" fmla="*/ 0 h 14400"/>
                <a:gd name="textAreaBottom" fmla="*/ 14760 h 14400"/>
              </a:gdLst>
              <a:ahLst/>
              <a:cxnLst/>
              <a:rect l="textAreaLeft" t="textAreaTop" r="textAreaRight" b="textAreaBottom"/>
              <a:pathLst>
                <a:path w="617" h="640">
                  <a:moveTo>
                    <a:pt x="297" y="1"/>
                  </a:moveTo>
                  <a:cubicBezTo>
                    <a:pt x="137" y="1"/>
                    <a:pt x="0" y="138"/>
                    <a:pt x="0" y="320"/>
                  </a:cubicBezTo>
                  <a:cubicBezTo>
                    <a:pt x="0" y="480"/>
                    <a:pt x="137" y="640"/>
                    <a:pt x="297" y="640"/>
                  </a:cubicBezTo>
                  <a:cubicBezTo>
                    <a:pt x="479" y="640"/>
                    <a:pt x="616" y="480"/>
                    <a:pt x="616" y="320"/>
                  </a:cubicBezTo>
                  <a:cubicBezTo>
                    <a:pt x="616" y="138"/>
                    <a:pt x="479" y="1"/>
                    <a:pt x="297" y="1"/>
                  </a:cubicBezTo>
                  <a:close/>
                </a:path>
              </a:pathLst>
            </a:custGeom>
            <a:solidFill>
              <a:srgbClr val="f2bb13"/>
            </a:solidFill>
            <a:ln w="0">
              <a:noFill/>
            </a:ln>
          </p:spPr>
          <p:style>
            <a:lnRef idx="0"/>
            <a:fillRef idx="0"/>
            <a:effectRef idx="0"/>
            <a:fontRef idx="minor"/>
          </p:style>
          <p:txBody>
            <a:bodyPr tIns="7200" bIns="7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1" name="Google Shape;2438;p83"/>
            <p:cNvSpPr/>
            <p:nvPr/>
          </p:nvSpPr>
          <p:spPr>
            <a:xfrm>
              <a:off x="6465240" y="1692000"/>
              <a:ext cx="14400" cy="14400"/>
            </a:xfrm>
            <a:custGeom>
              <a:avLst/>
              <a:gdLst>
                <a:gd name="textAreaLeft" fmla="*/ 0 w 14400"/>
                <a:gd name="textAreaRight" fmla="*/ 14760 w 14400"/>
                <a:gd name="textAreaTop" fmla="*/ 0 h 14400"/>
                <a:gd name="textAreaBottom" fmla="*/ 14760 h 14400"/>
              </a:gdLst>
              <a:ahLst/>
              <a:cxnLst/>
              <a:rect l="textAreaLeft" t="textAreaTop" r="textAreaRight" b="textAreaBottom"/>
              <a:pathLst>
                <a:path w="640" h="640">
                  <a:moveTo>
                    <a:pt x="320" y="1"/>
                  </a:moveTo>
                  <a:cubicBezTo>
                    <a:pt x="137" y="1"/>
                    <a:pt x="1" y="138"/>
                    <a:pt x="1" y="320"/>
                  </a:cubicBezTo>
                  <a:cubicBezTo>
                    <a:pt x="1" y="503"/>
                    <a:pt x="137" y="640"/>
                    <a:pt x="320" y="640"/>
                  </a:cubicBezTo>
                  <a:cubicBezTo>
                    <a:pt x="480" y="640"/>
                    <a:pt x="640" y="503"/>
                    <a:pt x="640" y="320"/>
                  </a:cubicBezTo>
                  <a:cubicBezTo>
                    <a:pt x="640" y="138"/>
                    <a:pt x="480" y="1"/>
                    <a:pt x="320" y="1"/>
                  </a:cubicBezTo>
                  <a:close/>
                </a:path>
              </a:pathLst>
            </a:custGeom>
            <a:solidFill>
              <a:srgbClr val="f2bb13"/>
            </a:solidFill>
            <a:ln w="0">
              <a:noFill/>
            </a:ln>
          </p:spPr>
          <p:style>
            <a:lnRef idx="0"/>
            <a:fillRef idx="0"/>
            <a:effectRef idx="0"/>
            <a:fontRef idx="minor"/>
          </p:style>
          <p:txBody>
            <a:bodyPr tIns="7200" bIns="7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2" name="Google Shape;2439;p83"/>
            <p:cNvSpPr/>
            <p:nvPr/>
          </p:nvSpPr>
          <p:spPr>
            <a:xfrm>
              <a:off x="6477120" y="1704240"/>
              <a:ext cx="14400" cy="13680"/>
            </a:xfrm>
            <a:custGeom>
              <a:avLst/>
              <a:gdLst>
                <a:gd name="textAreaLeft" fmla="*/ 0 w 14400"/>
                <a:gd name="textAreaRight" fmla="*/ 14760 w 14400"/>
                <a:gd name="textAreaTop" fmla="*/ 0 h 13680"/>
                <a:gd name="textAreaBottom" fmla="*/ 14040 h 13680"/>
              </a:gdLst>
              <a:ahLst/>
              <a:cxnLst/>
              <a:rect l="textAreaLeft" t="textAreaTop" r="textAreaRight" b="textAreaBottom"/>
              <a:pathLst>
                <a:path w="640" h="617">
                  <a:moveTo>
                    <a:pt x="320" y="1"/>
                  </a:moveTo>
                  <a:cubicBezTo>
                    <a:pt x="137" y="1"/>
                    <a:pt x="1" y="138"/>
                    <a:pt x="1" y="297"/>
                  </a:cubicBezTo>
                  <a:cubicBezTo>
                    <a:pt x="1" y="480"/>
                    <a:pt x="137" y="617"/>
                    <a:pt x="320" y="617"/>
                  </a:cubicBezTo>
                  <a:cubicBezTo>
                    <a:pt x="480" y="617"/>
                    <a:pt x="640" y="480"/>
                    <a:pt x="640" y="297"/>
                  </a:cubicBezTo>
                  <a:cubicBezTo>
                    <a:pt x="640" y="138"/>
                    <a:pt x="480" y="1"/>
                    <a:pt x="320" y="1"/>
                  </a:cubicBezTo>
                  <a:close/>
                </a:path>
              </a:pathLst>
            </a:custGeom>
            <a:solidFill>
              <a:srgbClr val="f2bb13"/>
            </a:solidFill>
            <a:ln w="0">
              <a:noFill/>
            </a:ln>
          </p:spPr>
          <p:style>
            <a:lnRef idx="0"/>
            <a:fillRef idx="0"/>
            <a:effectRef idx="0"/>
            <a:fontRef idx="minor"/>
          </p:style>
          <p:txBody>
            <a:bodyPr tIns="6840" bIns="6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3" name="Google Shape;2440;p83"/>
            <p:cNvSpPr/>
            <p:nvPr/>
          </p:nvSpPr>
          <p:spPr>
            <a:xfrm>
              <a:off x="6491520" y="1712880"/>
              <a:ext cx="13680" cy="13680"/>
            </a:xfrm>
            <a:custGeom>
              <a:avLst/>
              <a:gdLst>
                <a:gd name="textAreaLeft" fmla="*/ 0 w 13680"/>
                <a:gd name="textAreaRight" fmla="*/ 14040 w 13680"/>
                <a:gd name="textAreaTop" fmla="*/ 0 h 13680"/>
                <a:gd name="textAreaBottom" fmla="*/ 14040 h 13680"/>
              </a:gdLst>
              <a:ahLst/>
              <a:cxnLst/>
              <a:rect l="textAreaLeft" t="textAreaTop" r="textAreaRight" b="textAreaBottom"/>
              <a:pathLst>
                <a:path w="618" h="617">
                  <a:moveTo>
                    <a:pt x="320" y="1"/>
                  </a:moveTo>
                  <a:cubicBezTo>
                    <a:pt x="138" y="1"/>
                    <a:pt x="1" y="138"/>
                    <a:pt x="1" y="320"/>
                  </a:cubicBezTo>
                  <a:cubicBezTo>
                    <a:pt x="1" y="480"/>
                    <a:pt x="138" y="617"/>
                    <a:pt x="320" y="617"/>
                  </a:cubicBezTo>
                  <a:cubicBezTo>
                    <a:pt x="480" y="617"/>
                    <a:pt x="617" y="480"/>
                    <a:pt x="617" y="320"/>
                  </a:cubicBezTo>
                  <a:cubicBezTo>
                    <a:pt x="617" y="138"/>
                    <a:pt x="480" y="1"/>
                    <a:pt x="320" y="1"/>
                  </a:cubicBezTo>
                  <a:close/>
                </a:path>
              </a:pathLst>
            </a:custGeom>
            <a:solidFill>
              <a:srgbClr val="f2bb13"/>
            </a:solidFill>
            <a:ln w="0">
              <a:noFill/>
            </a:ln>
          </p:spPr>
          <p:style>
            <a:lnRef idx="0"/>
            <a:fillRef idx="0"/>
            <a:effectRef idx="0"/>
            <a:fontRef idx="minor"/>
          </p:style>
          <p:txBody>
            <a:bodyPr tIns="6840" bIns="6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4" name="Google Shape;2441;p83"/>
            <p:cNvSpPr/>
            <p:nvPr/>
          </p:nvSpPr>
          <p:spPr>
            <a:xfrm>
              <a:off x="6506280" y="1720440"/>
              <a:ext cx="14400" cy="13680"/>
            </a:xfrm>
            <a:custGeom>
              <a:avLst/>
              <a:gdLst>
                <a:gd name="textAreaLeft" fmla="*/ 0 w 14400"/>
                <a:gd name="textAreaRight" fmla="*/ 14760 w 14400"/>
                <a:gd name="textAreaTop" fmla="*/ 0 h 13680"/>
                <a:gd name="textAreaBottom" fmla="*/ 14040 h 13680"/>
              </a:gdLst>
              <a:ahLst/>
              <a:cxnLst/>
              <a:rect l="textAreaLeft" t="textAreaTop" r="textAreaRight" b="textAreaBottom"/>
              <a:pathLst>
                <a:path w="641" h="617">
                  <a:moveTo>
                    <a:pt x="320" y="0"/>
                  </a:moveTo>
                  <a:cubicBezTo>
                    <a:pt x="138" y="0"/>
                    <a:pt x="1" y="137"/>
                    <a:pt x="1" y="297"/>
                  </a:cubicBezTo>
                  <a:cubicBezTo>
                    <a:pt x="1" y="479"/>
                    <a:pt x="138" y="616"/>
                    <a:pt x="320" y="616"/>
                  </a:cubicBezTo>
                  <a:cubicBezTo>
                    <a:pt x="503" y="616"/>
                    <a:pt x="640" y="479"/>
                    <a:pt x="640" y="297"/>
                  </a:cubicBezTo>
                  <a:cubicBezTo>
                    <a:pt x="640" y="137"/>
                    <a:pt x="503" y="0"/>
                    <a:pt x="320" y="0"/>
                  </a:cubicBezTo>
                  <a:close/>
                </a:path>
              </a:pathLst>
            </a:custGeom>
            <a:solidFill>
              <a:srgbClr val="f2bb13"/>
            </a:solidFill>
            <a:ln w="0">
              <a:noFill/>
            </a:ln>
          </p:spPr>
          <p:style>
            <a:lnRef idx="0"/>
            <a:fillRef idx="0"/>
            <a:effectRef idx="0"/>
            <a:fontRef idx="minor"/>
          </p:style>
          <p:txBody>
            <a:bodyPr tIns="6840" bIns="6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5" name="Google Shape;2442;p83"/>
            <p:cNvSpPr/>
            <p:nvPr/>
          </p:nvSpPr>
          <p:spPr>
            <a:xfrm>
              <a:off x="6522840" y="1724400"/>
              <a:ext cx="14400" cy="13680"/>
            </a:xfrm>
            <a:custGeom>
              <a:avLst/>
              <a:gdLst>
                <a:gd name="textAreaLeft" fmla="*/ 0 w 14400"/>
                <a:gd name="textAreaRight" fmla="*/ 14760 w 14400"/>
                <a:gd name="textAreaTop" fmla="*/ 0 h 13680"/>
                <a:gd name="textAreaBottom" fmla="*/ 14040 h 13680"/>
              </a:gdLst>
              <a:ahLst/>
              <a:cxnLst/>
              <a:rect l="textAreaLeft" t="textAreaTop" r="textAreaRight" b="textAreaBottom"/>
              <a:pathLst>
                <a:path w="640" h="618">
                  <a:moveTo>
                    <a:pt x="320" y="1"/>
                  </a:moveTo>
                  <a:cubicBezTo>
                    <a:pt x="137" y="1"/>
                    <a:pt x="0" y="138"/>
                    <a:pt x="0" y="320"/>
                  </a:cubicBezTo>
                  <a:cubicBezTo>
                    <a:pt x="0" y="480"/>
                    <a:pt x="137" y="617"/>
                    <a:pt x="320" y="617"/>
                  </a:cubicBezTo>
                  <a:cubicBezTo>
                    <a:pt x="480" y="617"/>
                    <a:pt x="639" y="480"/>
                    <a:pt x="639" y="320"/>
                  </a:cubicBezTo>
                  <a:cubicBezTo>
                    <a:pt x="639" y="138"/>
                    <a:pt x="480" y="1"/>
                    <a:pt x="320" y="1"/>
                  </a:cubicBezTo>
                  <a:close/>
                </a:path>
              </a:pathLst>
            </a:custGeom>
            <a:solidFill>
              <a:srgbClr val="f2bb13"/>
            </a:solidFill>
            <a:ln w="0">
              <a:noFill/>
            </a:ln>
          </p:spPr>
          <p:style>
            <a:lnRef idx="0"/>
            <a:fillRef idx="0"/>
            <a:effectRef idx="0"/>
            <a:fontRef idx="minor"/>
          </p:style>
          <p:txBody>
            <a:bodyPr tIns="6840" bIns="6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6" name="Google Shape;2443;p83"/>
            <p:cNvSpPr/>
            <p:nvPr/>
          </p:nvSpPr>
          <p:spPr>
            <a:xfrm>
              <a:off x="6539040" y="1718640"/>
              <a:ext cx="14400" cy="14400"/>
            </a:xfrm>
            <a:custGeom>
              <a:avLst/>
              <a:gdLst>
                <a:gd name="textAreaLeft" fmla="*/ 0 w 14400"/>
                <a:gd name="textAreaRight" fmla="*/ 14760 w 14400"/>
                <a:gd name="textAreaTop" fmla="*/ 0 h 14400"/>
                <a:gd name="textAreaBottom" fmla="*/ 14760 h 14400"/>
              </a:gdLst>
              <a:ahLst/>
              <a:cxnLst/>
              <a:rect l="textAreaLeft" t="textAreaTop" r="textAreaRight" b="textAreaBottom"/>
              <a:pathLst>
                <a:path w="641" h="640">
                  <a:moveTo>
                    <a:pt x="320" y="1"/>
                  </a:moveTo>
                  <a:cubicBezTo>
                    <a:pt x="138" y="1"/>
                    <a:pt x="1" y="138"/>
                    <a:pt x="1" y="320"/>
                  </a:cubicBezTo>
                  <a:cubicBezTo>
                    <a:pt x="1" y="503"/>
                    <a:pt x="138" y="640"/>
                    <a:pt x="320" y="640"/>
                  </a:cubicBezTo>
                  <a:cubicBezTo>
                    <a:pt x="503" y="640"/>
                    <a:pt x="640" y="503"/>
                    <a:pt x="640" y="320"/>
                  </a:cubicBezTo>
                  <a:cubicBezTo>
                    <a:pt x="640" y="138"/>
                    <a:pt x="503" y="1"/>
                    <a:pt x="320" y="1"/>
                  </a:cubicBezTo>
                  <a:close/>
                </a:path>
              </a:pathLst>
            </a:custGeom>
            <a:solidFill>
              <a:srgbClr val="f2bb13"/>
            </a:solidFill>
            <a:ln w="0">
              <a:noFill/>
            </a:ln>
          </p:spPr>
          <p:style>
            <a:lnRef idx="0"/>
            <a:fillRef idx="0"/>
            <a:effectRef idx="0"/>
            <a:fontRef idx="minor"/>
          </p:style>
          <p:txBody>
            <a:bodyPr tIns="7200" bIns="7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7" name="Google Shape;2444;p83"/>
            <p:cNvSpPr/>
            <p:nvPr/>
          </p:nvSpPr>
          <p:spPr>
            <a:xfrm>
              <a:off x="6551640" y="1705680"/>
              <a:ext cx="13680" cy="14400"/>
            </a:xfrm>
            <a:custGeom>
              <a:avLst/>
              <a:gdLst>
                <a:gd name="textAreaLeft" fmla="*/ 0 w 13680"/>
                <a:gd name="textAreaRight" fmla="*/ 14040 w 13680"/>
                <a:gd name="textAreaTop" fmla="*/ 0 h 14400"/>
                <a:gd name="textAreaBottom" fmla="*/ 14760 h 14400"/>
              </a:gdLst>
              <a:ahLst/>
              <a:cxnLst/>
              <a:rect l="textAreaLeft" t="textAreaTop" r="textAreaRight" b="textAreaBottom"/>
              <a:pathLst>
                <a:path w="617" h="640">
                  <a:moveTo>
                    <a:pt x="320" y="0"/>
                  </a:moveTo>
                  <a:cubicBezTo>
                    <a:pt x="138" y="0"/>
                    <a:pt x="1" y="137"/>
                    <a:pt x="1" y="320"/>
                  </a:cubicBezTo>
                  <a:cubicBezTo>
                    <a:pt x="1" y="479"/>
                    <a:pt x="138" y="639"/>
                    <a:pt x="320" y="639"/>
                  </a:cubicBezTo>
                  <a:cubicBezTo>
                    <a:pt x="480" y="639"/>
                    <a:pt x="617" y="479"/>
                    <a:pt x="617" y="320"/>
                  </a:cubicBezTo>
                  <a:cubicBezTo>
                    <a:pt x="617" y="137"/>
                    <a:pt x="480" y="0"/>
                    <a:pt x="320" y="0"/>
                  </a:cubicBezTo>
                  <a:close/>
                </a:path>
              </a:pathLst>
            </a:custGeom>
            <a:solidFill>
              <a:srgbClr val="f2bb13"/>
            </a:solidFill>
            <a:ln w="0">
              <a:noFill/>
            </a:ln>
          </p:spPr>
          <p:style>
            <a:lnRef idx="0"/>
            <a:fillRef idx="0"/>
            <a:effectRef idx="0"/>
            <a:fontRef idx="minor"/>
          </p:style>
          <p:txBody>
            <a:bodyPr tIns="7200" bIns="7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8" name="Google Shape;2445;p83"/>
            <p:cNvSpPr/>
            <p:nvPr/>
          </p:nvSpPr>
          <p:spPr>
            <a:xfrm>
              <a:off x="6559200" y="1690560"/>
              <a:ext cx="13680" cy="14400"/>
            </a:xfrm>
            <a:custGeom>
              <a:avLst/>
              <a:gdLst>
                <a:gd name="textAreaLeft" fmla="*/ 0 w 13680"/>
                <a:gd name="textAreaRight" fmla="*/ 14040 w 13680"/>
                <a:gd name="textAreaTop" fmla="*/ 0 h 14400"/>
                <a:gd name="textAreaBottom" fmla="*/ 14760 h 14400"/>
              </a:gdLst>
              <a:ahLst/>
              <a:cxnLst/>
              <a:rect l="textAreaLeft" t="textAreaTop" r="textAreaRight" b="textAreaBottom"/>
              <a:pathLst>
                <a:path w="617" h="640">
                  <a:moveTo>
                    <a:pt x="297" y="0"/>
                  </a:moveTo>
                  <a:cubicBezTo>
                    <a:pt x="137" y="0"/>
                    <a:pt x="0" y="137"/>
                    <a:pt x="0" y="320"/>
                  </a:cubicBezTo>
                  <a:cubicBezTo>
                    <a:pt x="0" y="502"/>
                    <a:pt x="137" y="639"/>
                    <a:pt x="297" y="639"/>
                  </a:cubicBezTo>
                  <a:cubicBezTo>
                    <a:pt x="480" y="639"/>
                    <a:pt x="617" y="502"/>
                    <a:pt x="617" y="320"/>
                  </a:cubicBezTo>
                  <a:cubicBezTo>
                    <a:pt x="617" y="137"/>
                    <a:pt x="480" y="0"/>
                    <a:pt x="297" y="0"/>
                  </a:cubicBezTo>
                  <a:close/>
                </a:path>
              </a:pathLst>
            </a:custGeom>
            <a:solidFill>
              <a:srgbClr val="f2bb13"/>
            </a:solidFill>
            <a:ln w="0">
              <a:noFill/>
            </a:ln>
          </p:spPr>
          <p:style>
            <a:lnRef idx="0"/>
            <a:fillRef idx="0"/>
            <a:effectRef idx="0"/>
            <a:fontRef idx="minor"/>
          </p:style>
          <p:txBody>
            <a:bodyPr tIns="7200" bIns="7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9" name="Google Shape;2446;p83"/>
            <p:cNvSpPr/>
            <p:nvPr/>
          </p:nvSpPr>
          <p:spPr>
            <a:xfrm>
              <a:off x="6561360" y="1674360"/>
              <a:ext cx="14400" cy="13680"/>
            </a:xfrm>
            <a:custGeom>
              <a:avLst/>
              <a:gdLst>
                <a:gd name="textAreaLeft" fmla="*/ 0 w 14400"/>
                <a:gd name="textAreaRight" fmla="*/ 14760 w 14400"/>
                <a:gd name="textAreaTop" fmla="*/ 0 h 13680"/>
                <a:gd name="textAreaBottom" fmla="*/ 14040 h 13680"/>
              </a:gdLst>
              <a:ahLst/>
              <a:cxnLst/>
              <a:rect l="textAreaLeft" t="textAreaTop" r="textAreaRight" b="textAreaBottom"/>
              <a:pathLst>
                <a:path w="640" h="617">
                  <a:moveTo>
                    <a:pt x="320" y="1"/>
                  </a:moveTo>
                  <a:cubicBezTo>
                    <a:pt x="160" y="1"/>
                    <a:pt x="1" y="137"/>
                    <a:pt x="1" y="320"/>
                  </a:cubicBezTo>
                  <a:cubicBezTo>
                    <a:pt x="1" y="480"/>
                    <a:pt x="160" y="617"/>
                    <a:pt x="320" y="617"/>
                  </a:cubicBezTo>
                  <a:cubicBezTo>
                    <a:pt x="503" y="617"/>
                    <a:pt x="640" y="480"/>
                    <a:pt x="640" y="320"/>
                  </a:cubicBezTo>
                  <a:cubicBezTo>
                    <a:pt x="640" y="137"/>
                    <a:pt x="503" y="1"/>
                    <a:pt x="320" y="1"/>
                  </a:cubicBezTo>
                  <a:close/>
                </a:path>
              </a:pathLst>
            </a:custGeom>
            <a:solidFill>
              <a:srgbClr val="f2bb13"/>
            </a:solidFill>
            <a:ln w="0">
              <a:noFill/>
            </a:ln>
          </p:spPr>
          <p:style>
            <a:lnRef idx="0"/>
            <a:fillRef idx="0"/>
            <a:effectRef idx="0"/>
            <a:fontRef idx="minor"/>
          </p:style>
          <p:txBody>
            <a:bodyPr tIns="6840" bIns="6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0" name="Google Shape;2447;p83"/>
            <p:cNvSpPr/>
            <p:nvPr/>
          </p:nvSpPr>
          <p:spPr>
            <a:xfrm>
              <a:off x="6562800" y="1659960"/>
              <a:ext cx="11160" cy="11160"/>
            </a:xfrm>
            <a:custGeom>
              <a:avLst/>
              <a:gdLst>
                <a:gd name="textAreaLeft" fmla="*/ 0 w 11160"/>
                <a:gd name="textAreaRight" fmla="*/ 11520 w 11160"/>
                <a:gd name="textAreaTop" fmla="*/ 0 h 11160"/>
                <a:gd name="textAreaBottom" fmla="*/ 11520 h 11160"/>
              </a:gdLst>
              <a:ahLst/>
              <a:cxnLst/>
              <a:rect l="textAreaLeft" t="textAreaTop" r="textAreaRight" b="textAreaBottom"/>
              <a:pathLst>
                <a:path w="503" h="503">
                  <a:moveTo>
                    <a:pt x="251" y="0"/>
                  </a:moveTo>
                  <a:cubicBezTo>
                    <a:pt x="114" y="0"/>
                    <a:pt x="0" y="114"/>
                    <a:pt x="0" y="251"/>
                  </a:cubicBezTo>
                  <a:cubicBezTo>
                    <a:pt x="0" y="388"/>
                    <a:pt x="114" y="502"/>
                    <a:pt x="251" y="502"/>
                  </a:cubicBezTo>
                  <a:cubicBezTo>
                    <a:pt x="388" y="502"/>
                    <a:pt x="502" y="388"/>
                    <a:pt x="502" y="251"/>
                  </a:cubicBezTo>
                  <a:cubicBezTo>
                    <a:pt x="502" y="114"/>
                    <a:pt x="388" y="0"/>
                    <a:pt x="251" y="0"/>
                  </a:cubicBezTo>
                  <a:close/>
                </a:path>
              </a:pathLst>
            </a:custGeom>
            <a:solidFill>
              <a:srgbClr val="f2bb13"/>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1" name="Google Shape;2448;p83"/>
            <p:cNvSpPr/>
            <p:nvPr/>
          </p:nvSpPr>
          <p:spPr>
            <a:xfrm>
              <a:off x="6368760" y="1359720"/>
              <a:ext cx="231120" cy="399600"/>
            </a:xfrm>
            <a:custGeom>
              <a:avLst/>
              <a:gdLst>
                <a:gd name="textAreaLeft" fmla="*/ 0 w 231120"/>
                <a:gd name="textAreaRight" fmla="*/ 231480 w 231120"/>
                <a:gd name="textAreaTop" fmla="*/ 0 h 399600"/>
                <a:gd name="textAreaBottom" fmla="*/ 399960 h 399600"/>
              </a:gdLst>
              <a:ahLst/>
              <a:cxnLst/>
              <a:rect l="textAreaLeft" t="textAreaTop" r="textAreaRight" b="textAreaBottom"/>
              <a:pathLst>
                <a:path w="10067" h="17407">
                  <a:moveTo>
                    <a:pt x="6187" y="1"/>
                  </a:moveTo>
                  <a:cubicBezTo>
                    <a:pt x="5295" y="1"/>
                    <a:pt x="4280" y="331"/>
                    <a:pt x="3173" y="1239"/>
                  </a:cubicBezTo>
                  <a:cubicBezTo>
                    <a:pt x="845" y="3179"/>
                    <a:pt x="1553" y="5667"/>
                    <a:pt x="2489" y="7333"/>
                  </a:cubicBezTo>
                  <a:cubicBezTo>
                    <a:pt x="2489" y="7584"/>
                    <a:pt x="2466" y="7835"/>
                    <a:pt x="2443" y="8086"/>
                  </a:cubicBezTo>
                  <a:cubicBezTo>
                    <a:pt x="2238" y="9387"/>
                    <a:pt x="1370" y="10437"/>
                    <a:pt x="754" y="11601"/>
                  </a:cubicBezTo>
                  <a:cubicBezTo>
                    <a:pt x="297" y="12492"/>
                    <a:pt x="1" y="13473"/>
                    <a:pt x="46" y="14477"/>
                  </a:cubicBezTo>
                  <a:cubicBezTo>
                    <a:pt x="115" y="15459"/>
                    <a:pt x="571" y="16463"/>
                    <a:pt x="1416" y="17011"/>
                  </a:cubicBezTo>
                  <a:cubicBezTo>
                    <a:pt x="1804" y="17270"/>
                    <a:pt x="2278" y="17406"/>
                    <a:pt x="2748" y="17406"/>
                  </a:cubicBezTo>
                  <a:cubicBezTo>
                    <a:pt x="3273" y="17406"/>
                    <a:pt x="3792" y="17236"/>
                    <a:pt x="4178" y="16874"/>
                  </a:cubicBezTo>
                  <a:cubicBezTo>
                    <a:pt x="4862" y="16235"/>
                    <a:pt x="4999" y="15208"/>
                    <a:pt x="5091" y="14249"/>
                  </a:cubicBezTo>
                  <a:cubicBezTo>
                    <a:pt x="5273" y="12377"/>
                    <a:pt x="5433" y="10460"/>
                    <a:pt x="5296" y="8588"/>
                  </a:cubicBezTo>
                  <a:cubicBezTo>
                    <a:pt x="5296" y="8566"/>
                    <a:pt x="5296" y="8543"/>
                    <a:pt x="5296" y="8543"/>
                  </a:cubicBezTo>
                  <a:cubicBezTo>
                    <a:pt x="8743" y="6648"/>
                    <a:pt x="10067" y="2357"/>
                    <a:pt x="10067" y="2357"/>
                  </a:cubicBezTo>
                  <a:cubicBezTo>
                    <a:pt x="10067" y="2357"/>
                    <a:pt x="8568" y="1"/>
                    <a:pt x="6187" y="1"/>
                  </a:cubicBezTo>
                  <a:close/>
                </a:path>
              </a:pathLst>
            </a:custGeom>
            <a:solidFill>
              <a:srgbClr val="a6402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2" name="Google Shape;2449;p83"/>
            <p:cNvSpPr/>
            <p:nvPr/>
          </p:nvSpPr>
          <p:spPr>
            <a:xfrm>
              <a:off x="6320520" y="2059200"/>
              <a:ext cx="138600" cy="690480"/>
            </a:xfrm>
            <a:custGeom>
              <a:avLst/>
              <a:gdLst>
                <a:gd name="textAreaLeft" fmla="*/ 0 w 138600"/>
                <a:gd name="textAreaRight" fmla="*/ 138960 w 138600"/>
                <a:gd name="textAreaTop" fmla="*/ 0 h 690480"/>
                <a:gd name="textAreaBottom" fmla="*/ 690840 h 690480"/>
              </a:gdLst>
              <a:ahLst/>
              <a:cxnLst/>
              <a:rect l="textAreaLeft" t="textAreaTop" r="textAreaRight" b="textAreaBottom"/>
              <a:pathLst>
                <a:path w="6050" h="30062">
                  <a:moveTo>
                    <a:pt x="5456" y="0"/>
                  </a:moveTo>
                  <a:cubicBezTo>
                    <a:pt x="1" y="14905"/>
                    <a:pt x="4086" y="29947"/>
                    <a:pt x="4086" y="29947"/>
                  </a:cubicBezTo>
                  <a:cubicBezTo>
                    <a:pt x="4292" y="29993"/>
                    <a:pt x="4520" y="30015"/>
                    <a:pt x="4771" y="30061"/>
                  </a:cubicBezTo>
                  <a:cubicBezTo>
                    <a:pt x="4406" y="28623"/>
                    <a:pt x="982" y="14380"/>
                    <a:pt x="6049" y="114"/>
                  </a:cubicBezTo>
                  <a:cubicBezTo>
                    <a:pt x="5684" y="46"/>
                    <a:pt x="5456" y="0"/>
                    <a:pt x="5456" y="0"/>
                  </a:cubicBezTo>
                  <a:close/>
                </a:path>
              </a:pathLst>
            </a:custGeom>
            <a:solidFill>
              <a:srgbClr val="c9a13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3" name="Google Shape;2450;p83"/>
            <p:cNvSpPr/>
            <p:nvPr/>
          </p:nvSpPr>
          <p:spPr>
            <a:xfrm>
              <a:off x="6510960" y="2140560"/>
              <a:ext cx="204840" cy="1384560"/>
            </a:xfrm>
            <a:custGeom>
              <a:avLst/>
              <a:gdLst>
                <a:gd name="textAreaLeft" fmla="*/ 0 w 204840"/>
                <a:gd name="textAreaRight" fmla="*/ 205200 w 204840"/>
                <a:gd name="textAreaTop" fmla="*/ 0 h 1384560"/>
                <a:gd name="textAreaBottom" fmla="*/ 1384920 h 1384560"/>
              </a:gdLst>
              <a:ahLst/>
              <a:cxnLst/>
              <a:rect l="textAreaLeft" t="textAreaTop" r="textAreaRight" b="textAreaBottom"/>
              <a:pathLst>
                <a:path w="8926" h="60259">
                  <a:moveTo>
                    <a:pt x="7396" y="0"/>
                  </a:moveTo>
                  <a:lnTo>
                    <a:pt x="2602" y="343"/>
                  </a:lnTo>
                  <a:lnTo>
                    <a:pt x="0" y="9998"/>
                  </a:lnTo>
                  <a:lnTo>
                    <a:pt x="2465" y="31933"/>
                  </a:lnTo>
                  <a:cubicBezTo>
                    <a:pt x="2100" y="42524"/>
                    <a:pt x="2831" y="50855"/>
                    <a:pt x="2831" y="50855"/>
                  </a:cubicBezTo>
                  <a:lnTo>
                    <a:pt x="2831" y="52544"/>
                  </a:lnTo>
                  <a:cubicBezTo>
                    <a:pt x="2831" y="52544"/>
                    <a:pt x="2785" y="53548"/>
                    <a:pt x="3242" y="55671"/>
                  </a:cubicBezTo>
                  <a:cubicBezTo>
                    <a:pt x="3310" y="56059"/>
                    <a:pt x="3378" y="56493"/>
                    <a:pt x="3424" y="56949"/>
                  </a:cubicBezTo>
                  <a:cubicBezTo>
                    <a:pt x="3721" y="58273"/>
                    <a:pt x="4474" y="60145"/>
                    <a:pt x="6277" y="60259"/>
                  </a:cubicBezTo>
                  <a:lnTo>
                    <a:pt x="7966" y="60259"/>
                  </a:lnTo>
                  <a:cubicBezTo>
                    <a:pt x="7966" y="60259"/>
                    <a:pt x="8332" y="59209"/>
                    <a:pt x="6962" y="58090"/>
                  </a:cubicBezTo>
                  <a:cubicBezTo>
                    <a:pt x="6962" y="58090"/>
                    <a:pt x="4885" y="55466"/>
                    <a:pt x="5022" y="50786"/>
                  </a:cubicBezTo>
                  <a:cubicBezTo>
                    <a:pt x="5205" y="49052"/>
                    <a:pt x="8240" y="20474"/>
                    <a:pt x="8583" y="13102"/>
                  </a:cubicBezTo>
                  <a:cubicBezTo>
                    <a:pt x="8925" y="5501"/>
                    <a:pt x="7396" y="0"/>
                    <a:pt x="7396" y="0"/>
                  </a:cubicBezTo>
                  <a:close/>
                </a:path>
              </a:pathLst>
            </a:custGeom>
            <a:solidFill>
              <a:srgbClr val="f7d5b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4" name="Google Shape;2451;p83"/>
            <p:cNvSpPr/>
            <p:nvPr/>
          </p:nvSpPr>
          <p:spPr>
            <a:xfrm>
              <a:off x="6510960" y="2140560"/>
              <a:ext cx="204840" cy="646920"/>
            </a:xfrm>
            <a:custGeom>
              <a:avLst/>
              <a:gdLst>
                <a:gd name="textAreaLeft" fmla="*/ 0 w 204840"/>
                <a:gd name="textAreaRight" fmla="*/ 205200 w 204840"/>
                <a:gd name="textAreaTop" fmla="*/ 0 h 646920"/>
                <a:gd name="textAreaBottom" fmla="*/ 647280 h 646920"/>
              </a:gdLst>
              <a:ahLst/>
              <a:cxnLst/>
              <a:rect l="textAreaLeft" t="textAreaTop" r="textAreaRight" b="textAreaBottom"/>
              <a:pathLst>
                <a:path w="8926" h="28167">
                  <a:moveTo>
                    <a:pt x="7396" y="0"/>
                  </a:moveTo>
                  <a:lnTo>
                    <a:pt x="2602" y="343"/>
                  </a:lnTo>
                  <a:lnTo>
                    <a:pt x="0" y="9998"/>
                  </a:lnTo>
                  <a:lnTo>
                    <a:pt x="2055" y="28167"/>
                  </a:lnTo>
                  <a:cubicBezTo>
                    <a:pt x="3926" y="27322"/>
                    <a:pt x="5752" y="26363"/>
                    <a:pt x="7578" y="25405"/>
                  </a:cubicBezTo>
                  <a:cubicBezTo>
                    <a:pt x="8081" y="20155"/>
                    <a:pt x="8469" y="15499"/>
                    <a:pt x="8583" y="13102"/>
                  </a:cubicBezTo>
                  <a:cubicBezTo>
                    <a:pt x="8925" y="5501"/>
                    <a:pt x="7396" y="0"/>
                    <a:pt x="7396" y="0"/>
                  </a:cubicBezTo>
                  <a:close/>
                </a:path>
              </a:pathLst>
            </a:custGeom>
            <a:solidFill>
              <a:srgbClr val="edc7b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5" name="Google Shape;2452;p83"/>
            <p:cNvSpPr/>
            <p:nvPr/>
          </p:nvSpPr>
          <p:spPr>
            <a:xfrm>
              <a:off x="6566400" y="3260160"/>
              <a:ext cx="135720" cy="264960"/>
            </a:xfrm>
            <a:custGeom>
              <a:avLst/>
              <a:gdLst>
                <a:gd name="textAreaLeft" fmla="*/ 0 w 135720"/>
                <a:gd name="textAreaRight" fmla="*/ 136080 w 135720"/>
                <a:gd name="textAreaTop" fmla="*/ 0 h 264960"/>
                <a:gd name="textAreaBottom" fmla="*/ 265320 h 264960"/>
              </a:gdLst>
              <a:ahLst/>
              <a:cxnLst/>
              <a:rect l="textAreaLeft" t="textAreaTop" r="textAreaRight" b="textAreaBottom"/>
              <a:pathLst>
                <a:path w="5913" h="11548">
                  <a:moveTo>
                    <a:pt x="872" y="1"/>
                  </a:moveTo>
                  <a:cubicBezTo>
                    <a:pt x="564" y="1"/>
                    <a:pt x="267" y="6"/>
                    <a:pt x="1" y="21"/>
                  </a:cubicBezTo>
                  <a:lnTo>
                    <a:pt x="206" y="9904"/>
                  </a:lnTo>
                  <a:lnTo>
                    <a:pt x="823" y="9904"/>
                  </a:lnTo>
                  <a:lnTo>
                    <a:pt x="708" y="6618"/>
                  </a:lnTo>
                  <a:lnTo>
                    <a:pt x="708" y="6618"/>
                  </a:lnTo>
                  <a:cubicBezTo>
                    <a:pt x="754" y="7690"/>
                    <a:pt x="1142" y="11183"/>
                    <a:pt x="3539" y="11502"/>
                  </a:cubicBezTo>
                  <a:lnTo>
                    <a:pt x="3562" y="11502"/>
                  </a:lnTo>
                  <a:cubicBezTo>
                    <a:pt x="3653" y="11525"/>
                    <a:pt x="3767" y="11548"/>
                    <a:pt x="3858" y="11548"/>
                  </a:cubicBezTo>
                  <a:lnTo>
                    <a:pt x="5547" y="11548"/>
                  </a:lnTo>
                  <a:cubicBezTo>
                    <a:pt x="5547" y="11548"/>
                    <a:pt x="5913" y="10498"/>
                    <a:pt x="4543" y="9379"/>
                  </a:cubicBezTo>
                  <a:cubicBezTo>
                    <a:pt x="4543" y="9379"/>
                    <a:pt x="3470" y="8033"/>
                    <a:pt x="2922" y="5545"/>
                  </a:cubicBezTo>
                  <a:lnTo>
                    <a:pt x="3333" y="21"/>
                  </a:lnTo>
                  <a:lnTo>
                    <a:pt x="2717" y="21"/>
                  </a:lnTo>
                  <a:cubicBezTo>
                    <a:pt x="2154" y="21"/>
                    <a:pt x="1490" y="1"/>
                    <a:pt x="872" y="1"/>
                  </a:cubicBezTo>
                  <a:close/>
                </a:path>
              </a:pathLst>
            </a:custGeom>
            <a:solidFill>
              <a:srgbClr val="34384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6" name="Google Shape;2453;p83"/>
            <p:cNvSpPr/>
            <p:nvPr/>
          </p:nvSpPr>
          <p:spPr>
            <a:xfrm>
              <a:off x="6375960" y="2145960"/>
              <a:ext cx="226440" cy="1495080"/>
            </a:xfrm>
            <a:custGeom>
              <a:avLst/>
              <a:gdLst>
                <a:gd name="textAreaLeft" fmla="*/ 0 w 226440"/>
                <a:gd name="textAreaRight" fmla="*/ 226800 w 226440"/>
                <a:gd name="textAreaTop" fmla="*/ 0 h 1495080"/>
                <a:gd name="textAreaBottom" fmla="*/ 1495440 h 1495080"/>
              </a:gdLst>
              <a:ahLst/>
              <a:cxnLst/>
              <a:rect l="textAreaLeft" t="textAreaTop" r="textAreaRight" b="textAreaBottom"/>
              <a:pathLst>
                <a:path w="9861" h="65054">
                  <a:moveTo>
                    <a:pt x="9861" y="0"/>
                  </a:moveTo>
                  <a:lnTo>
                    <a:pt x="2351" y="46"/>
                  </a:lnTo>
                  <a:cubicBezTo>
                    <a:pt x="2351" y="46"/>
                    <a:pt x="0" y="5296"/>
                    <a:pt x="776" y="15955"/>
                  </a:cubicBezTo>
                  <a:cubicBezTo>
                    <a:pt x="1530" y="26638"/>
                    <a:pt x="2990" y="31454"/>
                    <a:pt x="2990" y="31454"/>
                  </a:cubicBezTo>
                  <a:cubicBezTo>
                    <a:pt x="2990" y="31454"/>
                    <a:pt x="1233" y="40675"/>
                    <a:pt x="2762" y="53663"/>
                  </a:cubicBezTo>
                  <a:lnTo>
                    <a:pt x="2374" y="57657"/>
                  </a:lnTo>
                  <a:cubicBezTo>
                    <a:pt x="2325" y="64144"/>
                    <a:pt x="4721" y="65054"/>
                    <a:pt x="6070" y="65054"/>
                  </a:cubicBezTo>
                  <a:cubicBezTo>
                    <a:pt x="6596" y="65054"/>
                    <a:pt x="6962" y="64915"/>
                    <a:pt x="6962" y="64915"/>
                  </a:cubicBezTo>
                  <a:cubicBezTo>
                    <a:pt x="6962" y="64915"/>
                    <a:pt x="7464" y="63843"/>
                    <a:pt x="5866" y="61560"/>
                  </a:cubicBezTo>
                  <a:cubicBezTo>
                    <a:pt x="4565" y="59711"/>
                    <a:pt x="4725" y="55352"/>
                    <a:pt x="4839" y="53754"/>
                  </a:cubicBezTo>
                  <a:lnTo>
                    <a:pt x="8697" y="30290"/>
                  </a:lnTo>
                  <a:lnTo>
                    <a:pt x="8651" y="9792"/>
                  </a:lnTo>
                  <a:lnTo>
                    <a:pt x="9861" y="6848"/>
                  </a:lnTo>
                  <a:lnTo>
                    <a:pt x="9861" y="0"/>
                  </a:lnTo>
                  <a:close/>
                </a:path>
              </a:pathLst>
            </a:custGeom>
            <a:solidFill>
              <a:srgbClr val="f7d5b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7" name="Google Shape;2454;p83"/>
            <p:cNvSpPr/>
            <p:nvPr/>
          </p:nvSpPr>
          <p:spPr>
            <a:xfrm>
              <a:off x="6375960" y="2145960"/>
              <a:ext cx="226440" cy="718560"/>
            </a:xfrm>
            <a:custGeom>
              <a:avLst/>
              <a:gdLst>
                <a:gd name="textAreaLeft" fmla="*/ 0 w 226440"/>
                <a:gd name="textAreaRight" fmla="*/ 226800 w 226440"/>
                <a:gd name="textAreaTop" fmla="*/ 0 h 718560"/>
                <a:gd name="textAreaBottom" fmla="*/ 718920 h 718560"/>
              </a:gdLst>
              <a:ahLst/>
              <a:cxnLst/>
              <a:rect l="textAreaLeft" t="textAreaTop" r="textAreaRight" b="textAreaBottom"/>
              <a:pathLst>
                <a:path w="9861" h="31272">
                  <a:moveTo>
                    <a:pt x="9861" y="0"/>
                  </a:moveTo>
                  <a:lnTo>
                    <a:pt x="2351" y="46"/>
                  </a:lnTo>
                  <a:cubicBezTo>
                    <a:pt x="2351" y="46"/>
                    <a:pt x="0" y="5296"/>
                    <a:pt x="776" y="15955"/>
                  </a:cubicBezTo>
                  <a:cubicBezTo>
                    <a:pt x="1461" y="25473"/>
                    <a:pt x="2671" y="30335"/>
                    <a:pt x="2945" y="31271"/>
                  </a:cubicBezTo>
                  <a:cubicBezTo>
                    <a:pt x="4839" y="30335"/>
                    <a:pt x="6757" y="29399"/>
                    <a:pt x="8674" y="28486"/>
                  </a:cubicBezTo>
                  <a:lnTo>
                    <a:pt x="8651" y="9792"/>
                  </a:lnTo>
                  <a:lnTo>
                    <a:pt x="9861" y="6848"/>
                  </a:lnTo>
                  <a:lnTo>
                    <a:pt x="9861" y="0"/>
                  </a:lnTo>
                  <a:close/>
                </a:path>
              </a:pathLst>
            </a:custGeom>
            <a:solidFill>
              <a:srgbClr val="edc7b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8" name="Google Shape;2455;p83"/>
            <p:cNvSpPr/>
            <p:nvPr/>
          </p:nvSpPr>
          <p:spPr>
            <a:xfrm>
              <a:off x="6496560" y="2692440"/>
              <a:ext cx="80280" cy="632880"/>
            </a:xfrm>
            <a:custGeom>
              <a:avLst/>
              <a:gdLst>
                <a:gd name="textAreaLeft" fmla="*/ 0 w 80280"/>
                <a:gd name="textAreaRight" fmla="*/ 80640 w 80280"/>
                <a:gd name="textAreaTop" fmla="*/ 0 h 632880"/>
                <a:gd name="textAreaBottom" fmla="*/ 633240 h 632880"/>
              </a:gdLst>
              <a:ahLst/>
              <a:cxnLst/>
              <a:rect l="textAreaLeft" t="textAreaTop" r="textAreaRight" b="textAreaBottom"/>
              <a:pathLst>
                <a:path w="3516" h="27551">
                  <a:moveTo>
                    <a:pt x="3424" y="0"/>
                  </a:moveTo>
                  <a:cubicBezTo>
                    <a:pt x="3401" y="2169"/>
                    <a:pt x="3378" y="4337"/>
                    <a:pt x="3378" y="6506"/>
                  </a:cubicBezTo>
                  <a:lnTo>
                    <a:pt x="3378" y="6483"/>
                  </a:lnTo>
                  <a:lnTo>
                    <a:pt x="2488" y="11733"/>
                  </a:lnTo>
                  <a:lnTo>
                    <a:pt x="1621" y="17005"/>
                  </a:lnTo>
                  <a:cubicBezTo>
                    <a:pt x="1050" y="20520"/>
                    <a:pt x="525" y="24035"/>
                    <a:pt x="0" y="27550"/>
                  </a:cubicBezTo>
                  <a:cubicBezTo>
                    <a:pt x="616" y="24035"/>
                    <a:pt x="1233" y="20543"/>
                    <a:pt x="1803" y="17028"/>
                  </a:cubicBezTo>
                  <a:lnTo>
                    <a:pt x="2671" y="11778"/>
                  </a:lnTo>
                  <a:lnTo>
                    <a:pt x="3515" y="6506"/>
                  </a:lnTo>
                  <a:cubicBezTo>
                    <a:pt x="3492" y="4337"/>
                    <a:pt x="3470" y="2169"/>
                    <a:pt x="3424" y="0"/>
                  </a:cubicBezTo>
                  <a:close/>
                </a:path>
              </a:pathLst>
            </a:custGeom>
            <a:solidFill>
              <a:srgbClr val="d19d8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9" name="Google Shape;2456;p83"/>
            <p:cNvSpPr/>
            <p:nvPr/>
          </p:nvSpPr>
          <p:spPr>
            <a:xfrm>
              <a:off x="6426000" y="3323880"/>
              <a:ext cx="121320" cy="317160"/>
            </a:xfrm>
            <a:custGeom>
              <a:avLst/>
              <a:gdLst>
                <a:gd name="textAreaLeft" fmla="*/ 0 w 121320"/>
                <a:gd name="textAreaRight" fmla="*/ 121680 w 121320"/>
                <a:gd name="textAreaTop" fmla="*/ 0 h 317160"/>
                <a:gd name="textAreaBottom" fmla="*/ 317520 h 317160"/>
              </a:gdLst>
              <a:ahLst/>
              <a:cxnLst/>
              <a:rect l="textAreaLeft" t="textAreaTop" r="textAreaRight" b="textAreaBottom"/>
              <a:pathLst>
                <a:path w="5297" h="13809">
                  <a:moveTo>
                    <a:pt x="92" y="0"/>
                  </a:moveTo>
                  <a:lnTo>
                    <a:pt x="1" y="9381"/>
                  </a:lnTo>
                  <a:lnTo>
                    <a:pt x="389" y="9381"/>
                  </a:lnTo>
                  <a:cubicBezTo>
                    <a:pt x="978" y="13197"/>
                    <a:pt x="2801" y="13808"/>
                    <a:pt x="3908" y="13808"/>
                  </a:cubicBezTo>
                  <a:cubicBezTo>
                    <a:pt x="4431" y="13808"/>
                    <a:pt x="4794" y="13672"/>
                    <a:pt x="4794" y="13672"/>
                  </a:cubicBezTo>
                  <a:cubicBezTo>
                    <a:pt x="4794" y="13672"/>
                    <a:pt x="5296" y="12600"/>
                    <a:pt x="3698" y="10317"/>
                  </a:cubicBezTo>
                  <a:cubicBezTo>
                    <a:pt x="3082" y="9427"/>
                    <a:pt x="2785" y="8012"/>
                    <a:pt x="2671" y="6574"/>
                  </a:cubicBezTo>
                  <a:lnTo>
                    <a:pt x="3402" y="0"/>
                  </a:lnTo>
                  <a:close/>
                </a:path>
              </a:pathLst>
            </a:custGeom>
            <a:solidFill>
              <a:srgbClr val="34384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0" name="Google Shape;2457;p83"/>
            <p:cNvSpPr/>
            <p:nvPr/>
          </p:nvSpPr>
          <p:spPr>
            <a:xfrm>
              <a:off x="6320520" y="2059200"/>
              <a:ext cx="417960" cy="698040"/>
            </a:xfrm>
            <a:custGeom>
              <a:avLst/>
              <a:gdLst>
                <a:gd name="textAreaLeft" fmla="*/ 0 w 417960"/>
                <a:gd name="textAreaRight" fmla="*/ 418320 w 417960"/>
                <a:gd name="textAreaTop" fmla="*/ 0 h 698040"/>
                <a:gd name="textAreaBottom" fmla="*/ 698400 h 698040"/>
              </a:gdLst>
              <a:ahLst/>
              <a:cxnLst/>
              <a:rect l="textAreaLeft" t="textAreaTop" r="textAreaRight" b="textAreaBottom"/>
              <a:pathLst>
                <a:path w="18193" h="30381">
                  <a:moveTo>
                    <a:pt x="5456" y="0"/>
                  </a:moveTo>
                  <a:cubicBezTo>
                    <a:pt x="1" y="14905"/>
                    <a:pt x="4086" y="29947"/>
                    <a:pt x="4086" y="29947"/>
                  </a:cubicBezTo>
                  <a:cubicBezTo>
                    <a:pt x="4566" y="30061"/>
                    <a:pt x="5228" y="30107"/>
                    <a:pt x="5661" y="30175"/>
                  </a:cubicBezTo>
                  <a:cubicBezTo>
                    <a:pt x="5570" y="28783"/>
                    <a:pt x="5616" y="26706"/>
                    <a:pt x="5776" y="24127"/>
                  </a:cubicBezTo>
                  <a:cubicBezTo>
                    <a:pt x="5776" y="24127"/>
                    <a:pt x="6209" y="28943"/>
                    <a:pt x="6620" y="30289"/>
                  </a:cubicBezTo>
                  <a:cubicBezTo>
                    <a:pt x="7238" y="30352"/>
                    <a:pt x="7833" y="30380"/>
                    <a:pt x="8403" y="30380"/>
                  </a:cubicBezTo>
                  <a:cubicBezTo>
                    <a:pt x="13231" y="30380"/>
                    <a:pt x="16298" y="28372"/>
                    <a:pt x="16298" y="28372"/>
                  </a:cubicBezTo>
                  <a:cubicBezTo>
                    <a:pt x="18193" y="9587"/>
                    <a:pt x="15111" y="0"/>
                    <a:pt x="15111" y="0"/>
                  </a:cubicBezTo>
                  <a:cubicBezTo>
                    <a:pt x="13567" y="434"/>
                    <a:pt x="11979" y="579"/>
                    <a:pt x="10549" y="579"/>
                  </a:cubicBezTo>
                  <a:cubicBezTo>
                    <a:pt x="7688" y="579"/>
                    <a:pt x="5456" y="0"/>
                    <a:pt x="5456"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1" name="Google Shape;2458;p83"/>
            <p:cNvSpPr/>
            <p:nvPr/>
          </p:nvSpPr>
          <p:spPr>
            <a:xfrm>
              <a:off x="5501520" y="2378880"/>
              <a:ext cx="497520" cy="561600"/>
            </a:xfrm>
            <a:custGeom>
              <a:avLst/>
              <a:gdLst>
                <a:gd name="textAreaLeft" fmla="*/ 0 w 497520"/>
                <a:gd name="textAreaRight" fmla="*/ 497880 w 497520"/>
                <a:gd name="textAreaTop" fmla="*/ 0 h 561600"/>
                <a:gd name="textAreaBottom" fmla="*/ 561960 h 561600"/>
              </a:gdLst>
              <a:ahLst/>
              <a:cxnLst/>
              <a:rect l="textAreaLeft" t="textAreaTop" r="textAreaRight" b="textAreaBottom"/>
              <a:pathLst>
                <a:path w="21662" h="24447">
                  <a:moveTo>
                    <a:pt x="16321" y="1"/>
                  </a:moveTo>
                  <a:lnTo>
                    <a:pt x="0" y="7647"/>
                  </a:lnTo>
                  <a:lnTo>
                    <a:pt x="4360" y="24447"/>
                  </a:lnTo>
                  <a:lnTo>
                    <a:pt x="21662" y="14449"/>
                  </a:lnTo>
                  <a:lnTo>
                    <a:pt x="16321" y="1"/>
                  </a:lnTo>
                  <a:close/>
                </a:path>
              </a:pathLst>
            </a:custGeom>
            <a:solidFill>
              <a:srgbClr val="f2a28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2" name="Google Shape;2459;p83"/>
            <p:cNvSpPr/>
            <p:nvPr/>
          </p:nvSpPr>
          <p:spPr>
            <a:xfrm>
              <a:off x="6037200" y="2910240"/>
              <a:ext cx="75600" cy="148680"/>
            </a:xfrm>
            <a:custGeom>
              <a:avLst/>
              <a:gdLst>
                <a:gd name="textAreaLeft" fmla="*/ 0 w 75600"/>
                <a:gd name="textAreaRight" fmla="*/ 75960 w 75600"/>
                <a:gd name="textAreaTop" fmla="*/ 0 h 148680"/>
                <a:gd name="textAreaBottom" fmla="*/ 149040 h 148680"/>
              </a:gdLst>
              <a:ahLst/>
              <a:cxnLst/>
              <a:rect l="textAreaLeft" t="textAreaTop" r="textAreaRight" b="textAreaBottom"/>
              <a:pathLst>
                <a:path w="3310" h="6477">
                  <a:moveTo>
                    <a:pt x="1379" y="0"/>
                  </a:moveTo>
                  <a:cubicBezTo>
                    <a:pt x="1279" y="0"/>
                    <a:pt x="1163" y="14"/>
                    <a:pt x="1027" y="42"/>
                  </a:cubicBezTo>
                  <a:cubicBezTo>
                    <a:pt x="639" y="157"/>
                    <a:pt x="206" y="408"/>
                    <a:pt x="114" y="773"/>
                  </a:cubicBezTo>
                  <a:cubicBezTo>
                    <a:pt x="0" y="1184"/>
                    <a:pt x="525" y="1891"/>
                    <a:pt x="662" y="2279"/>
                  </a:cubicBezTo>
                  <a:cubicBezTo>
                    <a:pt x="890" y="2896"/>
                    <a:pt x="1050" y="3535"/>
                    <a:pt x="1164" y="4197"/>
                  </a:cubicBezTo>
                  <a:cubicBezTo>
                    <a:pt x="1210" y="4608"/>
                    <a:pt x="1255" y="5018"/>
                    <a:pt x="1096" y="5406"/>
                  </a:cubicBezTo>
                  <a:cubicBezTo>
                    <a:pt x="959" y="5749"/>
                    <a:pt x="662" y="6114"/>
                    <a:pt x="845" y="6434"/>
                  </a:cubicBezTo>
                  <a:cubicBezTo>
                    <a:pt x="926" y="6463"/>
                    <a:pt x="1008" y="6477"/>
                    <a:pt x="1090" y="6477"/>
                  </a:cubicBezTo>
                  <a:cubicBezTo>
                    <a:pt x="1512" y="6477"/>
                    <a:pt x="1924" y="6120"/>
                    <a:pt x="2191" y="5794"/>
                  </a:cubicBezTo>
                  <a:cubicBezTo>
                    <a:pt x="2808" y="5041"/>
                    <a:pt x="3310" y="4174"/>
                    <a:pt x="3287" y="3284"/>
                  </a:cubicBezTo>
                  <a:cubicBezTo>
                    <a:pt x="3264" y="2416"/>
                    <a:pt x="2785" y="1640"/>
                    <a:pt x="2328" y="910"/>
                  </a:cubicBezTo>
                  <a:cubicBezTo>
                    <a:pt x="2001" y="390"/>
                    <a:pt x="1917" y="0"/>
                    <a:pt x="1379" y="0"/>
                  </a:cubicBezTo>
                  <a:close/>
                </a:path>
              </a:pathLst>
            </a:custGeom>
            <a:solidFill>
              <a:srgbClr val="754b46"/>
            </a:solidFill>
            <a:ln w="0">
              <a:noFill/>
            </a:ln>
          </p:spPr>
          <p:style>
            <a:lnRef idx="0"/>
            <a:fillRef idx="0"/>
            <a:effectRef idx="0"/>
            <a:fontRef idx="minor"/>
          </p:style>
          <p:txBody>
            <a:bodyPr tIns="74520" bIns="74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3" name="Google Shape;2460;p83"/>
            <p:cNvSpPr/>
            <p:nvPr/>
          </p:nvSpPr>
          <p:spPr>
            <a:xfrm>
              <a:off x="5874480" y="2468520"/>
              <a:ext cx="216360" cy="477720"/>
            </a:xfrm>
            <a:custGeom>
              <a:avLst/>
              <a:gdLst>
                <a:gd name="textAreaLeft" fmla="*/ 0 w 216360"/>
                <a:gd name="textAreaRight" fmla="*/ 216720 w 216360"/>
                <a:gd name="textAreaTop" fmla="*/ 0 h 477720"/>
                <a:gd name="textAreaBottom" fmla="*/ 478080 h 477720"/>
              </a:gdLst>
              <a:ahLst/>
              <a:cxnLst/>
              <a:rect l="textAreaLeft" t="textAreaTop" r="textAreaRight" b="textAreaBottom"/>
              <a:pathLst>
                <a:path w="9421" h="20796">
                  <a:moveTo>
                    <a:pt x="2454" y="1"/>
                  </a:moveTo>
                  <a:cubicBezTo>
                    <a:pt x="2427" y="1"/>
                    <a:pt x="2401" y="3"/>
                    <a:pt x="2374" y="8"/>
                  </a:cubicBezTo>
                  <a:cubicBezTo>
                    <a:pt x="0" y="396"/>
                    <a:pt x="3424" y="12311"/>
                    <a:pt x="3424" y="12311"/>
                  </a:cubicBezTo>
                  <a:lnTo>
                    <a:pt x="7327" y="20619"/>
                  </a:lnTo>
                  <a:cubicBezTo>
                    <a:pt x="7784" y="20746"/>
                    <a:pt x="8138" y="20795"/>
                    <a:pt x="8411" y="20795"/>
                  </a:cubicBezTo>
                  <a:cubicBezTo>
                    <a:pt x="9421" y="20795"/>
                    <a:pt x="9336" y="20117"/>
                    <a:pt x="9336" y="20117"/>
                  </a:cubicBezTo>
                  <a:lnTo>
                    <a:pt x="6391" y="11809"/>
                  </a:lnTo>
                  <a:cubicBezTo>
                    <a:pt x="6391" y="11809"/>
                    <a:pt x="4349" y="1"/>
                    <a:pt x="2454" y="1"/>
                  </a:cubicBezTo>
                  <a:close/>
                </a:path>
              </a:pathLst>
            </a:custGeom>
            <a:solidFill>
              <a:srgbClr val="754b4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4" name="Google Shape;2461;p83"/>
            <p:cNvSpPr/>
            <p:nvPr/>
          </p:nvSpPr>
          <p:spPr>
            <a:xfrm>
              <a:off x="5893920" y="2468520"/>
              <a:ext cx="111240" cy="200880"/>
            </a:xfrm>
            <a:custGeom>
              <a:avLst/>
              <a:gdLst>
                <a:gd name="textAreaLeft" fmla="*/ 0 w 111240"/>
                <a:gd name="textAreaRight" fmla="*/ 111600 w 111240"/>
                <a:gd name="textAreaTop" fmla="*/ 0 h 200880"/>
                <a:gd name="textAreaBottom" fmla="*/ 201240 h 200880"/>
              </a:gdLst>
              <a:ahLst/>
              <a:cxnLst/>
              <a:rect l="textAreaLeft" t="textAreaTop" r="textAreaRight" b="textAreaBottom"/>
              <a:pathLst>
                <a:path w="4863" h="8751">
                  <a:moveTo>
                    <a:pt x="1612" y="1"/>
                  </a:moveTo>
                  <a:cubicBezTo>
                    <a:pt x="1584" y="1"/>
                    <a:pt x="1557" y="3"/>
                    <a:pt x="1530" y="8"/>
                  </a:cubicBezTo>
                  <a:cubicBezTo>
                    <a:pt x="1" y="259"/>
                    <a:pt x="868" y="5212"/>
                    <a:pt x="1667" y="8750"/>
                  </a:cubicBezTo>
                  <a:cubicBezTo>
                    <a:pt x="1872" y="8704"/>
                    <a:pt x="2101" y="8636"/>
                    <a:pt x="2306" y="8567"/>
                  </a:cubicBezTo>
                  <a:cubicBezTo>
                    <a:pt x="3174" y="8294"/>
                    <a:pt x="4109" y="7860"/>
                    <a:pt x="4863" y="7426"/>
                  </a:cubicBezTo>
                  <a:cubicBezTo>
                    <a:pt x="4083" y="4061"/>
                    <a:pt x="2737" y="1"/>
                    <a:pt x="1612" y="1"/>
                  </a:cubicBezTo>
                  <a:close/>
                </a:path>
              </a:pathLst>
            </a:custGeom>
            <a:solidFill>
              <a:srgbClr val="f4ebc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5" name="Google Shape;2462;p83"/>
            <p:cNvSpPr/>
            <p:nvPr/>
          </p:nvSpPr>
          <p:spPr>
            <a:xfrm>
              <a:off x="5605920" y="2433960"/>
              <a:ext cx="370080" cy="525600"/>
            </a:xfrm>
            <a:custGeom>
              <a:avLst/>
              <a:gdLst>
                <a:gd name="textAreaLeft" fmla="*/ 0 w 370080"/>
                <a:gd name="textAreaRight" fmla="*/ 370440 w 370080"/>
                <a:gd name="textAreaTop" fmla="*/ 0 h 525600"/>
                <a:gd name="textAreaBottom" fmla="*/ 525960 h 525600"/>
              </a:gdLst>
              <a:ahLst/>
              <a:cxnLst/>
              <a:rect l="textAreaLeft" t="textAreaTop" r="textAreaRight" b="textAreaBottom"/>
              <a:pathLst>
                <a:path w="16116" h="22881">
                  <a:moveTo>
                    <a:pt x="10637" y="1"/>
                  </a:moveTo>
                  <a:lnTo>
                    <a:pt x="5228" y="389"/>
                  </a:lnTo>
                  <a:lnTo>
                    <a:pt x="1758" y="2899"/>
                  </a:lnTo>
                  <a:cubicBezTo>
                    <a:pt x="1758" y="2899"/>
                    <a:pt x="1" y="7693"/>
                    <a:pt x="1393" y="10272"/>
                  </a:cubicBezTo>
                  <a:cubicBezTo>
                    <a:pt x="2785" y="12851"/>
                    <a:pt x="2785" y="17393"/>
                    <a:pt x="2694" y="21274"/>
                  </a:cubicBezTo>
                  <a:cubicBezTo>
                    <a:pt x="2694" y="21274"/>
                    <a:pt x="6185" y="22881"/>
                    <a:pt x="9873" y="22881"/>
                  </a:cubicBezTo>
                  <a:cubicBezTo>
                    <a:pt x="11797" y="22881"/>
                    <a:pt x="13775" y="22444"/>
                    <a:pt x="15339" y="21114"/>
                  </a:cubicBezTo>
                  <a:cubicBezTo>
                    <a:pt x="15339" y="21114"/>
                    <a:pt x="16115" y="3904"/>
                    <a:pt x="14723" y="2009"/>
                  </a:cubicBezTo>
                  <a:cubicBezTo>
                    <a:pt x="13331" y="115"/>
                    <a:pt x="10637" y="1"/>
                    <a:pt x="10637" y="1"/>
                  </a:cubicBezTo>
                  <a:close/>
                </a:path>
              </a:pathLst>
            </a:custGeom>
            <a:solidFill>
              <a:srgbClr val="f4ebc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6" name="Google Shape;2463;p83"/>
            <p:cNvSpPr/>
            <p:nvPr/>
          </p:nvSpPr>
          <p:spPr>
            <a:xfrm>
              <a:off x="5944320" y="2480040"/>
              <a:ext cx="20160" cy="394200"/>
            </a:xfrm>
            <a:custGeom>
              <a:avLst/>
              <a:gdLst>
                <a:gd name="textAreaLeft" fmla="*/ 0 w 20160"/>
                <a:gd name="textAreaRight" fmla="*/ 20520 w 20160"/>
                <a:gd name="textAreaTop" fmla="*/ 0 h 394200"/>
                <a:gd name="textAreaBottom" fmla="*/ 394560 h 394200"/>
              </a:gdLst>
              <a:ahLst/>
              <a:cxnLst/>
              <a:rect l="textAreaLeft" t="textAreaTop" r="textAreaRight" b="textAreaBottom"/>
              <a:pathLst>
                <a:path w="891" h="17165">
                  <a:moveTo>
                    <a:pt x="0" y="0"/>
                  </a:moveTo>
                  <a:cubicBezTo>
                    <a:pt x="205" y="320"/>
                    <a:pt x="274" y="662"/>
                    <a:pt x="342" y="1004"/>
                  </a:cubicBezTo>
                  <a:cubicBezTo>
                    <a:pt x="411" y="1370"/>
                    <a:pt x="479" y="1712"/>
                    <a:pt x="502" y="2077"/>
                  </a:cubicBezTo>
                  <a:cubicBezTo>
                    <a:pt x="593" y="2785"/>
                    <a:pt x="639" y="3515"/>
                    <a:pt x="685" y="4223"/>
                  </a:cubicBezTo>
                  <a:cubicBezTo>
                    <a:pt x="753" y="5661"/>
                    <a:pt x="776" y="7099"/>
                    <a:pt x="799" y="8537"/>
                  </a:cubicBezTo>
                  <a:cubicBezTo>
                    <a:pt x="822" y="11413"/>
                    <a:pt x="753" y="14289"/>
                    <a:pt x="708" y="17165"/>
                  </a:cubicBezTo>
                  <a:cubicBezTo>
                    <a:pt x="822" y="14289"/>
                    <a:pt x="890" y="11413"/>
                    <a:pt x="867" y="8537"/>
                  </a:cubicBezTo>
                  <a:cubicBezTo>
                    <a:pt x="867" y="7099"/>
                    <a:pt x="822" y="5661"/>
                    <a:pt x="753" y="4223"/>
                  </a:cubicBezTo>
                  <a:cubicBezTo>
                    <a:pt x="708" y="3515"/>
                    <a:pt x="639" y="2785"/>
                    <a:pt x="548" y="2077"/>
                  </a:cubicBezTo>
                  <a:cubicBezTo>
                    <a:pt x="502" y="1712"/>
                    <a:pt x="457" y="1370"/>
                    <a:pt x="365" y="1004"/>
                  </a:cubicBezTo>
                  <a:cubicBezTo>
                    <a:pt x="297" y="662"/>
                    <a:pt x="205" y="297"/>
                    <a:pt x="0" y="0"/>
                  </a:cubicBezTo>
                  <a:close/>
                </a:path>
              </a:pathLst>
            </a:custGeom>
            <a:solidFill>
              <a:srgbClr val="dbd0a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7" name="Google Shape;2464;p83"/>
            <p:cNvSpPr/>
            <p:nvPr/>
          </p:nvSpPr>
          <p:spPr>
            <a:xfrm>
              <a:off x="5700240" y="2185560"/>
              <a:ext cx="46800" cy="122760"/>
            </a:xfrm>
            <a:custGeom>
              <a:avLst/>
              <a:gdLst>
                <a:gd name="textAreaLeft" fmla="*/ 0 w 46800"/>
                <a:gd name="textAreaRight" fmla="*/ 47160 w 46800"/>
                <a:gd name="textAreaTop" fmla="*/ 0 h 122760"/>
                <a:gd name="textAreaBottom" fmla="*/ 123120 h 122760"/>
              </a:gdLst>
              <a:ahLst/>
              <a:cxnLst/>
              <a:rect l="textAreaLeft" t="textAreaTop" r="textAreaRight" b="textAreaBottom"/>
              <a:pathLst>
                <a:path w="2055" h="5357">
                  <a:moveTo>
                    <a:pt x="1184" y="1"/>
                  </a:moveTo>
                  <a:cubicBezTo>
                    <a:pt x="835" y="1"/>
                    <a:pt x="537" y="336"/>
                    <a:pt x="411" y="671"/>
                  </a:cubicBezTo>
                  <a:cubicBezTo>
                    <a:pt x="0" y="1630"/>
                    <a:pt x="160" y="2908"/>
                    <a:pt x="320" y="3889"/>
                  </a:cubicBezTo>
                  <a:cubicBezTo>
                    <a:pt x="390" y="4260"/>
                    <a:pt x="967" y="5356"/>
                    <a:pt x="1425" y="5356"/>
                  </a:cubicBezTo>
                  <a:cubicBezTo>
                    <a:pt x="1559" y="5356"/>
                    <a:pt x="1683" y="5263"/>
                    <a:pt x="1781" y="5031"/>
                  </a:cubicBezTo>
                  <a:cubicBezTo>
                    <a:pt x="1849" y="4848"/>
                    <a:pt x="1849" y="4643"/>
                    <a:pt x="1849" y="4437"/>
                  </a:cubicBezTo>
                  <a:cubicBezTo>
                    <a:pt x="1849" y="3296"/>
                    <a:pt x="2055" y="2155"/>
                    <a:pt x="1918" y="1013"/>
                  </a:cubicBezTo>
                  <a:cubicBezTo>
                    <a:pt x="1872" y="580"/>
                    <a:pt x="1689" y="78"/>
                    <a:pt x="1278" y="9"/>
                  </a:cubicBezTo>
                  <a:cubicBezTo>
                    <a:pt x="1247" y="4"/>
                    <a:pt x="1215" y="1"/>
                    <a:pt x="1184" y="1"/>
                  </a:cubicBezTo>
                  <a:close/>
                </a:path>
              </a:pathLst>
            </a:custGeom>
            <a:solidFill>
              <a:srgbClr val="5e4343"/>
            </a:solidFill>
            <a:ln w="0">
              <a:noFill/>
            </a:ln>
          </p:spPr>
          <p:style>
            <a:lnRef idx="0"/>
            <a:fillRef idx="0"/>
            <a:effectRef idx="0"/>
            <a:fontRef idx="minor"/>
          </p:style>
          <p:txBody>
            <a:bodyPr tIns="61560" bIns="61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8" name="Google Shape;2465;p83"/>
            <p:cNvSpPr/>
            <p:nvPr/>
          </p:nvSpPr>
          <p:spPr>
            <a:xfrm>
              <a:off x="5726160" y="2331000"/>
              <a:ext cx="116640" cy="150840"/>
            </a:xfrm>
            <a:custGeom>
              <a:avLst/>
              <a:gdLst>
                <a:gd name="textAreaLeft" fmla="*/ 0 w 116640"/>
                <a:gd name="textAreaRight" fmla="*/ 117000 w 116640"/>
                <a:gd name="textAreaTop" fmla="*/ 0 h 150840"/>
                <a:gd name="textAreaBottom" fmla="*/ 151200 h 150840"/>
              </a:gdLst>
              <a:ahLst/>
              <a:cxnLst/>
              <a:rect l="textAreaLeft" t="textAreaTop" r="textAreaRight" b="textAreaBottom"/>
              <a:pathLst>
                <a:path w="5091" h="6585">
                  <a:moveTo>
                    <a:pt x="1" y="1"/>
                  </a:moveTo>
                  <a:lnTo>
                    <a:pt x="1" y="4863"/>
                  </a:lnTo>
                  <a:cubicBezTo>
                    <a:pt x="1" y="4863"/>
                    <a:pt x="652" y="6584"/>
                    <a:pt x="2557" y="6584"/>
                  </a:cubicBezTo>
                  <a:cubicBezTo>
                    <a:pt x="2639" y="6584"/>
                    <a:pt x="2722" y="6581"/>
                    <a:pt x="2808" y="6574"/>
                  </a:cubicBezTo>
                  <a:cubicBezTo>
                    <a:pt x="4908" y="6392"/>
                    <a:pt x="5091" y="5228"/>
                    <a:pt x="5091" y="5228"/>
                  </a:cubicBezTo>
                  <a:lnTo>
                    <a:pt x="5091" y="2557"/>
                  </a:lnTo>
                  <a:lnTo>
                    <a:pt x="1" y="1"/>
                  </a:lnTo>
                  <a:close/>
                </a:path>
              </a:pathLst>
            </a:custGeom>
            <a:solidFill>
              <a:srgbClr val="6b4a4a"/>
            </a:solidFill>
            <a:ln w="0">
              <a:noFill/>
            </a:ln>
          </p:spPr>
          <p:style>
            <a:lnRef idx="0"/>
            <a:fillRef idx="0"/>
            <a:effectRef idx="0"/>
            <a:fontRef idx="minor"/>
          </p:style>
          <p:txBody>
            <a:bodyPr tIns="75600" bIns="75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9" name="Google Shape;2466;p83"/>
            <p:cNvSpPr/>
            <p:nvPr/>
          </p:nvSpPr>
          <p:spPr>
            <a:xfrm>
              <a:off x="5726160" y="2331000"/>
              <a:ext cx="116640" cy="109800"/>
            </a:xfrm>
            <a:custGeom>
              <a:avLst/>
              <a:gdLst>
                <a:gd name="textAreaLeft" fmla="*/ 0 w 116640"/>
                <a:gd name="textAreaRight" fmla="*/ 117000 w 116640"/>
                <a:gd name="textAreaTop" fmla="*/ 0 h 109800"/>
                <a:gd name="textAreaBottom" fmla="*/ 110160 h 109800"/>
              </a:gdLst>
              <a:ahLst/>
              <a:cxnLst/>
              <a:rect l="textAreaLeft" t="textAreaTop" r="textAreaRight" b="textAreaBottom"/>
              <a:pathLst>
                <a:path w="5091" h="4795">
                  <a:moveTo>
                    <a:pt x="1" y="1"/>
                  </a:moveTo>
                  <a:lnTo>
                    <a:pt x="1" y="3082"/>
                  </a:lnTo>
                  <a:cubicBezTo>
                    <a:pt x="1644" y="3904"/>
                    <a:pt x="3333" y="4338"/>
                    <a:pt x="5091" y="4794"/>
                  </a:cubicBezTo>
                  <a:lnTo>
                    <a:pt x="5091" y="2557"/>
                  </a:lnTo>
                  <a:lnTo>
                    <a:pt x="1" y="1"/>
                  </a:lnTo>
                  <a:close/>
                </a:path>
              </a:pathLst>
            </a:custGeom>
            <a:solidFill>
              <a:srgbClr val="5e4343"/>
            </a:solidFill>
            <a:ln w="0">
              <a:noFill/>
            </a:ln>
          </p:spPr>
          <p:style>
            <a:lnRef idx="0"/>
            <a:fillRef idx="0"/>
            <a:effectRef idx="0"/>
            <a:fontRef idx="minor"/>
          </p:style>
          <p:txBody>
            <a:bodyPr tIns="55080" bIns="55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0" name="Google Shape;2467;p83"/>
            <p:cNvSpPr/>
            <p:nvPr/>
          </p:nvSpPr>
          <p:spPr>
            <a:xfrm>
              <a:off x="5679360" y="2208240"/>
              <a:ext cx="210960" cy="207000"/>
            </a:xfrm>
            <a:custGeom>
              <a:avLst/>
              <a:gdLst>
                <a:gd name="textAreaLeft" fmla="*/ 0 w 210960"/>
                <a:gd name="textAreaRight" fmla="*/ 211320 w 210960"/>
                <a:gd name="textAreaTop" fmla="*/ 0 h 207000"/>
                <a:gd name="textAreaBottom" fmla="*/ 207360 h 207000"/>
              </a:gdLst>
              <a:ahLst/>
              <a:cxnLst/>
              <a:rect l="textAreaLeft" t="textAreaTop" r="textAreaRight" b="textAreaBottom"/>
              <a:pathLst>
                <a:path w="9199" h="9022">
                  <a:moveTo>
                    <a:pt x="2534" y="1"/>
                  </a:moveTo>
                  <a:lnTo>
                    <a:pt x="2397" y="3904"/>
                  </a:lnTo>
                  <a:cubicBezTo>
                    <a:pt x="2397" y="3904"/>
                    <a:pt x="1620" y="2987"/>
                    <a:pt x="1130" y="2987"/>
                  </a:cubicBezTo>
                  <a:cubicBezTo>
                    <a:pt x="1026" y="2987"/>
                    <a:pt x="935" y="3028"/>
                    <a:pt x="868" y="3128"/>
                  </a:cubicBezTo>
                  <a:cubicBezTo>
                    <a:pt x="0" y="4360"/>
                    <a:pt x="2032" y="5342"/>
                    <a:pt x="2032" y="5342"/>
                  </a:cubicBezTo>
                  <a:cubicBezTo>
                    <a:pt x="2032" y="5342"/>
                    <a:pt x="3241" y="8263"/>
                    <a:pt x="4953" y="8880"/>
                  </a:cubicBezTo>
                  <a:cubicBezTo>
                    <a:pt x="5238" y="8980"/>
                    <a:pt x="5524" y="9022"/>
                    <a:pt x="5802" y="9022"/>
                  </a:cubicBezTo>
                  <a:cubicBezTo>
                    <a:pt x="7172" y="9022"/>
                    <a:pt x="8354" y="8012"/>
                    <a:pt x="8354" y="8012"/>
                  </a:cubicBezTo>
                  <a:cubicBezTo>
                    <a:pt x="9199" y="6574"/>
                    <a:pt x="8948" y="1"/>
                    <a:pt x="8948" y="1"/>
                  </a:cubicBezTo>
                  <a:close/>
                </a:path>
              </a:pathLst>
            </a:custGeom>
            <a:solidFill>
              <a:srgbClr val="6b4a4a"/>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1" name="Google Shape;2468;p83"/>
            <p:cNvSpPr/>
            <p:nvPr/>
          </p:nvSpPr>
          <p:spPr>
            <a:xfrm>
              <a:off x="5712480" y="2156760"/>
              <a:ext cx="172800" cy="86040"/>
            </a:xfrm>
            <a:custGeom>
              <a:avLst/>
              <a:gdLst>
                <a:gd name="textAreaLeft" fmla="*/ 0 w 172800"/>
                <a:gd name="textAreaRight" fmla="*/ 173160 w 172800"/>
                <a:gd name="textAreaTop" fmla="*/ 0 h 86040"/>
                <a:gd name="textAreaBottom" fmla="*/ 86400 h 86040"/>
              </a:gdLst>
              <a:ahLst/>
              <a:cxnLst/>
              <a:rect l="textAreaLeft" t="textAreaTop" r="textAreaRight" b="textAreaBottom"/>
              <a:pathLst>
                <a:path w="7533" h="3755">
                  <a:moveTo>
                    <a:pt x="3928" y="1"/>
                  </a:moveTo>
                  <a:cubicBezTo>
                    <a:pt x="2861" y="1"/>
                    <a:pt x="1553" y="370"/>
                    <a:pt x="0" y="1402"/>
                  </a:cubicBezTo>
                  <a:cubicBezTo>
                    <a:pt x="0" y="1402"/>
                    <a:pt x="1532" y="3755"/>
                    <a:pt x="4069" y="3755"/>
                  </a:cubicBezTo>
                  <a:cubicBezTo>
                    <a:pt x="4105" y="3755"/>
                    <a:pt x="4141" y="3754"/>
                    <a:pt x="4177" y="3753"/>
                  </a:cubicBezTo>
                  <a:cubicBezTo>
                    <a:pt x="6757" y="3662"/>
                    <a:pt x="7533" y="2817"/>
                    <a:pt x="7510" y="2247"/>
                  </a:cubicBezTo>
                  <a:cubicBezTo>
                    <a:pt x="7510" y="1867"/>
                    <a:pt x="6328" y="1"/>
                    <a:pt x="3928" y="1"/>
                  </a:cubicBezTo>
                  <a:close/>
                </a:path>
              </a:pathLst>
            </a:custGeom>
            <a:solidFill>
              <a:srgbClr val="383a3a"/>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2" name="Google Shape;2469;p83"/>
            <p:cNvSpPr/>
            <p:nvPr/>
          </p:nvSpPr>
          <p:spPr>
            <a:xfrm>
              <a:off x="5983560" y="3983040"/>
              <a:ext cx="63720" cy="596160"/>
            </a:xfrm>
            <a:custGeom>
              <a:avLst/>
              <a:gdLst>
                <a:gd name="textAreaLeft" fmla="*/ 0 w 63720"/>
                <a:gd name="textAreaRight" fmla="*/ 64080 w 63720"/>
                <a:gd name="textAreaTop" fmla="*/ 0 h 596160"/>
                <a:gd name="textAreaBottom" fmla="*/ 596520 h 596160"/>
              </a:gdLst>
              <a:ahLst/>
              <a:cxnLst/>
              <a:rect l="textAreaLeft" t="textAreaTop" r="textAreaRight" b="textAreaBottom"/>
              <a:pathLst>
                <a:path w="2786" h="25953">
                  <a:moveTo>
                    <a:pt x="1" y="1"/>
                  </a:moveTo>
                  <a:lnTo>
                    <a:pt x="1" y="25268"/>
                  </a:lnTo>
                  <a:lnTo>
                    <a:pt x="1462" y="25953"/>
                  </a:lnTo>
                  <a:lnTo>
                    <a:pt x="2786" y="25085"/>
                  </a:lnTo>
                  <a:lnTo>
                    <a:pt x="2740" y="92"/>
                  </a:lnTo>
                  <a:lnTo>
                    <a:pt x="1462" y="822"/>
                  </a:lnTo>
                  <a:lnTo>
                    <a:pt x="1" y="1"/>
                  </a:ln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3" name="Google Shape;2470;p83"/>
            <p:cNvSpPr/>
            <p:nvPr/>
          </p:nvSpPr>
          <p:spPr>
            <a:xfrm>
              <a:off x="6014520" y="4063320"/>
              <a:ext cx="1800" cy="494280"/>
            </a:xfrm>
            <a:custGeom>
              <a:avLst/>
              <a:gdLst>
                <a:gd name="textAreaLeft" fmla="*/ 0 w 1800"/>
                <a:gd name="textAreaRight" fmla="*/ 2160 w 1800"/>
                <a:gd name="textAreaTop" fmla="*/ 0 h 494280"/>
                <a:gd name="textAreaBottom" fmla="*/ 494640 h 494280"/>
              </a:gdLst>
              <a:ahLst/>
              <a:cxnLst/>
              <a:rect l="textAreaLeft" t="textAreaTop" r="textAreaRight" b="textAreaBottom"/>
              <a:pathLst>
                <a:path w="92" h="21525">
                  <a:moveTo>
                    <a:pt x="46" y="1"/>
                  </a:moveTo>
                  <a:cubicBezTo>
                    <a:pt x="1" y="3584"/>
                    <a:pt x="23" y="7168"/>
                    <a:pt x="1" y="10751"/>
                  </a:cubicBezTo>
                  <a:cubicBezTo>
                    <a:pt x="23" y="14358"/>
                    <a:pt x="1" y="17941"/>
                    <a:pt x="46" y="21525"/>
                  </a:cubicBezTo>
                  <a:cubicBezTo>
                    <a:pt x="92" y="17941"/>
                    <a:pt x="69" y="14358"/>
                    <a:pt x="92" y="10751"/>
                  </a:cubicBezTo>
                  <a:cubicBezTo>
                    <a:pt x="69" y="7168"/>
                    <a:pt x="92" y="3584"/>
                    <a:pt x="46"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4" name="Google Shape;2471;p83"/>
            <p:cNvSpPr/>
            <p:nvPr/>
          </p:nvSpPr>
          <p:spPr>
            <a:xfrm>
              <a:off x="4892400" y="3350880"/>
              <a:ext cx="37800" cy="603000"/>
            </a:xfrm>
            <a:custGeom>
              <a:avLst/>
              <a:gdLst>
                <a:gd name="textAreaLeft" fmla="*/ 0 w 37800"/>
                <a:gd name="textAreaRight" fmla="*/ 38160 w 37800"/>
                <a:gd name="textAreaTop" fmla="*/ 0 h 603000"/>
                <a:gd name="textAreaBottom" fmla="*/ 603360 h 603000"/>
              </a:gdLst>
              <a:ahLst/>
              <a:cxnLst/>
              <a:rect l="textAreaLeft" t="textAreaTop" r="textAreaRight" b="textAreaBottom"/>
              <a:pathLst>
                <a:path w="1667" h="26250">
                  <a:moveTo>
                    <a:pt x="0" y="0"/>
                  </a:moveTo>
                  <a:lnTo>
                    <a:pt x="0" y="25199"/>
                  </a:lnTo>
                  <a:lnTo>
                    <a:pt x="1667" y="26249"/>
                  </a:lnTo>
                  <a:lnTo>
                    <a:pt x="1667" y="1164"/>
                  </a:lnTo>
                  <a:lnTo>
                    <a:pt x="0" y="0"/>
                  </a:ln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5" name="Google Shape;2472;p83"/>
            <p:cNvSpPr/>
            <p:nvPr/>
          </p:nvSpPr>
          <p:spPr>
            <a:xfrm>
              <a:off x="7976160" y="2845080"/>
              <a:ext cx="38880" cy="601560"/>
            </a:xfrm>
            <a:custGeom>
              <a:avLst/>
              <a:gdLst>
                <a:gd name="textAreaLeft" fmla="*/ 0 w 38880"/>
                <a:gd name="textAreaRight" fmla="*/ 39240 w 38880"/>
                <a:gd name="textAreaTop" fmla="*/ 0 h 601560"/>
                <a:gd name="textAreaBottom" fmla="*/ 601920 h 601560"/>
              </a:gdLst>
              <a:ahLst/>
              <a:cxnLst/>
              <a:rect l="textAreaLeft" t="textAreaTop" r="textAreaRight" b="textAreaBottom"/>
              <a:pathLst>
                <a:path w="1713" h="26182">
                  <a:moveTo>
                    <a:pt x="1712" y="1"/>
                  </a:moveTo>
                  <a:lnTo>
                    <a:pt x="0" y="982"/>
                  </a:lnTo>
                  <a:lnTo>
                    <a:pt x="0" y="26181"/>
                  </a:lnTo>
                  <a:lnTo>
                    <a:pt x="1712" y="25177"/>
                  </a:lnTo>
                  <a:lnTo>
                    <a:pt x="1712" y="1"/>
                  </a:ln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6" name="Google Shape;2473;p83"/>
            <p:cNvSpPr/>
            <p:nvPr/>
          </p:nvSpPr>
          <p:spPr>
            <a:xfrm>
              <a:off x="4892400" y="2195280"/>
              <a:ext cx="3123000" cy="1806480"/>
            </a:xfrm>
            <a:custGeom>
              <a:avLst/>
              <a:gdLst>
                <a:gd name="textAreaLeft" fmla="*/ 0 w 3123000"/>
                <a:gd name="textAreaRight" fmla="*/ 3123360 w 3123000"/>
                <a:gd name="textAreaTop" fmla="*/ 0 h 1806480"/>
                <a:gd name="textAreaBottom" fmla="*/ 1806840 h 1806480"/>
              </a:gdLst>
              <a:ahLst/>
              <a:cxnLst/>
              <a:rect l="textAreaLeft" t="textAreaTop" r="textAreaRight" b="textAreaBottom"/>
              <a:pathLst>
                <a:path w="135880" h="78611">
                  <a:moveTo>
                    <a:pt x="86942" y="0"/>
                  </a:moveTo>
                  <a:lnTo>
                    <a:pt x="0" y="50284"/>
                  </a:lnTo>
                  <a:lnTo>
                    <a:pt x="48938" y="78610"/>
                  </a:lnTo>
                  <a:lnTo>
                    <a:pt x="135879" y="28281"/>
                  </a:lnTo>
                  <a:lnTo>
                    <a:pt x="86942"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7" name="Google Shape;2474;p83"/>
            <p:cNvSpPr/>
            <p:nvPr/>
          </p:nvSpPr>
          <p:spPr>
            <a:xfrm>
              <a:off x="4892400" y="3350880"/>
              <a:ext cx="1124640" cy="697320"/>
            </a:xfrm>
            <a:custGeom>
              <a:avLst/>
              <a:gdLst>
                <a:gd name="textAreaLeft" fmla="*/ 0 w 1124640"/>
                <a:gd name="textAreaRight" fmla="*/ 1125000 w 1124640"/>
                <a:gd name="textAreaTop" fmla="*/ 0 h 697320"/>
                <a:gd name="textAreaBottom" fmla="*/ 697680 h 697320"/>
              </a:gdLst>
              <a:ahLst/>
              <a:cxnLst/>
              <a:rect l="textAreaLeft" t="textAreaTop" r="textAreaRight" b="textAreaBottom"/>
              <a:pathLst>
                <a:path w="48938" h="30358">
                  <a:moveTo>
                    <a:pt x="0" y="0"/>
                  </a:moveTo>
                  <a:lnTo>
                    <a:pt x="0" y="2077"/>
                  </a:lnTo>
                  <a:lnTo>
                    <a:pt x="48938" y="30358"/>
                  </a:lnTo>
                  <a:lnTo>
                    <a:pt x="48938" y="28326"/>
                  </a:lnTo>
                  <a:lnTo>
                    <a:pt x="0" y="0"/>
                  </a:ln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8" name="Google Shape;2475;p83"/>
            <p:cNvSpPr/>
            <p:nvPr/>
          </p:nvSpPr>
          <p:spPr>
            <a:xfrm>
              <a:off x="6017040" y="2845080"/>
              <a:ext cx="1998000" cy="1203120"/>
            </a:xfrm>
            <a:custGeom>
              <a:avLst/>
              <a:gdLst>
                <a:gd name="textAreaLeft" fmla="*/ 0 w 1998000"/>
                <a:gd name="textAreaRight" fmla="*/ 1998360 w 1998000"/>
                <a:gd name="textAreaTop" fmla="*/ 0 h 1203120"/>
                <a:gd name="textAreaBottom" fmla="*/ 1203480 h 1203120"/>
              </a:gdLst>
              <a:ahLst/>
              <a:cxnLst/>
              <a:rect l="textAreaLeft" t="textAreaTop" r="textAreaRight" b="textAreaBottom"/>
              <a:pathLst>
                <a:path w="86943" h="52362">
                  <a:moveTo>
                    <a:pt x="86942" y="1"/>
                  </a:moveTo>
                  <a:lnTo>
                    <a:pt x="1" y="50330"/>
                  </a:lnTo>
                  <a:lnTo>
                    <a:pt x="1" y="52362"/>
                  </a:lnTo>
                  <a:lnTo>
                    <a:pt x="86942" y="1804"/>
                  </a:lnTo>
                  <a:lnTo>
                    <a:pt x="86942" y="1"/>
                  </a:ln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9" name="Google Shape;2476;p83"/>
            <p:cNvSpPr/>
            <p:nvPr/>
          </p:nvSpPr>
          <p:spPr>
            <a:xfrm>
              <a:off x="4892400" y="2195280"/>
              <a:ext cx="1998000" cy="1806480"/>
            </a:xfrm>
            <a:custGeom>
              <a:avLst/>
              <a:gdLst>
                <a:gd name="textAreaLeft" fmla="*/ 0 w 1998000"/>
                <a:gd name="textAreaRight" fmla="*/ 1998360 w 1998000"/>
                <a:gd name="textAreaTop" fmla="*/ 0 h 1806480"/>
                <a:gd name="textAreaBottom" fmla="*/ 1806840 h 1806480"/>
              </a:gdLst>
              <a:ahLst/>
              <a:cxnLst/>
              <a:rect l="textAreaLeft" t="textAreaTop" r="textAreaRight" b="textAreaBottom"/>
              <a:pathLst>
                <a:path w="86942" h="78611">
                  <a:moveTo>
                    <a:pt x="86942" y="0"/>
                  </a:moveTo>
                  <a:lnTo>
                    <a:pt x="0" y="50284"/>
                  </a:lnTo>
                  <a:lnTo>
                    <a:pt x="48938" y="78610"/>
                  </a:lnTo>
                  <a:lnTo>
                    <a:pt x="86942" y="0"/>
                  </a:lnTo>
                  <a:close/>
                </a:path>
              </a:pathLst>
            </a:custGeom>
            <a:solidFill>
              <a:srgbClr val="c3575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0" name="Google Shape;2477;p83"/>
            <p:cNvSpPr/>
            <p:nvPr/>
          </p:nvSpPr>
          <p:spPr>
            <a:xfrm>
              <a:off x="6642000" y="2774520"/>
              <a:ext cx="375840" cy="278640"/>
            </a:xfrm>
            <a:custGeom>
              <a:avLst/>
              <a:gdLst>
                <a:gd name="textAreaLeft" fmla="*/ 0 w 375840"/>
                <a:gd name="textAreaRight" fmla="*/ 376200 w 375840"/>
                <a:gd name="textAreaTop" fmla="*/ 0 h 278640"/>
                <a:gd name="textAreaBottom" fmla="*/ 279000 h 278640"/>
              </a:gdLst>
              <a:ahLst/>
              <a:cxnLst/>
              <a:rect l="textAreaLeft" t="textAreaTop" r="textAreaRight" b="textAreaBottom"/>
              <a:pathLst>
                <a:path w="16367" h="12144">
                  <a:moveTo>
                    <a:pt x="1" y="0"/>
                  </a:moveTo>
                  <a:lnTo>
                    <a:pt x="1" y="2876"/>
                  </a:lnTo>
                  <a:lnTo>
                    <a:pt x="16366" y="12143"/>
                  </a:lnTo>
                  <a:lnTo>
                    <a:pt x="16366" y="12143"/>
                  </a:lnTo>
                  <a:lnTo>
                    <a:pt x="16344" y="9313"/>
                  </a:lnTo>
                  <a:lnTo>
                    <a:pt x="1" y="0"/>
                  </a:lnTo>
                  <a:close/>
                </a:path>
              </a:pathLst>
            </a:custGeom>
            <a:solidFill>
              <a:srgbClr val="f7f4e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1" name="Google Shape;2478;p83"/>
            <p:cNvSpPr/>
            <p:nvPr/>
          </p:nvSpPr>
          <p:spPr>
            <a:xfrm>
              <a:off x="7017840" y="2845080"/>
              <a:ext cx="243720" cy="208080"/>
            </a:xfrm>
            <a:custGeom>
              <a:avLst/>
              <a:gdLst>
                <a:gd name="textAreaLeft" fmla="*/ 0 w 243720"/>
                <a:gd name="textAreaRight" fmla="*/ 244080 w 243720"/>
                <a:gd name="textAreaTop" fmla="*/ 0 h 208080"/>
                <a:gd name="textAreaBottom" fmla="*/ 208440 h 208080"/>
              </a:gdLst>
              <a:ahLst/>
              <a:cxnLst/>
              <a:rect l="textAreaLeft" t="textAreaTop" r="textAreaRight" b="textAreaBottom"/>
              <a:pathLst>
                <a:path w="10615" h="9063">
                  <a:moveTo>
                    <a:pt x="10614" y="1"/>
                  </a:moveTo>
                  <a:lnTo>
                    <a:pt x="1" y="6232"/>
                  </a:lnTo>
                  <a:lnTo>
                    <a:pt x="23" y="9062"/>
                  </a:lnTo>
                  <a:lnTo>
                    <a:pt x="10614" y="2397"/>
                  </a:lnTo>
                  <a:lnTo>
                    <a:pt x="10614" y="1"/>
                  </a:lnTo>
                  <a:close/>
                </a:path>
              </a:pathLst>
            </a:custGeom>
            <a:solidFill>
              <a:srgbClr val="f7f4e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2" name="Google Shape;2479;p83"/>
            <p:cNvSpPr/>
            <p:nvPr/>
          </p:nvSpPr>
          <p:spPr>
            <a:xfrm>
              <a:off x="7128360" y="2756520"/>
              <a:ext cx="38520" cy="39600"/>
            </a:xfrm>
            <a:custGeom>
              <a:avLst/>
              <a:gdLst>
                <a:gd name="textAreaLeft" fmla="*/ 0 w 38520"/>
                <a:gd name="textAreaRight" fmla="*/ 38880 w 38520"/>
                <a:gd name="textAreaTop" fmla="*/ 0 h 39600"/>
                <a:gd name="textAreaBottom" fmla="*/ 39960 h 39600"/>
              </a:gdLst>
              <a:ahLst/>
              <a:cxnLst/>
              <a:rect l="textAreaLeft" t="textAreaTop" r="textAreaRight" b="textAreaBottom"/>
              <a:pathLst>
                <a:path w="1690" h="1735">
                  <a:moveTo>
                    <a:pt x="1690" y="0"/>
                  </a:moveTo>
                  <a:lnTo>
                    <a:pt x="1" y="867"/>
                  </a:lnTo>
                  <a:lnTo>
                    <a:pt x="1690" y="1735"/>
                  </a:lnTo>
                  <a:lnTo>
                    <a:pt x="1690" y="0"/>
                  </a:lnTo>
                  <a:close/>
                </a:path>
              </a:pathLst>
            </a:custGeom>
            <a:solidFill>
              <a:srgbClr val="f7f4ed"/>
            </a:solidFill>
            <a:ln w="0">
              <a:noFill/>
            </a:ln>
          </p:spPr>
          <p:style>
            <a:lnRef idx="0"/>
            <a:fillRef idx="0"/>
            <a:effectRef idx="0"/>
            <a:fontRef idx="minor"/>
          </p:style>
          <p:txBody>
            <a:bodyPr tIns="19800" bIns="19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3" name="Google Shape;2480;p83"/>
            <p:cNvSpPr/>
            <p:nvPr/>
          </p:nvSpPr>
          <p:spPr>
            <a:xfrm>
              <a:off x="6642000" y="2627640"/>
              <a:ext cx="619200" cy="360720"/>
            </a:xfrm>
            <a:custGeom>
              <a:avLst/>
              <a:gdLst>
                <a:gd name="textAreaLeft" fmla="*/ 0 w 619200"/>
                <a:gd name="textAreaRight" fmla="*/ 619560 w 619200"/>
                <a:gd name="textAreaTop" fmla="*/ 0 h 360720"/>
                <a:gd name="textAreaBottom" fmla="*/ 361080 h 360720"/>
              </a:gdLst>
              <a:ahLst/>
              <a:cxnLst/>
              <a:rect l="textAreaLeft" t="textAreaTop" r="textAreaRight" b="textAreaBottom"/>
              <a:pathLst>
                <a:path w="26958" h="15704">
                  <a:moveTo>
                    <a:pt x="10706" y="0"/>
                  </a:moveTo>
                  <a:lnTo>
                    <a:pt x="1" y="6391"/>
                  </a:lnTo>
                  <a:lnTo>
                    <a:pt x="16344" y="15704"/>
                  </a:lnTo>
                  <a:lnTo>
                    <a:pt x="26957" y="9473"/>
                  </a:lnTo>
                  <a:lnTo>
                    <a:pt x="10706" y="0"/>
                  </a:ln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4" name="Google Shape;2481;p83"/>
            <p:cNvSpPr/>
            <p:nvPr/>
          </p:nvSpPr>
          <p:spPr>
            <a:xfrm>
              <a:off x="7013520" y="2685240"/>
              <a:ext cx="153360" cy="88200"/>
            </a:xfrm>
            <a:custGeom>
              <a:avLst/>
              <a:gdLst>
                <a:gd name="textAreaLeft" fmla="*/ 0 w 153360"/>
                <a:gd name="textAreaRight" fmla="*/ 153720 w 153360"/>
                <a:gd name="textAreaTop" fmla="*/ 0 h 88200"/>
                <a:gd name="textAreaBottom" fmla="*/ 88560 h 88200"/>
              </a:gdLst>
              <a:ahLst/>
              <a:cxnLst/>
              <a:rect l="textAreaLeft" t="textAreaTop" r="textAreaRight" b="textAreaBottom"/>
              <a:pathLst>
                <a:path w="6689" h="3859">
                  <a:moveTo>
                    <a:pt x="1211" y="1"/>
                  </a:moveTo>
                  <a:lnTo>
                    <a:pt x="1" y="686"/>
                  </a:lnTo>
                  <a:lnTo>
                    <a:pt x="5456" y="3858"/>
                  </a:lnTo>
                  <a:lnTo>
                    <a:pt x="6689" y="3105"/>
                  </a:lnTo>
                  <a:lnTo>
                    <a:pt x="1211" y="1"/>
                  </a:lnTo>
                  <a:close/>
                </a:path>
              </a:pathLst>
            </a:custGeom>
            <a:solidFill>
              <a:schemeClr val="lt2"/>
            </a:solidFill>
            <a:ln w="0">
              <a:noFill/>
            </a:ln>
          </p:spPr>
          <p:style>
            <a:lnRef idx="0"/>
            <a:fillRef idx="0"/>
            <a:effectRef idx="0"/>
            <a:fontRef idx="minor"/>
          </p:style>
          <p:txBody>
            <a:bodyPr tIns="44280" bIns="44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5" name="Google Shape;2482;p83"/>
            <p:cNvSpPr/>
            <p:nvPr/>
          </p:nvSpPr>
          <p:spPr>
            <a:xfrm>
              <a:off x="7060320" y="1866240"/>
              <a:ext cx="1083240" cy="873720"/>
            </a:xfrm>
            <a:custGeom>
              <a:avLst/>
              <a:gdLst>
                <a:gd name="textAreaLeft" fmla="*/ 0 w 1083240"/>
                <a:gd name="textAreaRight" fmla="*/ 1083600 w 1083240"/>
                <a:gd name="textAreaTop" fmla="*/ 0 h 873720"/>
                <a:gd name="textAreaBottom" fmla="*/ 874080 h 873720"/>
              </a:gdLst>
              <a:ahLst/>
              <a:cxnLst/>
              <a:rect l="textAreaLeft" t="textAreaTop" r="textAreaRight" b="textAreaBottom"/>
              <a:pathLst>
                <a:path w="47135" h="38028">
                  <a:moveTo>
                    <a:pt x="0" y="34969"/>
                  </a:moveTo>
                  <a:cubicBezTo>
                    <a:pt x="0" y="34969"/>
                    <a:pt x="0" y="34969"/>
                    <a:pt x="0" y="34969"/>
                  </a:cubicBezTo>
                  <a:lnTo>
                    <a:pt x="0" y="34969"/>
                  </a:lnTo>
                  <a:lnTo>
                    <a:pt x="5615" y="38027"/>
                  </a:lnTo>
                  <a:lnTo>
                    <a:pt x="47135" y="27071"/>
                  </a:lnTo>
                  <a:lnTo>
                    <a:pt x="343" y="1"/>
                  </a:ln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6" name="Google Shape;2483;p83"/>
            <p:cNvSpPr/>
            <p:nvPr/>
          </p:nvSpPr>
          <p:spPr>
            <a:xfrm>
              <a:off x="5420160" y="3386160"/>
              <a:ext cx="521640" cy="302760"/>
            </a:xfrm>
            <a:custGeom>
              <a:avLst/>
              <a:gdLst>
                <a:gd name="textAreaLeft" fmla="*/ 0 w 521640"/>
                <a:gd name="textAreaRight" fmla="*/ 522000 w 521640"/>
                <a:gd name="textAreaTop" fmla="*/ 0 h 302760"/>
                <a:gd name="textAreaBottom" fmla="*/ 303120 h 302760"/>
              </a:gdLst>
              <a:ahLst/>
              <a:cxnLst/>
              <a:rect l="textAreaLeft" t="textAreaTop" r="textAreaRight" b="textAreaBottom"/>
              <a:pathLst>
                <a:path w="22712" h="13194">
                  <a:moveTo>
                    <a:pt x="8537" y="0"/>
                  </a:moveTo>
                  <a:lnTo>
                    <a:pt x="1" y="4839"/>
                  </a:lnTo>
                  <a:lnTo>
                    <a:pt x="14107" y="13193"/>
                  </a:lnTo>
                  <a:lnTo>
                    <a:pt x="22712" y="8103"/>
                  </a:lnTo>
                  <a:lnTo>
                    <a:pt x="8537" y="0"/>
                  </a:lnTo>
                  <a:close/>
                </a:path>
              </a:pathLst>
            </a:custGeom>
            <a:solidFill>
              <a:srgbClr val="383a3a"/>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7" name="Google Shape;2484;p83"/>
            <p:cNvSpPr/>
            <p:nvPr/>
          </p:nvSpPr>
          <p:spPr>
            <a:xfrm>
              <a:off x="5616360" y="3153240"/>
              <a:ext cx="325440" cy="419040"/>
            </a:xfrm>
            <a:custGeom>
              <a:avLst/>
              <a:gdLst>
                <a:gd name="textAreaLeft" fmla="*/ 0 w 325440"/>
                <a:gd name="textAreaRight" fmla="*/ 325800 w 325440"/>
                <a:gd name="textAreaTop" fmla="*/ 0 h 419040"/>
                <a:gd name="textAreaBottom" fmla="*/ 419400 h 419040"/>
              </a:gdLst>
              <a:ahLst/>
              <a:cxnLst/>
              <a:rect l="textAreaLeft" t="textAreaTop" r="textAreaRight" b="textAreaBottom"/>
              <a:pathLst>
                <a:path w="14175" h="18239">
                  <a:moveTo>
                    <a:pt x="114" y="1"/>
                  </a:moveTo>
                  <a:lnTo>
                    <a:pt x="0" y="10135"/>
                  </a:lnTo>
                  <a:lnTo>
                    <a:pt x="14175" y="18238"/>
                  </a:lnTo>
                  <a:lnTo>
                    <a:pt x="14175" y="8287"/>
                  </a:lnTo>
                  <a:lnTo>
                    <a:pt x="114" y="1"/>
                  </a:lnTo>
                  <a:close/>
                </a:path>
              </a:pathLst>
            </a:custGeom>
            <a:solidFill>
              <a:srgbClr val="383a3a"/>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8" name="Google Shape;2485;p83"/>
            <p:cNvSpPr/>
            <p:nvPr/>
          </p:nvSpPr>
          <p:spPr>
            <a:xfrm>
              <a:off x="5636160" y="3186720"/>
              <a:ext cx="285480" cy="359640"/>
            </a:xfrm>
            <a:custGeom>
              <a:avLst/>
              <a:gdLst>
                <a:gd name="textAreaLeft" fmla="*/ 0 w 285480"/>
                <a:gd name="textAreaRight" fmla="*/ 285840 w 285480"/>
                <a:gd name="textAreaTop" fmla="*/ 0 h 359640"/>
                <a:gd name="textAreaBottom" fmla="*/ 360000 h 359640"/>
              </a:gdLst>
              <a:ahLst/>
              <a:cxnLst/>
              <a:rect l="textAreaLeft" t="textAreaTop" r="textAreaRight" b="textAreaBottom"/>
              <a:pathLst>
                <a:path w="12441" h="15659">
                  <a:moveTo>
                    <a:pt x="92" y="1"/>
                  </a:moveTo>
                  <a:lnTo>
                    <a:pt x="1" y="8560"/>
                  </a:lnTo>
                  <a:lnTo>
                    <a:pt x="12440" y="15659"/>
                  </a:lnTo>
                  <a:lnTo>
                    <a:pt x="12440" y="7214"/>
                  </a:lnTo>
                  <a:lnTo>
                    <a:pt x="92" y="1"/>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9" name="Google Shape;2486;p83"/>
            <p:cNvSpPr/>
            <p:nvPr/>
          </p:nvSpPr>
          <p:spPr>
            <a:xfrm>
              <a:off x="5636160" y="3186720"/>
              <a:ext cx="285480" cy="359640"/>
            </a:xfrm>
            <a:custGeom>
              <a:avLst/>
              <a:gdLst>
                <a:gd name="textAreaLeft" fmla="*/ 0 w 285480"/>
                <a:gd name="textAreaRight" fmla="*/ 285840 w 285480"/>
                <a:gd name="textAreaTop" fmla="*/ 0 h 359640"/>
                <a:gd name="textAreaBottom" fmla="*/ 360000 h 359640"/>
              </a:gdLst>
              <a:ahLst/>
              <a:cxnLst/>
              <a:rect l="textAreaLeft" t="textAreaTop" r="textAreaRight" b="textAreaBottom"/>
              <a:pathLst>
                <a:path w="12441" h="15659">
                  <a:moveTo>
                    <a:pt x="92" y="1"/>
                  </a:moveTo>
                  <a:lnTo>
                    <a:pt x="1" y="8560"/>
                  </a:lnTo>
                  <a:lnTo>
                    <a:pt x="12440" y="15659"/>
                  </a:lnTo>
                  <a:lnTo>
                    <a:pt x="92" y="1"/>
                  </a:lnTo>
                  <a:close/>
                </a:path>
              </a:pathLst>
            </a:custGeom>
            <a:solidFill>
              <a:srgbClr val="d5d9d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0" name="Google Shape;2487;p83"/>
            <p:cNvSpPr/>
            <p:nvPr/>
          </p:nvSpPr>
          <p:spPr>
            <a:xfrm>
              <a:off x="5420160" y="3497400"/>
              <a:ext cx="324000" cy="201240"/>
            </a:xfrm>
            <a:custGeom>
              <a:avLst/>
              <a:gdLst>
                <a:gd name="textAreaLeft" fmla="*/ 0 w 324000"/>
                <a:gd name="textAreaRight" fmla="*/ 324360 w 324000"/>
                <a:gd name="textAreaTop" fmla="*/ 0 h 201240"/>
                <a:gd name="textAreaBottom" fmla="*/ 201600 h 201240"/>
              </a:gdLst>
              <a:ahLst/>
              <a:cxnLst/>
              <a:rect l="textAreaLeft" t="textAreaTop" r="textAreaRight" b="textAreaBottom"/>
              <a:pathLst>
                <a:path w="14107" h="8766">
                  <a:moveTo>
                    <a:pt x="1" y="0"/>
                  </a:moveTo>
                  <a:lnTo>
                    <a:pt x="1" y="411"/>
                  </a:lnTo>
                  <a:lnTo>
                    <a:pt x="14107" y="8765"/>
                  </a:lnTo>
                  <a:lnTo>
                    <a:pt x="14107" y="8354"/>
                  </a:lnTo>
                  <a:lnTo>
                    <a:pt x="1" y="0"/>
                  </a:lnTo>
                  <a:close/>
                </a:path>
              </a:pathLst>
            </a:custGeom>
            <a:solidFill>
              <a:srgbClr val="27282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1" name="Google Shape;2488;p83"/>
            <p:cNvSpPr/>
            <p:nvPr/>
          </p:nvSpPr>
          <p:spPr>
            <a:xfrm>
              <a:off x="5744520" y="3572280"/>
              <a:ext cx="197280" cy="126000"/>
            </a:xfrm>
            <a:custGeom>
              <a:avLst/>
              <a:gdLst>
                <a:gd name="textAreaLeft" fmla="*/ 0 w 197280"/>
                <a:gd name="textAreaRight" fmla="*/ 197640 w 197280"/>
                <a:gd name="textAreaTop" fmla="*/ 0 h 126000"/>
                <a:gd name="textAreaBottom" fmla="*/ 126360 h 126000"/>
              </a:gdLst>
              <a:ahLst/>
              <a:cxnLst/>
              <a:rect l="textAreaLeft" t="textAreaTop" r="textAreaRight" b="textAreaBottom"/>
              <a:pathLst>
                <a:path w="8606" h="5502">
                  <a:moveTo>
                    <a:pt x="8606" y="0"/>
                  </a:moveTo>
                  <a:lnTo>
                    <a:pt x="1" y="5090"/>
                  </a:lnTo>
                  <a:lnTo>
                    <a:pt x="1" y="5501"/>
                  </a:lnTo>
                  <a:lnTo>
                    <a:pt x="8606" y="411"/>
                  </a:lnTo>
                  <a:lnTo>
                    <a:pt x="8606" y="0"/>
                  </a:lnTo>
                  <a:close/>
                </a:path>
              </a:pathLst>
            </a:custGeom>
            <a:solidFill>
              <a:srgbClr val="272828"/>
            </a:solidFill>
            <a:ln w="0">
              <a:noFill/>
            </a:ln>
          </p:spPr>
          <p:style>
            <a:lnRef idx="0"/>
            <a:fillRef idx="0"/>
            <a:effectRef idx="0"/>
            <a:fontRef idx="minor"/>
          </p:style>
          <p:txBody>
            <a:bodyPr tIns="63000" bIns="63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2" name="Google Shape;2489;p83"/>
            <p:cNvSpPr/>
            <p:nvPr/>
          </p:nvSpPr>
          <p:spPr>
            <a:xfrm>
              <a:off x="5618880" y="3148920"/>
              <a:ext cx="327960" cy="194400"/>
            </a:xfrm>
            <a:custGeom>
              <a:avLst/>
              <a:gdLst>
                <a:gd name="textAreaLeft" fmla="*/ 0 w 327960"/>
                <a:gd name="textAreaRight" fmla="*/ 328320 w 327960"/>
                <a:gd name="textAreaTop" fmla="*/ 0 h 194400"/>
                <a:gd name="textAreaBottom" fmla="*/ 194760 h 194400"/>
              </a:gdLst>
              <a:ahLst/>
              <a:cxnLst/>
              <a:rect l="textAreaLeft" t="textAreaTop" r="textAreaRight" b="textAreaBottom"/>
              <a:pathLst>
                <a:path w="14289" h="8469">
                  <a:moveTo>
                    <a:pt x="229" y="0"/>
                  </a:moveTo>
                  <a:lnTo>
                    <a:pt x="0" y="183"/>
                  </a:lnTo>
                  <a:lnTo>
                    <a:pt x="14061" y="8469"/>
                  </a:lnTo>
                  <a:lnTo>
                    <a:pt x="14289" y="8286"/>
                  </a:lnTo>
                  <a:lnTo>
                    <a:pt x="229" y="0"/>
                  </a:lnTo>
                  <a:close/>
                </a:path>
              </a:pathLst>
            </a:custGeom>
            <a:solidFill>
              <a:srgbClr val="4b4c4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3" name="Google Shape;2490;p83"/>
            <p:cNvSpPr/>
            <p:nvPr/>
          </p:nvSpPr>
          <p:spPr>
            <a:xfrm>
              <a:off x="5942160" y="3339360"/>
              <a:ext cx="5400" cy="241920"/>
            </a:xfrm>
            <a:custGeom>
              <a:avLst/>
              <a:gdLst>
                <a:gd name="textAreaLeft" fmla="*/ 0 w 5400"/>
                <a:gd name="textAreaRight" fmla="*/ 5760 w 5400"/>
                <a:gd name="textAreaTop" fmla="*/ 0 h 241920"/>
                <a:gd name="textAreaBottom" fmla="*/ 242280 h 241920"/>
              </a:gdLst>
              <a:ahLst/>
              <a:cxnLst/>
              <a:rect l="textAreaLeft" t="textAreaTop" r="textAreaRight" b="textAreaBottom"/>
              <a:pathLst>
                <a:path w="252" h="10547">
                  <a:moveTo>
                    <a:pt x="229" y="1"/>
                  </a:moveTo>
                  <a:lnTo>
                    <a:pt x="1" y="184"/>
                  </a:lnTo>
                  <a:lnTo>
                    <a:pt x="1" y="10546"/>
                  </a:lnTo>
                  <a:lnTo>
                    <a:pt x="252" y="10318"/>
                  </a:lnTo>
                  <a:lnTo>
                    <a:pt x="229" y="1"/>
                  </a:lnTo>
                  <a:close/>
                </a:path>
              </a:pathLst>
            </a:custGeom>
            <a:solidFill>
              <a:srgbClr val="27282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4" name="Google Shape;2491;p83"/>
            <p:cNvSpPr/>
            <p:nvPr/>
          </p:nvSpPr>
          <p:spPr>
            <a:xfrm>
              <a:off x="5624640" y="3390840"/>
              <a:ext cx="306000" cy="174960"/>
            </a:xfrm>
            <a:custGeom>
              <a:avLst/>
              <a:gdLst>
                <a:gd name="textAreaLeft" fmla="*/ 0 w 306000"/>
                <a:gd name="textAreaRight" fmla="*/ 306360 w 306000"/>
                <a:gd name="textAreaTop" fmla="*/ 0 h 174960"/>
                <a:gd name="textAreaBottom" fmla="*/ 175320 h 174960"/>
              </a:gdLst>
              <a:ahLst/>
              <a:cxnLst/>
              <a:rect l="textAreaLeft" t="textAreaTop" r="textAreaRight" b="textAreaBottom"/>
              <a:pathLst>
                <a:path w="13331" h="7625">
                  <a:moveTo>
                    <a:pt x="0" y="1"/>
                  </a:moveTo>
                  <a:lnTo>
                    <a:pt x="0" y="1"/>
                  </a:lnTo>
                  <a:cubicBezTo>
                    <a:pt x="1096" y="663"/>
                    <a:pt x="2192" y="1325"/>
                    <a:pt x="3287" y="1964"/>
                  </a:cubicBezTo>
                  <a:lnTo>
                    <a:pt x="6620" y="3881"/>
                  </a:lnTo>
                  <a:lnTo>
                    <a:pt x="9952" y="5776"/>
                  </a:lnTo>
                  <a:cubicBezTo>
                    <a:pt x="11071" y="6392"/>
                    <a:pt x="12189" y="7008"/>
                    <a:pt x="13330" y="7624"/>
                  </a:cubicBezTo>
                  <a:cubicBezTo>
                    <a:pt x="12235" y="6962"/>
                    <a:pt x="11139" y="6301"/>
                    <a:pt x="10021" y="5661"/>
                  </a:cubicBezTo>
                  <a:lnTo>
                    <a:pt x="6711" y="3744"/>
                  </a:lnTo>
                  <a:lnTo>
                    <a:pt x="3356" y="1850"/>
                  </a:lnTo>
                  <a:cubicBezTo>
                    <a:pt x="2237" y="1233"/>
                    <a:pt x="1119" y="617"/>
                    <a:pt x="0" y="1"/>
                  </a:cubicBezTo>
                  <a:close/>
                </a:path>
              </a:pathLst>
            </a:custGeom>
            <a:solidFill>
              <a:srgbClr val="272828"/>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5" name="Google Shape;2492;p83"/>
            <p:cNvSpPr/>
            <p:nvPr/>
          </p:nvSpPr>
          <p:spPr>
            <a:xfrm>
              <a:off x="5772240" y="3250080"/>
              <a:ext cx="7920" cy="10800"/>
            </a:xfrm>
            <a:custGeom>
              <a:avLst/>
              <a:gdLst>
                <a:gd name="textAreaLeft" fmla="*/ 0 w 7920"/>
                <a:gd name="textAreaRight" fmla="*/ 8280 w 7920"/>
                <a:gd name="textAreaTop" fmla="*/ 0 h 10800"/>
                <a:gd name="textAreaBottom" fmla="*/ 11160 h 10800"/>
              </a:gdLst>
              <a:ahLst/>
              <a:cxnLst/>
              <a:rect l="textAreaLeft" t="textAreaTop" r="textAreaRight" b="textAreaBottom"/>
              <a:pathLst>
                <a:path w="366" h="480">
                  <a:moveTo>
                    <a:pt x="183" y="1"/>
                  </a:moveTo>
                  <a:cubicBezTo>
                    <a:pt x="92" y="1"/>
                    <a:pt x="0" y="115"/>
                    <a:pt x="0" y="229"/>
                  </a:cubicBezTo>
                  <a:cubicBezTo>
                    <a:pt x="0" y="366"/>
                    <a:pt x="92" y="480"/>
                    <a:pt x="183" y="480"/>
                  </a:cubicBezTo>
                  <a:cubicBezTo>
                    <a:pt x="297" y="480"/>
                    <a:pt x="366" y="366"/>
                    <a:pt x="366" y="229"/>
                  </a:cubicBezTo>
                  <a:cubicBezTo>
                    <a:pt x="366" y="115"/>
                    <a:pt x="297" y="1"/>
                    <a:pt x="183" y="1"/>
                  </a:cubicBezTo>
                  <a:close/>
                </a:path>
              </a:pathLst>
            </a:custGeom>
            <a:solidFill>
              <a:srgbClr val="4b4c4c"/>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6" name="Google Shape;2493;p83"/>
            <p:cNvSpPr/>
            <p:nvPr/>
          </p:nvSpPr>
          <p:spPr>
            <a:xfrm>
              <a:off x="5461200" y="3410280"/>
              <a:ext cx="439920" cy="254520"/>
            </a:xfrm>
            <a:custGeom>
              <a:avLst/>
              <a:gdLst>
                <a:gd name="textAreaLeft" fmla="*/ 0 w 439920"/>
                <a:gd name="textAreaRight" fmla="*/ 440280 w 439920"/>
                <a:gd name="textAreaTop" fmla="*/ 0 h 254520"/>
                <a:gd name="textAreaBottom" fmla="*/ 254880 h 254520"/>
              </a:gdLst>
              <a:ahLst/>
              <a:cxnLst/>
              <a:rect l="textAreaLeft" t="textAreaTop" r="textAreaRight" b="textAreaBottom"/>
              <a:pathLst>
                <a:path w="19152" h="11094">
                  <a:moveTo>
                    <a:pt x="7191" y="0"/>
                  </a:moveTo>
                  <a:lnTo>
                    <a:pt x="1" y="4063"/>
                  </a:lnTo>
                  <a:lnTo>
                    <a:pt x="11893" y="11093"/>
                  </a:lnTo>
                  <a:lnTo>
                    <a:pt x="19151" y="6825"/>
                  </a:lnTo>
                  <a:lnTo>
                    <a:pt x="7191" y="0"/>
                  </a:lnTo>
                  <a:close/>
                </a:path>
              </a:pathLst>
            </a:custGeom>
            <a:solidFill>
              <a:srgbClr val="4b4c4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7" name="Google Shape;2494;p83"/>
            <p:cNvSpPr/>
            <p:nvPr/>
          </p:nvSpPr>
          <p:spPr>
            <a:xfrm>
              <a:off x="5469480" y="3417480"/>
              <a:ext cx="420480" cy="236880"/>
            </a:xfrm>
            <a:custGeom>
              <a:avLst/>
              <a:gdLst>
                <a:gd name="textAreaLeft" fmla="*/ 0 w 420480"/>
                <a:gd name="textAreaRight" fmla="*/ 420840 w 420480"/>
                <a:gd name="textAreaTop" fmla="*/ 0 h 236880"/>
                <a:gd name="textAreaBottom" fmla="*/ 237240 h 236880"/>
              </a:gdLst>
              <a:ahLst/>
              <a:cxnLst/>
              <a:rect l="textAreaLeft" t="textAreaTop" r="textAreaRight" b="textAreaBottom"/>
              <a:pathLst>
                <a:path w="18306" h="10317">
                  <a:moveTo>
                    <a:pt x="6756" y="434"/>
                  </a:moveTo>
                  <a:cubicBezTo>
                    <a:pt x="6939" y="548"/>
                    <a:pt x="7122" y="662"/>
                    <a:pt x="7327" y="776"/>
                  </a:cubicBezTo>
                  <a:cubicBezTo>
                    <a:pt x="7076" y="890"/>
                    <a:pt x="6848" y="1027"/>
                    <a:pt x="6597" y="1141"/>
                  </a:cubicBezTo>
                  <a:cubicBezTo>
                    <a:pt x="6414" y="1050"/>
                    <a:pt x="6231" y="936"/>
                    <a:pt x="6049" y="844"/>
                  </a:cubicBezTo>
                  <a:cubicBezTo>
                    <a:pt x="6277" y="707"/>
                    <a:pt x="6528" y="571"/>
                    <a:pt x="6756" y="434"/>
                  </a:cubicBezTo>
                  <a:close/>
                  <a:moveTo>
                    <a:pt x="7350" y="776"/>
                  </a:moveTo>
                  <a:cubicBezTo>
                    <a:pt x="7532" y="890"/>
                    <a:pt x="7738" y="1004"/>
                    <a:pt x="7920" y="1118"/>
                  </a:cubicBezTo>
                  <a:cubicBezTo>
                    <a:pt x="7692" y="1232"/>
                    <a:pt x="7441" y="1369"/>
                    <a:pt x="7213" y="1484"/>
                  </a:cubicBezTo>
                  <a:cubicBezTo>
                    <a:pt x="7030" y="1392"/>
                    <a:pt x="6848" y="1278"/>
                    <a:pt x="6665" y="1187"/>
                  </a:cubicBezTo>
                  <a:cubicBezTo>
                    <a:pt x="6893" y="1050"/>
                    <a:pt x="7122" y="913"/>
                    <a:pt x="7350" y="776"/>
                  </a:cubicBezTo>
                  <a:close/>
                  <a:moveTo>
                    <a:pt x="6026" y="844"/>
                  </a:moveTo>
                  <a:cubicBezTo>
                    <a:pt x="6209" y="959"/>
                    <a:pt x="6391" y="1073"/>
                    <a:pt x="6574" y="1164"/>
                  </a:cubicBezTo>
                  <a:cubicBezTo>
                    <a:pt x="6414" y="1255"/>
                    <a:pt x="6254" y="1347"/>
                    <a:pt x="6094" y="1415"/>
                  </a:cubicBezTo>
                  <a:lnTo>
                    <a:pt x="5935" y="1506"/>
                  </a:lnTo>
                  <a:cubicBezTo>
                    <a:pt x="5752" y="1415"/>
                    <a:pt x="5569" y="1324"/>
                    <a:pt x="5410" y="1232"/>
                  </a:cubicBezTo>
                  <a:lnTo>
                    <a:pt x="5706" y="1050"/>
                  </a:lnTo>
                  <a:cubicBezTo>
                    <a:pt x="5821" y="981"/>
                    <a:pt x="5912" y="913"/>
                    <a:pt x="6026" y="844"/>
                  </a:cubicBezTo>
                  <a:close/>
                  <a:moveTo>
                    <a:pt x="4109" y="1255"/>
                  </a:moveTo>
                  <a:lnTo>
                    <a:pt x="4109" y="1255"/>
                  </a:lnTo>
                  <a:cubicBezTo>
                    <a:pt x="4268" y="1347"/>
                    <a:pt x="4451" y="1461"/>
                    <a:pt x="4634" y="1552"/>
                  </a:cubicBezTo>
                  <a:cubicBezTo>
                    <a:pt x="4451" y="1438"/>
                    <a:pt x="4291" y="1347"/>
                    <a:pt x="4109" y="1255"/>
                  </a:cubicBezTo>
                  <a:close/>
                  <a:moveTo>
                    <a:pt x="7943" y="1141"/>
                  </a:moveTo>
                  <a:cubicBezTo>
                    <a:pt x="8149" y="1255"/>
                    <a:pt x="8331" y="1347"/>
                    <a:pt x="8514" y="1461"/>
                  </a:cubicBezTo>
                  <a:cubicBezTo>
                    <a:pt x="8286" y="1598"/>
                    <a:pt x="8057" y="1712"/>
                    <a:pt x="7829" y="1826"/>
                  </a:cubicBezTo>
                  <a:cubicBezTo>
                    <a:pt x="7647" y="1735"/>
                    <a:pt x="7464" y="1620"/>
                    <a:pt x="7281" y="1529"/>
                  </a:cubicBezTo>
                  <a:cubicBezTo>
                    <a:pt x="7510" y="1392"/>
                    <a:pt x="7738" y="1255"/>
                    <a:pt x="7943" y="1141"/>
                  </a:cubicBezTo>
                  <a:close/>
                  <a:moveTo>
                    <a:pt x="6642" y="1210"/>
                  </a:moveTo>
                  <a:cubicBezTo>
                    <a:pt x="6802" y="1301"/>
                    <a:pt x="6985" y="1415"/>
                    <a:pt x="7167" y="1529"/>
                  </a:cubicBezTo>
                  <a:cubicBezTo>
                    <a:pt x="7030" y="1598"/>
                    <a:pt x="6871" y="1666"/>
                    <a:pt x="6734" y="1757"/>
                  </a:cubicBezTo>
                  <a:lnTo>
                    <a:pt x="6551" y="1849"/>
                  </a:lnTo>
                  <a:cubicBezTo>
                    <a:pt x="6368" y="1757"/>
                    <a:pt x="6186" y="1666"/>
                    <a:pt x="6026" y="1575"/>
                  </a:cubicBezTo>
                  <a:lnTo>
                    <a:pt x="6140" y="1506"/>
                  </a:lnTo>
                  <a:cubicBezTo>
                    <a:pt x="6300" y="1392"/>
                    <a:pt x="6460" y="1301"/>
                    <a:pt x="6642" y="1210"/>
                  </a:cubicBezTo>
                  <a:close/>
                  <a:moveTo>
                    <a:pt x="5387" y="1232"/>
                  </a:moveTo>
                  <a:cubicBezTo>
                    <a:pt x="5547" y="1347"/>
                    <a:pt x="5729" y="1438"/>
                    <a:pt x="5889" y="1529"/>
                  </a:cubicBezTo>
                  <a:lnTo>
                    <a:pt x="5250" y="1894"/>
                  </a:lnTo>
                  <a:cubicBezTo>
                    <a:pt x="5090" y="1803"/>
                    <a:pt x="4908" y="1689"/>
                    <a:pt x="4748" y="1598"/>
                  </a:cubicBezTo>
                  <a:lnTo>
                    <a:pt x="5387" y="1232"/>
                  </a:lnTo>
                  <a:close/>
                  <a:moveTo>
                    <a:pt x="8560" y="1484"/>
                  </a:moveTo>
                  <a:cubicBezTo>
                    <a:pt x="8742" y="1598"/>
                    <a:pt x="8925" y="1712"/>
                    <a:pt x="9107" y="1803"/>
                  </a:cubicBezTo>
                  <a:lnTo>
                    <a:pt x="9107" y="1826"/>
                  </a:lnTo>
                  <a:cubicBezTo>
                    <a:pt x="8902" y="1940"/>
                    <a:pt x="8674" y="2054"/>
                    <a:pt x="8445" y="2168"/>
                  </a:cubicBezTo>
                  <a:cubicBezTo>
                    <a:pt x="8263" y="2077"/>
                    <a:pt x="8080" y="1963"/>
                    <a:pt x="7898" y="1872"/>
                  </a:cubicBezTo>
                  <a:cubicBezTo>
                    <a:pt x="8126" y="1735"/>
                    <a:pt x="8331" y="1620"/>
                    <a:pt x="8560" y="1484"/>
                  </a:cubicBezTo>
                  <a:close/>
                  <a:moveTo>
                    <a:pt x="7236" y="1552"/>
                  </a:moveTo>
                  <a:cubicBezTo>
                    <a:pt x="7418" y="1666"/>
                    <a:pt x="7601" y="1757"/>
                    <a:pt x="7761" y="1872"/>
                  </a:cubicBezTo>
                  <a:cubicBezTo>
                    <a:pt x="7647" y="1940"/>
                    <a:pt x="7510" y="2008"/>
                    <a:pt x="7373" y="2077"/>
                  </a:cubicBezTo>
                  <a:lnTo>
                    <a:pt x="7167" y="2191"/>
                  </a:lnTo>
                  <a:cubicBezTo>
                    <a:pt x="6985" y="2100"/>
                    <a:pt x="6802" y="2008"/>
                    <a:pt x="6642" y="1917"/>
                  </a:cubicBezTo>
                  <a:lnTo>
                    <a:pt x="6779" y="1826"/>
                  </a:lnTo>
                  <a:cubicBezTo>
                    <a:pt x="6939" y="1735"/>
                    <a:pt x="7076" y="1643"/>
                    <a:pt x="7236" y="1552"/>
                  </a:cubicBezTo>
                  <a:close/>
                  <a:moveTo>
                    <a:pt x="5980" y="1575"/>
                  </a:moveTo>
                  <a:cubicBezTo>
                    <a:pt x="6163" y="1689"/>
                    <a:pt x="6323" y="1780"/>
                    <a:pt x="6482" y="1894"/>
                  </a:cubicBezTo>
                  <a:lnTo>
                    <a:pt x="5866" y="2237"/>
                  </a:lnTo>
                  <a:cubicBezTo>
                    <a:pt x="5706" y="2123"/>
                    <a:pt x="5524" y="2031"/>
                    <a:pt x="5364" y="1940"/>
                  </a:cubicBezTo>
                  <a:lnTo>
                    <a:pt x="5980" y="1575"/>
                  </a:lnTo>
                  <a:close/>
                  <a:moveTo>
                    <a:pt x="4725" y="1620"/>
                  </a:moveTo>
                  <a:cubicBezTo>
                    <a:pt x="4885" y="1712"/>
                    <a:pt x="5067" y="1803"/>
                    <a:pt x="5227" y="1894"/>
                  </a:cubicBezTo>
                  <a:lnTo>
                    <a:pt x="4588" y="2260"/>
                  </a:lnTo>
                  <a:cubicBezTo>
                    <a:pt x="4428" y="2168"/>
                    <a:pt x="4246" y="2077"/>
                    <a:pt x="4086" y="1986"/>
                  </a:cubicBezTo>
                  <a:lnTo>
                    <a:pt x="4725" y="1620"/>
                  </a:lnTo>
                  <a:close/>
                  <a:moveTo>
                    <a:pt x="9153" y="1826"/>
                  </a:moveTo>
                  <a:lnTo>
                    <a:pt x="9724" y="2168"/>
                  </a:lnTo>
                  <a:cubicBezTo>
                    <a:pt x="9495" y="2282"/>
                    <a:pt x="9290" y="2397"/>
                    <a:pt x="9062" y="2511"/>
                  </a:cubicBezTo>
                  <a:lnTo>
                    <a:pt x="8537" y="2214"/>
                  </a:lnTo>
                  <a:lnTo>
                    <a:pt x="8514" y="2214"/>
                  </a:lnTo>
                  <a:cubicBezTo>
                    <a:pt x="8719" y="2077"/>
                    <a:pt x="8948" y="1963"/>
                    <a:pt x="9153" y="1826"/>
                  </a:cubicBezTo>
                  <a:close/>
                  <a:moveTo>
                    <a:pt x="7829" y="1917"/>
                  </a:moveTo>
                  <a:cubicBezTo>
                    <a:pt x="8012" y="2008"/>
                    <a:pt x="8194" y="2123"/>
                    <a:pt x="8377" y="2214"/>
                  </a:cubicBezTo>
                  <a:cubicBezTo>
                    <a:pt x="8263" y="2282"/>
                    <a:pt x="8126" y="2351"/>
                    <a:pt x="8012" y="2397"/>
                  </a:cubicBezTo>
                  <a:lnTo>
                    <a:pt x="7784" y="2533"/>
                  </a:lnTo>
                  <a:cubicBezTo>
                    <a:pt x="7601" y="2442"/>
                    <a:pt x="7418" y="2351"/>
                    <a:pt x="7259" y="2260"/>
                  </a:cubicBezTo>
                  <a:lnTo>
                    <a:pt x="7418" y="2145"/>
                  </a:lnTo>
                  <a:cubicBezTo>
                    <a:pt x="7555" y="2077"/>
                    <a:pt x="7692" y="1986"/>
                    <a:pt x="7829" y="1917"/>
                  </a:cubicBezTo>
                  <a:close/>
                  <a:moveTo>
                    <a:pt x="6574" y="1940"/>
                  </a:moveTo>
                  <a:cubicBezTo>
                    <a:pt x="6756" y="2031"/>
                    <a:pt x="6916" y="2145"/>
                    <a:pt x="7099" y="2237"/>
                  </a:cubicBezTo>
                  <a:lnTo>
                    <a:pt x="6482" y="2579"/>
                  </a:lnTo>
                  <a:cubicBezTo>
                    <a:pt x="6323" y="2465"/>
                    <a:pt x="6140" y="2374"/>
                    <a:pt x="5980" y="2282"/>
                  </a:cubicBezTo>
                  <a:lnTo>
                    <a:pt x="6574" y="1940"/>
                  </a:lnTo>
                  <a:close/>
                  <a:moveTo>
                    <a:pt x="5318" y="1963"/>
                  </a:moveTo>
                  <a:cubicBezTo>
                    <a:pt x="5478" y="2054"/>
                    <a:pt x="5661" y="2168"/>
                    <a:pt x="5821" y="2260"/>
                  </a:cubicBezTo>
                  <a:lnTo>
                    <a:pt x="5204" y="2602"/>
                  </a:lnTo>
                  <a:cubicBezTo>
                    <a:pt x="5045" y="2511"/>
                    <a:pt x="4862" y="2419"/>
                    <a:pt x="4702" y="2328"/>
                  </a:cubicBezTo>
                  <a:lnTo>
                    <a:pt x="5318" y="1963"/>
                  </a:lnTo>
                  <a:close/>
                  <a:moveTo>
                    <a:pt x="4063" y="1986"/>
                  </a:moveTo>
                  <a:cubicBezTo>
                    <a:pt x="4223" y="2077"/>
                    <a:pt x="4383" y="2191"/>
                    <a:pt x="4565" y="2282"/>
                  </a:cubicBezTo>
                  <a:lnTo>
                    <a:pt x="4291" y="2419"/>
                  </a:lnTo>
                  <a:lnTo>
                    <a:pt x="3926" y="2625"/>
                  </a:lnTo>
                  <a:cubicBezTo>
                    <a:pt x="3766" y="2533"/>
                    <a:pt x="3584" y="2442"/>
                    <a:pt x="3424" y="2351"/>
                  </a:cubicBezTo>
                  <a:lnTo>
                    <a:pt x="3903" y="2077"/>
                  </a:lnTo>
                  <a:lnTo>
                    <a:pt x="4063" y="1986"/>
                  </a:lnTo>
                  <a:close/>
                  <a:moveTo>
                    <a:pt x="9769" y="2191"/>
                  </a:moveTo>
                  <a:lnTo>
                    <a:pt x="10317" y="2511"/>
                  </a:lnTo>
                  <a:cubicBezTo>
                    <a:pt x="10112" y="2625"/>
                    <a:pt x="9883" y="2739"/>
                    <a:pt x="9678" y="2853"/>
                  </a:cubicBezTo>
                  <a:lnTo>
                    <a:pt x="9130" y="2556"/>
                  </a:lnTo>
                  <a:cubicBezTo>
                    <a:pt x="9336" y="2442"/>
                    <a:pt x="9541" y="2305"/>
                    <a:pt x="9769" y="2191"/>
                  </a:cubicBezTo>
                  <a:close/>
                  <a:moveTo>
                    <a:pt x="8445" y="2260"/>
                  </a:moveTo>
                  <a:cubicBezTo>
                    <a:pt x="8468" y="2282"/>
                    <a:pt x="8491" y="2282"/>
                    <a:pt x="8491" y="2305"/>
                  </a:cubicBezTo>
                  <a:lnTo>
                    <a:pt x="8970" y="2579"/>
                  </a:lnTo>
                  <a:cubicBezTo>
                    <a:pt x="8879" y="2625"/>
                    <a:pt x="8765" y="2670"/>
                    <a:pt x="8651" y="2739"/>
                  </a:cubicBezTo>
                  <a:lnTo>
                    <a:pt x="8400" y="2876"/>
                  </a:lnTo>
                  <a:lnTo>
                    <a:pt x="7875" y="2602"/>
                  </a:lnTo>
                  <a:lnTo>
                    <a:pt x="8057" y="2488"/>
                  </a:lnTo>
                  <a:cubicBezTo>
                    <a:pt x="8194" y="2419"/>
                    <a:pt x="8309" y="2328"/>
                    <a:pt x="8445" y="2260"/>
                  </a:cubicBezTo>
                  <a:close/>
                  <a:moveTo>
                    <a:pt x="7190" y="2282"/>
                  </a:moveTo>
                  <a:cubicBezTo>
                    <a:pt x="7350" y="2397"/>
                    <a:pt x="7532" y="2488"/>
                    <a:pt x="7692" y="2579"/>
                  </a:cubicBezTo>
                  <a:lnTo>
                    <a:pt x="7122" y="2922"/>
                  </a:lnTo>
                  <a:cubicBezTo>
                    <a:pt x="6939" y="2807"/>
                    <a:pt x="6756" y="2716"/>
                    <a:pt x="6597" y="2625"/>
                  </a:cubicBezTo>
                  <a:lnTo>
                    <a:pt x="7190" y="2282"/>
                  </a:lnTo>
                  <a:close/>
                  <a:moveTo>
                    <a:pt x="5912" y="2305"/>
                  </a:moveTo>
                  <a:cubicBezTo>
                    <a:pt x="6094" y="2419"/>
                    <a:pt x="6254" y="2511"/>
                    <a:pt x="6414" y="2602"/>
                  </a:cubicBezTo>
                  <a:lnTo>
                    <a:pt x="5821" y="2944"/>
                  </a:lnTo>
                  <a:cubicBezTo>
                    <a:pt x="5661" y="2853"/>
                    <a:pt x="5478" y="2762"/>
                    <a:pt x="5318" y="2670"/>
                  </a:cubicBezTo>
                  <a:lnTo>
                    <a:pt x="5912" y="2305"/>
                  </a:lnTo>
                  <a:close/>
                  <a:moveTo>
                    <a:pt x="4656" y="2351"/>
                  </a:moveTo>
                  <a:cubicBezTo>
                    <a:pt x="4816" y="2442"/>
                    <a:pt x="4999" y="2533"/>
                    <a:pt x="5159" y="2625"/>
                  </a:cubicBezTo>
                  <a:lnTo>
                    <a:pt x="4930" y="2762"/>
                  </a:lnTo>
                  <a:lnTo>
                    <a:pt x="4542" y="2967"/>
                  </a:lnTo>
                  <a:cubicBezTo>
                    <a:pt x="4383" y="2876"/>
                    <a:pt x="4200" y="2785"/>
                    <a:pt x="4040" y="2693"/>
                  </a:cubicBezTo>
                  <a:lnTo>
                    <a:pt x="4337" y="2533"/>
                  </a:lnTo>
                  <a:lnTo>
                    <a:pt x="4656" y="2351"/>
                  </a:lnTo>
                  <a:close/>
                  <a:moveTo>
                    <a:pt x="3401" y="2351"/>
                  </a:moveTo>
                  <a:cubicBezTo>
                    <a:pt x="3561" y="2465"/>
                    <a:pt x="3721" y="2556"/>
                    <a:pt x="3903" y="2648"/>
                  </a:cubicBezTo>
                  <a:lnTo>
                    <a:pt x="3264" y="3013"/>
                  </a:lnTo>
                  <a:cubicBezTo>
                    <a:pt x="3104" y="2922"/>
                    <a:pt x="2922" y="2807"/>
                    <a:pt x="2762" y="2716"/>
                  </a:cubicBezTo>
                  <a:lnTo>
                    <a:pt x="3401" y="2351"/>
                  </a:lnTo>
                  <a:close/>
                  <a:moveTo>
                    <a:pt x="10363" y="2533"/>
                  </a:moveTo>
                  <a:lnTo>
                    <a:pt x="10933" y="2853"/>
                  </a:lnTo>
                  <a:cubicBezTo>
                    <a:pt x="10728" y="2967"/>
                    <a:pt x="10500" y="3081"/>
                    <a:pt x="10294" y="3218"/>
                  </a:cubicBezTo>
                  <a:lnTo>
                    <a:pt x="9747" y="2899"/>
                  </a:lnTo>
                  <a:cubicBezTo>
                    <a:pt x="9952" y="2785"/>
                    <a:pt x="10157" y="2648"/>
                    <a:pt x="10363" y="2533"/>
                  </a:cubicBezTo>
                  <a:close/>
                  <a:moveTo>
                    <a:pt x="9039" y="2602"/>
                  </a:moveTo>
                  <a:lnTo>
                    <a:pt x="9587" y="2922"/>
                  </a:lnTo>
                  <a:cubicBezTo>
                    <a:pt x="9495" y="2967"/>
                    <a:pt x="9404" y="3013"/>
                    <a:pt x="9313" y="3058"/>
                  </a:cubicBezTo>
                  <a:lnTo>
                    <a:pt x="8993" y="3241"/>
                  </a:lnTo>
                  <a:lnTo>
                    <a:pt x="8491" y="2944"/>
                  </a:lnTo>
                  <a:lnTo>
                    <a:pt x="8697" y="2807"/>
                  </a:lnTo>
                  <a:cubicBezTo>
                    <a:pt x="8811" y="2739"/>
                    <a:pt x="8925" y="2670"/>
                    <a:pt x="9039" y="2602"/>
                  </a:cubicBezTo>
                  <a:close/>
                  <a:moveTo>
                    <a:pt x="7784" y="2648"/>
                  </a:moveTo>
                  <a:lnTo>
                    <a:pt x="8309" y="2944"/>
                  </a:lnTo>
                  <a:lnTo>
                    <a:pt x="7715" y="3264"/>
                  </a:lnTo>
                  <a:lnTo>
                    <a:pt x="7213" y="2967"/>
                  </a:lnTo>
                  <a:lnTo>
                    <a:pt x="7784" y="2648"/>
                  </a:lnTo>
                  <a:close/>
                  <a:moveTo>
                    <a:pt x="6528" y="2670"/>
                  </a:moveTo>
                  <a:cubicBezTo>
                    <a:pt x="6688" y="2762"/>
                    <a:pt x="6848" y="2853"/>
                    <a:pt x="7030" y="2967"/>
                  </a:cubicBezTo>
                  <a:lnTo>
                    <a:pt x="6437" y="3287"/>
                  </a:lnTo>
                  <a:lnTo>
                    <a:pt x="6414" y="3264"/>
                  </a:lnTo>
                  <a:cubicBezTo>
                    <a:pt x="6254" y="3173"/>
                    <a:pt x="6094" y="3081"/>
                    <a:pt x="5935" y="3013"/>
                  </a:cubicBezTo>
                  <a:lnTo>
                    <a:pt x="6528" y="2670"/>
                  </a:lnTo>
                  <a:close/>
                  <a:moveTo>
                    <a:pt x="5273" y="2693"/>
                  </a:moveTo>
                  <a:cubicBezTo>
                    <a:pt x="5433" y="2785"/>
                    <a:pt x="5592" y="2876"/>
                    <a:pt x="5752" y="2990"/>
                  </a:cubicBezTo>
                  <a:lnTo>
                    <a:pt x="5569" y="3081"/>
                  </a:lnTo>
                  <a:lnTo>
                    <a:pt x="5159" y="3310"/>
                  </a:lnTo>
                  <a:cubicBezTo>
                    <a:pt x="4999" y="3218"/>
                    <a:pt x="4816" y="3127"/>
                    <a:pt x="4656" y="3036"/>
                  </a:cubicBezTo>
                  <a:lnTo>
                    <a:pt x="4976" y="2853"/>
                  </a:lnTo>
                  <a:lnTo>
                    <a:pt x="5273" y="2693"/>
                  </a:lnTo>
                  <a:close/>
                  <a:moveTo>
                    <a:pt x="3995" y="2716"/>
                  </a:moveTo>
                  <a:cubicBezTo>
                    <a:pt x="4154" y="2807"/>
                    <a:pt x="4337" y="2899"/>
                    <a:pt x="4497" y="3013"/>
                  </a:cubicBezTo>
                  <a:lnTo>
                    <a:pt x="3880" y="3355"/>
                  </a:lnTo>
                  <a:cubicBezTo>
                    <a:pt x="3721" y="3264"/>
                    <a:pt x="3538" y="3150"/>
                    <a:pt x="3378" y="3058"/>
                  </a:cubicBezTo>
                  <a:lnTo>
                    <a:pt x="3995" y="2716"/>
                  </a:lnTo>
                  <a:close/>
                  <a:moveTo>
                    <a:pt x="2739" y="2739"/>
                  </a:moveTo>
                  <a:cubicBezTo>
                    <a:pt x="2899" y="2830"/>
                    <a:pt x="3059" y="2922"/>
                    <a:pt x="3241" y="3036"/>
                  </a:cubicBezTo>
                  <a:lnTo>
                    <a:pt x="2602" y="3378"/>
                  </a:lnTo>
                  <a:cubicBezTo>
                    <a:pt x="2442" y="3287"/>
                    <a:pt x="2260" y="3195"/>
                    <a:pt x="2077" y="3081"/>
                  </a:cubicBezTo>
                  <a:lnTo>
                    <a:pt x="2100" y="3081"/>
                  </a:lnTo>
                  <a:lnTo>
                    <a:pt x="2739" y="2739"/>
                  </a:lnTo>
                  <a:close/>
                  <a:moveTo>
                    <a:pt x="10979" y="2876"/>
                  </a:moveTo>
                  <a:lnTo>
                    <a:pt x="11550" y="3218"/>
                  </a:lnTo>
                  <a:cubicBezTo>
                    <a:pt x="11321" y="3332"/>
                    <a:pt x="11116" y="3446"/>
                    <a:pt x="10911" y="3561"/>
                  </a:cubicBezTo>
                  <a:lnTo>
                    <a:pt x="10363" y="3241"/>
                  </a:lnTo>
                  <a:cubicBezTo>
                    <a:pt x="10568" y="3127"/>
                    <a:pt x="10774" y="3013"/>
                    <a:pt x="10979" y="2876"/>
                  </a:cubicBezTo>
                  <a:close/>
                  <a:moveTo>
                    <a:pt x="9655" y="2967"/>
                  </a:moveTo>
                  <a:lnTo>
                    <a:pt x="10180" y="3264"/>
                  </a:lnTo>
                  <a:cubicBezTo>
                    <a:pt x="10112" y="3310"/>
                    <a:pt x="10020" y="3355"/>
                    <a:pt x="9952" y="3401"/>
                  </a:cubicBezTo>
                  <a:lnTo>
                    <a:pt x="9610" y="3583"/>
                  </a:lnTo>
                  <a:lnTo>
                    <a:pt x="9085" y="3287"/>
                  </a:lnTo>
                  <a:lnTo>
                    <a:pt x="9336" y="3127"/>
                  </a:lnTo>
                  <a:cubicBezTo>
                    <a:pt x="9450" y="3081"/>
                    <a:pt x="9541" y="3013"/>
                    <a:pt x="9655" y="2967"/>
                  </a:cubicBezTo>
                  <a:close/>
                  <a:moveTo>
                    <a:pt x="8400" y="2990"/>
                  </a:moveTo>
                  <a:lnTo>
                    <a:pt x="8902" y="3287"/>
                  </a:lnTo>
                  <a:lnTo>
                    <a:pt x="8331" y="3606"/>
                  </a:lnTo>
                  <a:lnTo>
                    <a:pt x="7829" y="3310"/>
                  </a:lnTo>
                  <a:lnTo>
                    <a:pt x="8400" y="2990"/>
                  </a:lnTo>
                  <a:close/>
                  <a:moveTo>
                    <a:pt x="7122" y="3013"/>
                  </a:moveTo>
                  <a:lnTo>
                    <a:pt x="7624" y="3310"/>
                  </a:lnTo>
                  <a:lnTo>
                    <a:pt x="7053" y="3629"/>
                  </a:lnTo>
                  <a:lnTo>
                    <a:pt x="6551" y="3355"/>
                  </a:lnTo>
                  <a:lnTo>
                    <a:pt x="7122" y="3013"/>
                  </a:lnTo>
                  <a:close/>
                  <a:moveTo>
                    <a:pt x="5866" y="3036"/>
                  </a:moveTo>
                  <a:cubicBezTo>
                    <a:pt x="6026" y="3150"/>
                    <a:pt x="6186" y="3241"/>
                    <a:pt x="6346" y="3332"/>
                  </a:cubicBezTo>
                  <a:lnTo>
                    <a:pt x="6209" y="3401"/>
                  </a:lnTo>
                  <a:lnTo>
                    <a:pt x="5775" y="3652"/>
                  </a:lnTo>
                  <a:lnTo>
                    <a:pt x="5706" y="3606"/>
                  </a:lnTo>
                  <a:cubicBezTo>
                    <a:pt x="5547" y="3538"/>
                    <a:pt x="5410" y="3446"/>
                    <a:pt x="5273" y="3378"/>
                  </a:cubicBezTo>
                  <a:lnTo>
                    <a:pt x="5615" y="3173"/>
                  </a:lnTo>
                  <a:lnTo>
                    <a:pt x="5866" y="3036"/>
                  </a:lnTo>
                  <a:close/>
                  <a:moveTo>
                    <a:pt x="4588" y="3058"/>
                  </a:moveTo>
                  <a:cubicBezTo>
                    <a:pt x="4771" y="3173"/>
                    <a:pt x="4930" y="3264"/>
                    <a:pt x="5090" y="3355"/>
                  </a:cubicBezTo>
                  <a:lnTo>
                    <a:pt x="4497" y="3698"/>
                  </a:lnTo>
                  <a:cubicBezTo>
                    <a:pt x="4337" y="3606"/>
                    <a:pt x="4154" y="3492"/>
                    <a:pt x="3995" y="3401"/>
                  </a:cubicBezTo>
                  <a:lnTo>
                    <a:pt x="4588" y="3058"/>
                  </a:lnTo>
                  <a:close/>
                  <a:moveTo>
                    <a:pt x="3333" y="3081"/>
                  </a:moveTo>
                  <a:cubicBezTo>
                    <a:pt x="3492" y="3195"/>
                    <a:pt x="3675" y="3287"/>
                    <a:pt x="3835" y="3378"/>
                  </a:cubicBezTo>
                  <a:lnTo>
                    <a:pt x="3241" y="3720"/>
                  </a:lnTo>
                  <a:cubicBezTo>
                    <a:pt x="3059" y="3629"/>
                    <a:pt x="2876" y="3538"/>
                    <a:pt x="2693" y="3424"/>
                  </a:cubicBezTo>
                  <a:lnTo>
                    <a:pt x="3333" y="3081"/>
                  </a:lnTo>
                  <a:close/>
                  <a:moveTo>
                    <a:pt x="2054" y="3104"/>
                  </a:moveTo>
                  <a:cubicBezTo>
                    <a:pt x="2237" y="3195"/>
                    <a:pt x="2397" y="3310"/>
                    <a:pt x="2579" y="3401"/>
                  </a:cubicBezTo>
                  <a:lnTo>
                    <a:pt x="2488" y="3446"/>
                  </a:lnTo>
                  <a:cubicBezTo>
                    <a:pt x="2305" y="3561"/>
                    <a:pt x="2146" y="3652"/>
                    <a:pt x="1963" y="3766"/>
                  </a:cubicBezTo>
                  <a:cubicBezTo>
                    <a:pt x="1780" y="3652"/>
                    <a:pt x="1598" y="3561"/>
                    <a:pt x="1415" y="3446"/>
                  </a:cubicBezTo>
                  <a:cubicBezTo>
                    <a:pt x="1621" y="3332"/>
                    <a:pt x="1849" y="3218"/>
                    <a:pt x="2054" y="3104"/>
                  </a:cubicBezTo>
                  <a:close/>
                  <a:moveTo>
                    <a:pt x="11573" y="3218"/>
                  </a:moveTo>
                  <a:lnTo>
                    <a:pt x="12098" y="3538"/>
                  </a:lnTo>
                  <a:lnTo>
                    <a:pt x="12143" y="3561"/>
                  </a:lnTo>
                  <a:cubicBezTo>
                    <a:pt x="11938" y="3675"/>
                    <a:pt x="11732" y="3789"/>
                    <a:pt x="11504" y="3903"/>
                  </a:cubicBezTo>
                  <a:lnTo>
                    <a:pt x="10956" y="3583"/>
                  </a:lnTo>
                  <a:cubicBezTo>
                    <a:pt x="11162" y="3469"/>
                    <a:pt x="11367" y="3355"/>
                    <a:pt x="11573" y="3218"/>
                  </a:cubicBezTo>
                  <a:close/>
                  <a:moveTo>
                    <a:pt x="10249" y="3310"/>
                  </a:moveTo>
                  <a:lnTo>
                    <a:pt x="10796" y="3606"/>
                  </a:lnTo>
                  <a:cubicBezTo>
                    <a:pt x="10682" y="3675"/>
                    <a:pt x="10545" y="3743"/>
                    <a:pt x="10431" y="3812"/>
                  </a:cubicBezTo>
                  <a:lnTo>
                    <a:pt x="10226" y="3926"/>
                  </a:lnTo>
                  <a:lnTo>
                    <a:pt x="9701" y="3629"/>
                  </a:lnTo>
                  <a:lnTo>
                    <a:pt x="9998" y="3469"/>
                  </a:lnTo>
                  <a:cubicBezTo>
                    <a:pt x="10066" y="3424"/>
                    <a:pt x="10157" y="3355"/>
                    <a:pt x="10249" y="3310"/>
                  </a:cubicBezTo>
                  <a:close/>
                  <a:moveTo>
                    <a:pt x="8993" y="3332"/>
                  </a:moveTo>
                  <a:lnTo>
                    <a:pt x="9518" y="3629"/>
                  </a:lnTo>
                  <a:lnTo>
                    <a:pt x="8948" y="3949"/>
                  </a:lnTo>
                  <a:lnTo>
                    <a:pt x="8445" y="3652"/>
                  </a:lnTo>
                  <a:lnTo>
                    <a:pt x="8993" y="3332"/>
                  </a:lnTo>
                  <a:close/>
                  <a:moveTo>
                    <a:pt x="7738" y="3355"/>
                  </a:moveTo>
                  <a:lnTo>
                    <a:pt x="8240" y="3652"/>
                  </a:lnTo>
                  <a:lnTo>
                    <a:pt x="7669" y="3971"/>
                  </a:lnTo>
                  <a:lnTo>
                    <a:pt x="7167" y="3698"/>
                  </a:lnTo>
                  <a:lnTo>
                    <a:pt x="7738" y="3355"/>
                  </a:lnTo>
                  <a:close/>
                  <a:moveTo>
                    <a:pt x="6460" y="3401"/>
                  </a:moveTo>
                  <a:lnTo>
                    <a:pt x="6962" y="3675"/>
                  </a:lnTo>
                  <a:lnTo>
                    <a:pt x="6848" y="3743"/>
                  </a:lnTo>
                  <a:lnTo>
                    <a:pt x="6391" y="3994"/>
                  </a:lnTo>
                  <a:lnTo>
                    <a:pt x="5889" y="3720"/>
                  </a:lnTo>
                  <a:lnTo>
                    <a:pt x="6277" y="3515"/>
                  </a:lnTo>
                  <a:lnTo>
                    <a:pt x="6460" y="3401"/>
                  </a:lnTo>
                  <a:close/>
                  <a:moveTo>
                    <a:pt x="5204" y="3424"/>
                  </a:moveTo>
                  <a:cubicBezTo>
                    <a:pt x="5341" y="3515"/>
                    <a:pt x="5501" y="3606"/>
                    <a:pt x="5661" y="3675"/>
                  </a:cubicBezTo>
                  <a:lnTo>
                    <a:pt x="5684" y="3698"/>
                  </a:lnTo>
                  <a:lnTo>
                    <a:pt x="5113" y="4040"/>
                  </a:lnTo>
                  <a:lnTo>
                    <a:pt x="4999" y="3949"/>
                  </a:lnTo>
                  <a:cubicBezTo>
                    <a:pt x="4862" y="3880"/>
                    <a:pt x="4725" y="3812"/>
                    <a:pt x="4611" y="3743"/>
                  </a:cubicBezTo>
                  <a:lnTo>
                    <a:pt x="5204" y="3424"/>
                  </a:lnTo>
                  <a:close/>
                  <a:moveTo>
                    <a:pt x="3926" y="3446"/>
                  </a:moveTo>
                  <a:cubicBezTo>
                    <a:pt x="4109" y="3538"/>
                    <a:pt x="4268" y="3629"/>
                    <a:pt x="4428" y="3743"/>
                  </a:cubicBezTo>
                  <a:lnTo>
                    <a:pt x="3858" y="4063"/>
                  </a:lnTo>
                  <a:cubicBezTo>
                    <a:pt x="3675" y="3971"/>
                    <a:pt x="3492" y="3880"/>
                    <a:pt x="3310" y="3766"/>
                  </a:cubicBezTo>
                  <a:lnTo>
                    <a:pt x="3926" y="3446"/>
                  </a:lnTo>
                  <a:close/>
                  <a:moveTo>
                    <a:pt x="2671" y="3446"/>
                  </a:moveTo>
                  <a:cubicBezTo>
                    <a:pt x="2830" y="3561"/>
                    <a:pt x="3013" y="3652"/>
                    <a:pt x="3173" y="3766"/>
                  </a:cubicBezTo>
                  <a:lnTo>
                    <a:pt x="3127" y="3789"/>
                  </a:lnTo>
                  <a:cubicBezTo>
                    <a:pt x="2945" y="3880"/>
                    <a:pt x="2762" y="3994"/>
                    <a:pt x="2579" y="4108"/>
                  </a:cubicBezTo>
                  <a:cubicBezTo>
                    <a:pt x="2397" y="3994"/>
                    <a:pt x="2214" y="3903"/>
                    <a:pt x="2032" y="3812"/>
                  </a:cubicBezTo>
                  <a:cubicBezTo>
                    <a:pt x="2191" y="3720"/>
                    <a:pt x="2374" y="3629"/>
                    <a:pt x="2534" y="3538"/>
                  </a:cubicBezTo>
                  <a:lnTo>
                    <a:pt x="2671" y="3446"/>
                  </a:lnTo>
                  <a:close/>
                  <a:moveTo>
                    <a:pt x="1370" y="3469"/>
                  </a:moveTo>
                  <a:cubicBezTo>
                    <a:pt x="1552" y="3583"/>
                    <a:pt x="1735" y="3675"/>
                    <a:pt x="1917" y="3789"/>
                  </a:cubicBezTo>
                  <a:cubicBezTo>
                    <a:pt x="1712" y="3903"/>
                    <a:pt x="1507" y="4040"/>
                    <a:pt x="1324" y="4154"/>
                  </a:cubicBezTo>
                  <a:cubicBezTo>
                    <a:pt x="1119" y="4040"/>
                    <a:pt x="913" y="3926"/>
                    <a:pt x="731" y="3812"/>
                  </a:cubicBezTo>
                  <a:cubicBezTo>
                    <a:pt x="936" y="3698"/>
                    <a:pt x="1164" y="3583"/>
                    <a:pt x="1370" y="3469"/>
                  </a:cubicBezTo>
                  <a:close/>
                  <a:moveTo>
                    <a:pt x="12189" y="3583"/>
                  </a:moveTo>
                  <a:lnTo>
                    <a:pt x="12759" y="3903"/>
                  </a:lnTo>
                  <a:cubicBezTo>
                    <a:pt x="12554" y="4017"/>
                    <a:pt x="12326" y="4131"/>
                    <a:pt x="12120" y="4245"/>
                  </a:cubicBezTo>
                  <a:lnTo>
                    <a:pt x="11573" y="3926"/>
                  </a:lnTo>
                  <a:cubicBezTo>
                    <a:pt x="11778" y="3812"/>
                    <a:pt x="11983" y="3698"/>
                    <a:pt x="12189" y="3583"/>
                  </a:cubicBezTo>
                  <a:close/>
                  <a:moveTo>
                    <a:pt x="10865" y="3652"/>
                  </a:moveTo>
                  <a:lnTo>
                    <a:pt x="11390" y="3971"/>
                  </a:lnTo>
                  <a:cubicBezTo>
                    <a:pt x="11299" y="4017"/>
                    <a:pt x="11185" y="4063"/>
                    <a:pt x="11093" y="4131"/>
                  </a:cubicBezTo>
                  <a:lnTo>
                    <a:pt x="10842" y="4268"/>
                  </a:lnTo>
                  <a:lnTo>
                    <a:pt x="10317" y="3971"/>
                  </a:lnTo>
                  <a:lnTo>
                    <a:pt x="10477" y="3880"/>
                  </a:lnTo>
                  <a:cubicBezTo>
                    <a:pt x="10614" y="3812"/>
                    <a:pt x="10728" y="3720"/>
                    <a:pt x="10865" y="3652"/>
                  </a:cubicBezTo>
                  <a:close/>
                  <a:moveTo>
                    <a:pt x="9610" y="3675"/>
                  </a:moveTo>
                  <a:lnTo>
                    <a:pt x="10112" y="3971"/>
                  </a:lnTo>
                  <a:lnTo>
                    <a:pt x="9564" y="4291"/>
                  </a:lnTo>
                  <a:lnTo>
                    <a:pt x="9039" y="3994"/>
                  </a:lnTo>
                  <a:lnTo>
                    <a:pt x="9610" y="3675"/>
                  </a:lnTo>
                  <a:close/>
                  <a:moveTo>
                    <a:pt x="8331" y="3720"/>
                  </a:moveTo>
                  <a:lnTo>
                    <a:pt x="8834" y="3994"/>
                  </a:lnTo>
                  <a:lnTo>
                    <a:pt x="8286" y="4314"/>
                  </a:lnTo>
                  <a:lnTo>
                    <a:pt x="7784" y="4040"/>
                  </a:lnTo>
                  <a:lnTo>
                    <a:pt x="8331" y="3720"/>
                  </a:lnTo>
                  <a:close/>
                  <a:moveTo>
                    <a:pt x="7076" y="3743"/>
                  </a:moveTo>
                  <a:lnTo>
                    <a:pt x="7555" y="4017"/>
                  </a:lnTo>
                  <a:lnTo>
                    <a:pt x="7487" y="4063"/>
                  </a:lnTo>
                  <a:lnTo>
                    <a:pt x="7007" y="4337"/>
                  </a:lnTo>
                  <a:lnTo>
                    <a:pt x="6505" y="4063"/>
                  </a:lnTo>
                  <a:lnTo>
                    <a:pt x="6916" y="3835"/>
                  </a:lnTo>
                  <a:lnTo>
                    <a:pt x="7076" y="3743"/>
                  </a:lnTo>
                  <a:close/>
                  <a:moveTo>
                    <a:pt x="5798" y="3766"/>
                  </a:moveTo>
                  <a:lnTo>
                    <a:pt x="6300" y="4063"/>
                  </a:lnTo>
                  <a:lnTo>
                    <a:pt x="5729" y="4382"/>
                  </a:lnTo>
                  <a:lnTo>
                    <a:pt x="5227" y="4086"/>
                  </a:lnTo>
                  <a:lnTo>
                    <a:pt x="5798" y="3766"/>
                  </a:lnTo>
                  <a:close/>
                  <a:moveTo>
                    <a:pt x="4520" y="3789"/>
                  </a:moveTo>
                  <a:cubicBezTo>
                    <a:pt x="4679" y="3880"/>
                    <a:pt x="4816" y="3949"/>
                    <a:pt x="4953" y="4040"/>
                  </a:cubicBezTo>
                  <a:lnTo>
                    <a:pt x="5045" y="4086"/>
                  </a:lnTo>
                  <a:lnTo>
                    <a:pt x="4474" y="4405"/>
                  </a:lnTo>
                  <a:lnTo>
                    <a:pt x="4268" y="4314"/>
                  </a:lnTo>
                  <a:cubicBezTo>
                    <a:pt x="4154" y="4245"/>
                    <a:pt x="4040" y="4177"/>
                    <a:pt x="3949" y="4108"/>
                  </a:cubicBezTo>
                  <a:lnTo>
                    <a:pt x="4520" y="3789"/>
                  </a:lnTo>
                  <a:close/>
                  <a:moveTo>
                    <a:pt x="3264" y="3812"/>
                  </a:moveTo>
                  <a:cubicBezTo>
                    <a:pt x="3424" y="3903"/>
                    <a:pt x="3607" y="4017"/>
                    <a:pt x="3766" y="4108"/>
                  </a:cubicBezTo>
                  <a:cubicBezTo>
                    <a:pt x="3584" y="4223"/>
                    <a:pt x="3401" y="4337"/>
                    <a:pt x="3196" y="4451"/>
                  </a:cubicBezTo>
                  <a:cubicBezTo>
                    <a:pt x="3013" y="4337"/>
                    <a:pt x="2830" y="4245"/>
                    <a:pt x="2648" y="4131"/>
                  </a:cubicBezTo>
                  <a:cubicBezTo>
                    <a:pt x="2830" y="4040"/>
                    <a:pt x="2990" y="3949"/>
                    <a:pt x="3173" y="3857"/>
                  </a:cubicBezTo>
                  <a:lnTo>
                    <a:pt x="3264" y="3812"/>
                  </a:lnTo>
                  <a:close/>
                  <a:moveTo>
                    <a:pt x="1986" y="3835"/>
                  </a:moveTo>
                  <a:cubicBezTo>
                    <a:pt x="2169" y="3926"/>
                    <a:pt x="2351" y="4040"/>
                    <a:pt x="2534" y="4131"/>
                  </a:cubicBezTo>
                  <a:cubicBezTo>
                    <a:pt x="2328" y="4268"/>
                    <a:pt x="2123" y="4382"/>
                    <a:pt x="1940" y="4496"/>
                  </a:cubicBezTo>
                  <a:cubicBezTo>
                    <a:pt x="1735" y="4382"/>
                    <a:pt x="1552" y="4268"/>
                    <a:pt x="1347" y="4177"/>
                  </a:cubicBezTo>
                  <a:cubicBezTo>
                    <a:pt x="1552" y="4063"/>
                    <a:pt x="1780" y="3949"/>
                    <a:pt x="1986" y="3835"/>
                  </a:cubicBezTo>
                  <a:close/>
                  <a:moveTo>
                    <a:pt x="12805" y="3926"/>
                  </a:moveTo>
                  <a:lnTo>
                    <a:pt x="13376" y="4245"/>
                  </a:lnTo>
                  <a:cubicBezTo>
                    <a:pt x="13147" y="4359"/>
                    <a:pt x="12942" y="4474"/>
                    <a:pt x="12714" y="4588"/>
                  </a:cubicBezTo>
                  <a:lnTo>
                    <a:pt x="12189" y="4291"/>
                  </a:lnTo>
                  <a:cubicBezTo>
                    <a:pt x="12394" y="4154"/>
                    <a:pt x="12600" y="4040"/>
                    <a:pt x="12805" y="3926"/>
                  </a:cubicBezTo>
                  <a:close/>
                  <a:moveTo>
                    <a:pt x="11458" y="3994"/>
                  </a:moveTo>
                  <a:lnTo>
                    <a:pt x="11504" y="4017"/>
                  </a:lnTo>
                  <a:lnTo>
                    <a:pt x="12006" y="4314"/>
                  </a:lnTo>
                  <a:cubicBezTo>
                    <a:pt x="11915" y="4359"/>
                    <a:pt x="11824" y="4405"/>
                    <a:pt x="11732" y="4451"/>
                  </a:cubicBezTo>
                  <a:lnTo>
                    <a:pt x="11436" y="4611"/>
                  </a:lnTo>
                  <a:lnTo>
                    <a:pt x="10933" y="4314"/>
                  </a:lnTo>
                  <a:lnTo>
                    <a:pt x="11116" y="4200"/>
                  </a:lnTo>
                  <a:cubicBezTo>
                    <a:pt x="11230" y="4131"/>
                    <a:pt x="11344" y="4063"/>
                    <a:pt x="11458" y="3994"/>
                  </a:cubicBezTo>
                  <a:close/>
                  <a:moveTo>
                    <a:pt x="10203" y="4040"/>
                  </a:moveTo>
                  <a:lnTo>
                    <a:pt x="10728" y="4337"/>
                  </a:lnTo>
                  <a:lnTo>
                    <a:pt x="10157" y="4633"/>
                  </a:lnTo>
                  <a:lnTo>
                    <a:pt x="10135" y="4611"/>
                  </a:lnTo>
                  <a:lnTo>
                    <a:pt x="9655" y="4337"/>
                  </a:lnTo>
                  <a:lnTo>
                    <a:pt x="10203" y="4040"/>
                  </a:lnTo>
                  <a:close/>
                  <a:moveTo>
                    <a:pt x="8948" y="4063"/>
                  </a:moveTo>
                  <a:lnTo>
                    <a:pt x="9450" y="4359"/>
                  </a:lnTo>
                  <a:lnTo>
                    <a:pt x="8879" y="4656"/>
                  </a:lnTo>
                  <a:lnTo>
                    <a:pt x="8377" y="4382"/>
                  </a:lnTo>
                  <a:lnTo>
                    <a:pt x="8948" y="4063"/>
                  </a:lnTo>
                  <a:close/>
                  <a:moveTo>
                    <a:pt x="7669" y="4086"/>
                  </a:moveTo>
                  <a:lnTo>
                    <a:pt x="8172" y="4382"/>
                  </a:lnTo>
                  <a:lnTo>
                    <a:pt x="8126" y="4405"/>
                  </a:lnTo>
                  <a:lnTo>
                    <a:pt x="7624" y="4702"/>
                  </a:lnTo>
                  <a:lnTo>
                    <a:pt x="7122" y="4405"/>
                  </a:lnTo>
                  <a:lnTo>
                    <a:pt x="7555" y="4154"/>
                  </a:lnTo>
                  <a:lnTo>
                    <a:pt x="7669" y="4086"/>
                  </a:lnTo>
                  <a:close/>
                  <a:moveTo>
                    <a:pt x="6414" y="4108"/>
                  </a:moveTo>
                  <a:lnTo>
                    <a:pt x="6916" y="4405"/>
                  </a:lnTo>
                  <a:lnTo>
                    <a:pt x="6346" y="4725"/>
                  </a:lnTo>
                  <a:lnTo>
                    <a:pt x="5821" y="4428"/>
                  </a:lnTo>
                  <a:lnTo>
                    <a:pt x="6414" y="4108"/>
                  </a:lnTo>
                  <a:close/>
                  <a:moveTo>
                    <a:pt x="5136" y="4131"/>
                  </a:moveTo>
                  <a:lnTo>
                    <a:pt x="5638" y="4428"/>
                  </a:lnTo>
                  <a:lnTo>
                    <a:pt x="5067" y="4748"/>
                  </a:lnTo>
                  <a:lnTo>
                    <a:pt x="4542" y="4451"/>
                  </a:lnTo>
                  <a:lnTo>
                    <a:pt x="5136" y="4131"/>
                  </a:lnTo>
                  <a:close/>
                  <a:moveTo>
                    <a:pt x="3858" y="4154"/>
                  </a:moveTo>
                  <a:cubicBezTo>
                    <a:pt x="3995" y="4223"/>
                    <a:pt x="4109" y="4314"/>
                    <a:pt x="4246" y="4382"/>
                  </a:cubicBezTo>
                  <a:lnTo>
                    <a:pt x="4383" y="4451"/>
                  </a:lnTo>
                  <a:cubicBezTo>
                    <a:pt x="4200" y="4565"/>
                    <a:pt x="3995" y="4679"/>
                    <a:pt x="3812" y="4793"/>
                  </a:cubicBezTo>
                  <a:lnTo>
                    <a:pt x="3561" y="4656"/>
                  </a:lnTo>
                  <a:cubicBezTo>
                    <a:pt x="3470" y="4588"/>
                    <a:pt x="3355" y="4542"/>
                    <a:pt x="3264" y="4474"/>
                  </a:cubicBezTo>
                  <a:cubicBezTo>
                    <a:pt x="3447" y="4382"/>
                    <a:pt x="3629" y="4291"/>
                    <a:pt x="3812" y="4177"/>
                  </a:cubicBezTo>
                  <a:lnTo>
                    <a:pt x="3858" y="4154"/>
                  </a:lnTo>
                  <a:close/>
                  <a:moveTo>
                    <a:pt x="2579" y="4177"/>
                  </a:moveTo>
                  <a:cubicBezTo>
                    <a:pt x="2762" y="4291"/>
                    <a:pt x="2945" y="4382"/>
                    <a:pt x="3127" y="4496"/>
                  </a:cubicBezTo>
                  <a:cubicBezTo>
                    <a:pt x="2945" y="4611"/>
                    <a:pt x="2739" y="4725"/>
                    <a:pt x="2557" y="4839"/>
                  </a:cubicBezTo>
                  <a:cubicBezTo>
                    <a:pt x="2351" y="4725"/>
                    <a:pt x="2169" y="4611"/>
                    <a:pt x="1963" y="4496"/>
                  </a:cubicBezTo>
                  <a:cubicBezTo>
                    <a:pt x="2169" y="4405"/>
                    <a:pt x="2374" y="4291"/>
                    <a:pt x="2579" y="4177"/>
                  </a:cubicBezTo>
                  <a:close/>
                  <a:moveTo>
                    <a:pt x="12075" y="4337"/>
                  </a:moveTo>
                  <a:lnTo>
                    <a:pt x="12623" y="4656"/>
                  </a:lnTo>
                  <a:cubicBezTo>
                    <a:pt x="12531" y="4702"/>
                    <a:pt x="12440" y="4748"/>
                    <a:pt x="12371" y="4793"/>
                  </a:cubicBezTo>
                  <a:lnTo>
                    <a:pt x="12052" y="4953"/>
                  </a:lnTo>
                  <a:lnTo>
                    <a:pt x="11527" y="4656"/>
                  </a:lnTo>
                  <a:lnTo>
                    <a:pt x="11755" y="4542"/>
                  </a:lnTo>
                  <a:cubicBezTo>
                    <a:pt x="11869" y="4474"/>
                    <a:pt x="11983" y="4405"/>
                    <a:pt x="12075" y="4337"/>
                  </a:cubicBezTo>
                  <a:close/>
                  <a:moveTo>
                    <a:pt x="13399" y="4268"/>
                  </a:moveTo>
                  <a:lnTo>
                    <a:pt x="13992" y="4588"/>
                  </a:lnTo>
                  <a:cubicBezTo>
                    <a:pt x="13764" y="4702"/>
                    <a:pt x="13558" y="4816"/>
                    <a:pt x="13330" y="4953"/>
                  </a:cubicBezTo>
                  <a:lnTo>
                    <a:pt x="12782" y="4633"/>
                  </a:lnTo>
                  <a:cubicBezTo>
                    <a:pt x="12988" y="4519"/>
                    <a:pt x="13193" y="4382"/>
                    <a:pt x="13399" y="4268"/>
                  </a:cubicBezTo>
                  <a:close/>
                  <a:moveTo>
                    <a:pt x="10819" y="4382"/>
                  </a:moveTo>
                  <a:lnTo>
                    <a:pt x="11321" y="4679"/>
                  </a:lnTo>
                  <a:lnTo>
                    <a:pt x="10774" y="4976"/>
                  </a:lnTo>
                  <a:lnTo>
                    <a:pt x="10271" y="4702"/>
                  </a:lnTo>
                  <a:lnTo>
                    <a:pt x="10819" y="4382"/>
                  </a:lnTo>
                  <a:close/>
                  <a:moveTo>
                    <a:pt x="9541" y="4405"/>
                  </a:moveTo>
                  <a:lnTo>
                    <a:pt x="10043" y="4702"/>
                  </a:lnTo>
                  <a:lnTo>
                    <a:pt x="9495" y="4999"/>
                  </a:lnTo>
                  <a:lnTo>
                    <a:pt x="9404" y="4953"/>
                  </a:lnTo>
                  <a:lnTo>
                    <a:pt x="8993" y="4725"/>
                  </a:lnTo>
                  <a:lnTo>
                    <a:pt x="9541" y="4405"/>
                  </a:lnTo>
                  <a:close/>
                  <a:moveTo>
                    <a:pt x="8286" y="4428"/>
                  </a:moveTo>
                  <a:lnTo>
                    <a:pt x="8788" y="4725"/>
                  </a:lnTo>
                  <a:lnTo>
                    <a:pt x="8628" y="4793"/>
                  </a:lnTo>
                  <a:lnTo>
                    <a:pt x="8217" y="5044"/>
                  </a:lnTo>
                  <a:lnTo>
                    <a:pt x="7715" y="4748"/>
                  </a:lnTo>
                  <a:lnTo>
                    <a:pt x="8194" y="4496"/>
                  </a:lnTo>
                  <a:lnTo>
                    <a:pt x="8286" y="4428"/>
                  </a:lnTo>
                  <a:close/>
                  <a:moveTo>
                    <a:pt x="7007" y="4474"/>
                  </a:moveTo>
                  <a:lnTo>
                    <a:pt x="7510" y="4748"/>
                  </a:lnTo>
                  <a:lnTo>
                    <a:pt x="6962" y="5067"/>
                  </a:lnTo>
                  <a:lnTo>
                    <a:pt x="6437" y="4770"/>
                  </a:lnTo>
                  <a:lnTo>
                    <a:pt x="7007" y="4474"/>
                  </a:lnTo>
                  <a:close/>
                  <a:moveTo>
                    <a:pt x="5729" y="4496"/>
                  </a:moveTo>
                  <a:lnTo>
                    <a:pt x="6254" y="4770"/>
                  </a:lnTo>
                  <a:lnTo>
                    <a:pt x="5706" y="5090"/>
                  </a:lnTo>
                  <a:lnTo>
                    <a:pt x="5684" y="5090"/>
                  </a:lnTo>
                  <a:lnTo>
                    <a:pt x="5159" y="4816"/>
                  </a:lnTo>
                  <a:lnTo>
                    <a:pt x="5729" y="4496"/>
                  </a:lnTo>
                  <a:close/>
                  <a:moveTo>
                    <a:pt x="4474" y="4519"/>
                  </a:moveTo>
                  <a:lnTo>
                    <a:pt x="4976" y="4816"/>
                  </a:lnTo>
                  <a:cubicBezTo>
                    <a:pt x="4793" y="4907"/>
                    <a:pt x="4611" y="5021"/>
                    <a:pt x="4428" y="5136"/>
                  </a:cubicBezTo>
                  <a:lnTo>
                    <a:pt x="3880" y="4816"/>
                  </a:lnTo>
                  <a:cubicBezTo>
                    <a:pt x="4063" y="4725"/>
                    <a:pt x="4268" y="4611"/>
                    <a:pt x="4451" y="4519"/>
                  </a:cubicBezTo>
                  <a:close/>
                  <a:moveTo>
                    <a:pt x="3173" y="4519"/>
                  </a:moveTo>
                  <a:cubicBezTo>
                    <a:pt x="3287" y="4588"/>
                    <a:pt x="3401" y="4656"/>
                    <a:pt x="3515" y="4725"/>
                  </a:cubicBezTo>
                  <a:lnTo>
                    <a:pt x="3721" y="4839"/>
                  </a:lnTo>
                  <a:cubicBezTo>
                    <a:pt x="3538" y="4953"/>
                    <a:pt x="3355" y="5067"/>
                    <a:pt x="3173" y="5181"/>
                  </a:cubicBezTo>
                  <a:lnTo>
                    <a:pt x="3013" y="5090"/>
                  </a:lnTo>
                  <a:cubicBezTo>
                    <a:pt x="2876" y="5021"/>
                    <a:pt x="2716" y="4930"/>
                    <a:pt x="2579" y="4839"/>
                  </a:cubicBezTo>
                  <a:cubicBezTo>
                    <a:pt x="2785" y="4748"/>
                    <a:pt x="2990" y="4633"/>
                    <a:pt x="3173" y="4519"/>
                  </a:cubicBezTo>
                  <a:close/>
                  <a:moveTo>
                    <a:pt x="14015" y="4611"/>
                  </a:moveTo>
                  <a:lnTo>
                    <a:pt x="14540" y="4907"/>
                  </a:lnTo>
                  <a:cubicBezTo>
                    <a:pt x="14334" y="5021"/>
                    <a:pt x="14106" y="5136"/>
                    <a:pt x="13878" y="5273"/>
                  </a:cubicBezTo>
                  <a:lnTo>
                    <a:pt x="13399" y="4976"/>
                  </a:lnTo>
                  <a:cubicBezTo>
                    <a:pt x="13604" y="4862"/>
                    <a:pt x="13809" y="4725"/>
                    <a:pt x="14015" y="4611"/>
                  </a:cubicBezTo>
                  <a:close/>
                  <a:moveTo>
                    <a:pt x="12691" y="4702"/>
                  </a:moveTo>
                  <a:lnTo>
                    <a:pt x="13239" y="4999"/>
                  </a:lnTo>
                  <a:cubicBezTo>
                    <a:pt x="13102" y="5067"/>
                    <a:pt x="12965" y="5136"/>
                    <a:pt x="12828" y="5204"/>
                  </a:cubicBezTo>
                  <a:lnTo>
                    <a:pt x="12645" y="5318"/>
                  </a:lnTo>
                  <a:lnTo>
                    <a:pt x="12143" y="5021"/>
                  </a:lnTo>
                  <a:lnTo>
                    <a:pt x="12417" y="4862"/>
                  </a:lnTo>
                  <a:cubicBezTo>
                    <a:pt x="12508" y="4793"/>
                    <a:pt x="12600" y="4748"/>
                    <a:pt x="12691" y="4702"/>
                  </a:cubicBezTo>
                  <a:close/>
                  <a:moveTo>
                    <a:pt x="11436" y="4725"/>
                  </a:moveTo>
                  <a:lnTo>
                    <a:pt x="11938" y="5021"/>
                  </a:lnTo>
                  <a:lnTo>
                    <a:pt x="11390" y="5341"/>
                  </a:lnTo>
                  <a:lnTo>
                    <a:pt x="10865" y="5044"/>
                  </a:lnTo>
                  <a:lnTo>
                    <a:pt x="11436" y="4725"/>
                  </a:lnTo>
                  <a:close/>
                  <a:moveTo>
                    <a:pt x="10157" y="4748"/>
                  </a:moveTo>
                  <a:lnTo>
                    <a:pt x="10660" y="5044"/>
                  </a:lnTo>
                  <a:lnTo>
                    <a:pt x="10112" y="5364"/>
                  </a:lnTo>
                  <a:lnTo>
                    <a:pt x="9610" y="5067"/>
                  </a:lnTo>
                  <a:lnTo>
                    <a:pt x="10157" y="4748"/>
                  </a:lnTo>
                  <a:close/>
                  <a:moveTo>
                    <a:pt x="8879" y="4793"/>
                  </a:moveTo>
                  <a:lnTo>
                    <a:pt x="9358" y="5067"/>
                  </a:lnTo>
                  <a:lnTo>
                    <a:pt x="9381" y="5067"/>
                  </a:lnTo>
                  <a:lnTo>
                    <a:pt x="9267" y="5136"/>
                  </a:lnTo>
                  <a:lnTo>
                    <a:pt x="8834" y="5387"/>
                  </a:lnTo>
                  <a:lnTo>
                    <a:pt x="8697" y="5295"/>
                  </a:lnTo>
                  <a:lnTo>
                    <a:pt x="8331" y="5090"/>
                  </a:lnTo>
                  <a:lnTo>
                    <a:pt x="8697" y="4907"/>
                  </a:lnTo>
                  <a:lnTo>
                    <a:pt x="8879" y="4793"/>
                  </a:lnTo>
                  <a:close/>
                  <a:moveTo>
                    <a:pt x="7624" y="4816"/>
                  </a:moveTo>
                  <a:lnTo>
                    <a:pt x="8126" y="5090"/>
                  </a:lnTo>
                  <a:lnTo>
                    <a:pt x="7578" y="5409"/>
                  </a:lnTo>
                  <a:lnTo>
                    <a:pt x="7053" y="5113"/>
                  </a:lnTo>
                  <a:lnTo>
                    <a:pt x="7624" y="4816"/>
                  </a:lnTo>
                  <a:close/>
                  <a:moveTo>
                    <a:pt x="6346" y="4839"/>
                  </a:moveTo>
                  <a:lnTo>
                    <a:pt x="6848" y="5136"/>
                  </a:lnTo>
                  <a:lnTo>
                    <a:pt x="6346" y="5432"/>
                  </a:lnTo>
                  <a:cubicBezTo>
                    <a:pt x="6323" y="5432"/>
                    <a:pt x="6323" y="5432"/>
                    <a:pt x="6300" y="5455"/>
                  </a:cubicBezTo>
                  <a:lnTo>
                    <a:pt x="5775" y="5158"/>
                  </a:lnTo>
                  <a:lnTo>
                    <a:pt x="6346" y="4839"/>
                  </a:lnTo>
                  <a:close/>
                  <a:moveTo>
                    <a:pt x="5067" y="4862"/>
                  </a:moveTo>
                  <a:lnTo>
                    <a:pt x="5592" y="5158"/>
                  </a:lnTo>
                  <a:cubicBezTo>
                    <a:pt x="5410" y="5273"/>
                    <a:pt x="5227" y="5387"/>
                    <a:pt x="5045" y="5478"/>
                  </a:cubicBezTo>
                  <a:lnTo>
                    <a:pt x="4497" y="5181"/>
                  </a:lnTo>
                  <a:cubicBezTo>
                    <a:pt x="4679" y="5067"/>
                    <a:pt x="4885" y="4953"/>
                    <a:pt x="5067" y="4862"/>
                  </a:cubicBezTo>
                  <a:close/>
                  <a:moveTo>
                    <a:pt x="3789" y="4884"/>
                  </a:moveTo>
                  <a:lnTo>
                    <a:pt x="4337" y="5204"/>
                  </a:lnTo>
                  <a:cubicBezTo>
                    <a:pt x="4154" y="5295"/>
                    <a:pt x="3972" y="5409"/>
                    <a:pt x="3789" y="5524"/>
                  </a:cubicBezTo>
                  <a:lnTo>
                    <a:pt x="3196" y="5181"/>
                  </a:lnTo>
                  <a:cubicBezTo>
                    <a:pt x="3401" y="5090"/>
                    <a:pt x="3584" y="4976"/>
                    <a:pt x="3789" y="4884"/>
                  </a:cubicBezTo>
                  <a:close/>
                  <a:moveTo>
                    <a:pt x="14563" y="4930"/>
                  </a:moveTo>
                  <a:lnTo>
                    <a:pt x="15110" y="5227"/>
                  </a:lnTo>
                  <a:cubicBezTo>
                    <a:pt x="15133" y="5227"/>
                    <a:pt x="15133" y="5250"/>
                    <a:pt x="15156" y="5250"/>
                  </a:cubicBezTo>
                  <a:cubicBezTo>
                    <a:pt x="14928" y="5364"/>
                    <a:pt x="14722" y="5501"/>
                    <a:pt x="14494" y="5615"/>
                  </a:cubicBezTo>
                  <a:lnTo>
                    <a:pt x="13946" y="5295"/>
                  </a:lnTo>
                  <a:cubicBezTo>
                    <a:pt x="14152" y="5181"/>
                    <a:pt x="14357" y="5044"/>
                    <a:pt x="14563" y="4930"/>
                  </a:cubicBezTo>
                  <a:close/>
                  <a:moveTo>
                    <a:pt x="13307" y="5044"/>
                  </a:moveTo>
                  <a:lnTo>
                    <a:pt x="13787" y="5318"/>
                  </a:lnTo>
                  <a:cubicBezTo>
                    <a:pt x="13627" y="5409"/>
                    <a:pt x="13444" y="5501"/>
                    <a:pt x="13284" y="5592"/>
                  </a:cubicBezTo>
                  <a:lnTo>
                    <a:pt x="13216" y="5638"/>
                  </a:lnTo>
                  <a:lnTo>
                    <a:pt x="12737" y="5364"/>
                  </a:lnTo>
                  <a:lnTo>
                    <a:pt x="12874" y="5295"/>
                  </a:lnTo>
                  <a:cubicBezTo>
                    <a:pt x="13011" y="5204"/>
                    <a:pt x="13147" y="5113"/>
                    <a:pt x="13307" y="5044"/>
                  </a:cubicBezTo>
                  <a:close/>
                  <a:moveTo>
                    <a:pt x="12029" y="5067"/>
                  </a:moveTo>
                  <a:lnTo>
                    <a:pt x="12554" y="5364"/>
                  </a:lnTo>
                  <a:lnTo>
                    <a:pt x="11983" y="5683"/>
                  </a:lnTo>
                  <a:lnTo>
                    <a:pt x="11481" y="5387"/>
                  </a:lnTo>
                  <a:lnTo>
                    <a:pt x="12029" y="5067"/>
                  </a:lnTo>
                  <a:close/>
                  <a:moveTo>
                    <a:pt x="10774" y="5113"/>
                  </a:moveTo>
                  <a:lnTo>
                    <a:pt x="11276" y="5387"/>
                  </a:lnTo>
                  <a:lnTo>
                    <a:pt x="10705" y="5706"/>
                  </a:lnTo>
                  <a:lnTo>
                    <a:pt x="10226" y="5409"/>
                  </a:lnTo>
                  <a:lnTo>
                    <a:pt x="10774" y="5113"/>
                  </a:lnTo>
                  <a:close/>
                  <a:moveTo>
                    <a:pt x="9495" y="5136"/>
                  </a:moveTo>
                  <a:lnTo>
                    <a:pt x="9998" y="5409"/>
                  </a:lnTo>
                  <a:lnTo>
                    <a:pt x="9906" y="5455"/>
                  </a:lnTo>
                  <a:lnTo>
                    <a:pt x="9450" y="5729"/>
                  </a:lnTo>
                  <a:lnTo>
                    <a:pt x="8948" y="5455"/>
                  </a:lnTo>
                  <a:lnTo>
                    <a:pt x="9336" y="5227"/>
                  </a:lnTo>
                  <a:lnTo>
                    <a:pt x="9495" y="5136"/>
                  </a:lnTo>
                  <a:close/>
                  <a:moveTo>
                    <a:pt x="8217" y="5158"/>
                  </a:moveTo>
                  <a:lnTo>
                    <a:pt x="8651" y="5409"/>
                  </a:lnTo>
                  <a:lnTo>
                    <a:pt x="8719" y="5455"/>
                  </a:lnTo>
                  <a:lnTo>
                    <a:pt x="8172" y="5752"/>
                  </a:lnTo>
                  <a:lnTo>
                    <a:pt x="7989" y="5661"/>
                  </a:lnTo>
                  <a:lnTo>
                    <a:pt x="7669" y="5478"/>
                  </a:lnTo>
                  <a:lnTo>
                    <a:pt x="8217" y="5158"/>
                  </a:lnTo>
                  <a:close/>
                  <a:moveTo>
                    <a:pt x="6939" y="5181"/>
                  </a:moveTo>
                  <a:lnTo>
                    <a:pt x="7464" y="5478"/>
                  </a:lnTo>
                  <a:lnTo>
                    <a:pt x="6916" y="5797"/>
                  </a:lnTo>
                  <a:lnTo>
                    <a:pt x="6391" y="5501"/>
                  </a:lnTo>
                  <a:lnTo>
                    <a:pt x="6939" y="5181"/>
                  </a:lnTo>
                  <a:close/>
                  <a:moveTo>
                    <a:pt x="5684" y="5204"/>
                  </a:moveTo>
                  <a:lnTo>
                    <a:pt x="6209" y="5501"/>
                  </a:lnTo>
                  <a:cubicBezTo>
                    <a:pt x="6026" y="5615"/>
                    <a:pt x="5843" y="5729"/>
                    <a:pt x="5661" y="5820"/>
                  </a:cubicBezTo>
                  <a:lnTo>
                    <a:pt x="5090" y="5524"/>
                  </a:lnTo>
                  <a:cubicBezTo>
                    <a:pt x="5296" y="5409"/>
                    <a:pt x="5478" y="5318"/>
                    <a:pt x="5684" y="5204"/>
                  </a:cubicBezTo>
                  <a:close/>
                  <a:moveTo>
                    <a:pt x="4383" y="5227"/>
                  </a:moveTo>
                  <a:lnTo>
                    <a:pt x="4953" y="5546"/>
                  </a:lnTo>
                  <a:cubicBezTo>
                    <a:pt x="4771" y="5661"/>
                    <a:pt x="4565" y="5752"/>
                    <a:pt x="4383" y="5866"/>
                  </a:cubicBezTo>
                  <a:lnTo>
                    <a:pt x="3812" y="5546"/>
                  </a:lnTo>
                  <a:cubicBezTo>
                    <a:pt x="3995" y="5432"/>
                    <a:pt x="4200" y="5318"/>
                    <a:pt x="4383" y="5227"/>
                  </a:cubicBezTo>
                  <a:close/>
                  <a:moveTo>
                    <a:pt x="15179" y="5273"/>
                  </a:moveTo>
                  <a:cubicBezTo>
                    <a:pt x="15384" y="5387"/>
                    <a:pt x="15590" y="5478"/>
                    <a:pt x="15772" y="5592"/>
                  </a:cubicBezTo>
                  <a:cubicBezTo>
                    <a:pt x="15544" y="5706"/>
                    <a:pt x="15316" y="5843"/>
                    <a:pt x="15088" y="5957"/>
                  </a:cubicBezTo>
                  <a:cubicBezTo>
                    <a:pt x="14905" y="5866"/>
                    <a:pt x="14745" y="5752"/>
                    <a:pt x="14563" y="5638"/>
                  </a:cubicBezTo>
                  <a:cubicBezTo>
                    <a:pt x="14768" y="5524"/>
                    <a:pt x="14974" y="5387"/>
                    <a:pt x="15179" y="5273"/>
                  </a:cubicBezTo>
                  <a:close/>
                  <a:moveTo>
                    <a:pt x="13855" y="5341"/>
                  </a:moveTo>
                  <a:lnTo>
                    <a:pt x="14403" y="5661"/>
                  </a:lnTo>
                  <a:cubicBezTo>
                    <a:pt x="14243" y="5752"/>
                    <a:pt x="14083" y="5843"/>
                    <a:pt x="13924" y="5912"/>
                  </a:cubicBezTo>
                  <a:lnTo>
                    <a:pt x="13809" y="5980"/>
                  </a:lnTo>
                  <a:lnTo>
                    <a:pt x="13307" y="5683"/>
                  </a:lnTo>
                  <a:lnTo>
                    <a:pt x="13307" y="5661"/>
                  </a:lnTo>
                  <a:cubicBezTo>
                    <a:pt x="13490" y="5569"/>
                    <a:pt x="13672" y="5455"/>
                    <a:pt x="13855" y="5341"/>
                  </a:cubicBezTo>
                  <a:close/>
                  <a:moveTo>
                    <a:pt x="12645" y="5409"/>
                  </a:moveTo>
                  <a:lnTo>
                    <a:pt x="13125" y="5683"/>
                  </a:lnTo>
                  <a:lnTo>
                    <a:pt x="12531" y="6003"/>
                  </a:lnTo>
                  <a:lnTo>
                    <a:pt x="12075" y="5729"/>
                  </a:lnTo>
                  <a:lnTo>
                    <a:pt x="12645" y="5409"/>
                  </a:lnTo>
                  <a:close/>
                  <a:moveTo>
                    <a:pt x="11390" y="5455"/>
                  </a:moveTo>
                  <a:lnTo>
                    <a:pt x="11892" y="5729"/>
                  </a:lnTo>
                  <a:lnTo>
                    <a:pt x="11321" y="6049"/>
                  </a:lnTo>
                  <a:lnTo>
                    <a:pt x="10819" y="5775"/>
                  </a:lnTo>
                  <a:lnTo>
                    <a:pt x="11390" y="5455"/>
                  </a:lnTo>
                  <a:close/>
                  <a:moveTo>
                    <a:pt x="10112" y="5478"/>
                  </a:moveTo>
                  <a:lnTo>
                    <a:pt x="10614" y="5752"/>
                  </a:lnTo>
                  <a:lnTo>
                    <a:pt x="10568" y="5797"/>
                  </a:lnTo>
                  <a:lnTo>
                    <a:pt x="10043" y="6071"/>
                  </a:lnTo>
                  <a:lnTo>
                    <a:pt x="9541" y="5797"/>
                  </a:lnTo>
                  <a:lnTo>
                    <a:pt x="9975" y="5569"/>
                  </a:lnTo>
                  <a:lnTo>
                    <a:pt x="10112" y="5478"/>
                  </a:lnTo>
                  <a:close/>
                  <a:moveTo>
                    <a:pt x="8834" y="5501"/>
                  </a:moveTo>
                  <a:lnTo>
                    <a:pt x="9336" y="5797"/>
                  </a:lnTo>
                  <a:lnTo>
                    <a:pt x="8788" y="6117"/>
                  </a:lnTo>
                  <a:lnTo>
                    <a:pt x="8286" y="5820"/>
                  </a:lnTo>
                  <a:lnTo>
                    <a:pt x="8834" y="5501"/>
                  </a:lnTo>
                  <a:close/>
                  <a:moveTo>
                    <a:pt x="7555" y="5524"/>
                  </a:moveTo>
                  <a:lnTo>
                    <a:pt x="7943" y="5752"/>
                  </a:lnTo>
                  <a:lnTo>
                    <a:pt x="8057" y="5820"/>
                  </a:lnTo>
                  <a:lnTo>
                    <a:pt x="7510" y="6140"/>
                  </a:lnTo>
                  <a:lnTo>
                    <a:pt x="7281" y="6003"/>
                  </a:lnTo>
                  <a:lnTo>
                    <a:pt x="7007" y="5843"/>
                  </a:lnTo>
                  <a:lnTo>
                    <a:pt x="7555" y="5524"/>
                  </a:lnTo>
                  <a:close/>
                  <a:moveTo>
                    <a:pt x="6277" y="5546"/>
                  </a:moveTo>
                  <a:lnTo>
                    <a:pt x="6802" y="5843"/>
                  </a:lnTo>
                  <a:cubicBezTo>
                    <a:pt x="6619" y="5957"/>
                    <a:pt x="6437" y="6071"/>
                    <a:pt x="6254" y="6163"/>
                  </a:cubicBezTo>
                  <a:lnTo>
                    <a:pt x="5706" y="5866"/>
                  </a:lnTo>
                  <a:cubicBezTo>
                    <a:pt x="5889" y="5752"/>
                    <a:pt x="6094" y="5661"/>
                    <a:pt x="6277" y="5546"/>
                  </a:cubicBezTo>
                  <a:close/>
                  <a:moveTo>
                    <a:pt x="4999" y="5569"/>
                  </a:moveTo>
                  <a:lnTo>
                    <a:pt x="5547" y="5889"/>
                  </a:lnTo>
                  <a:cubicBezTo>
                    <a:pt x="5364" y="6003"/>
                    <a:pt x="5181" y="6094"/>
                    <a:pt x="4999" y="6208"/>
                  </a:cubicBezTo>
                  <a:lnTo>
                    <a:pt x="4405" y="5889"/>
                  </a:lnTo>
                  <a:cubicBezTo>
                    <a:pt x="4611" y="5775"/>
                    <a:pt x="4793" y="5683"/>
                    <a:pt x="4999" y="5569"/>
                  </a:cubicBezTo>
                  <a:close/>
                  <a:moveTo>
                    <a:pt x="14494" y="5706"/>
                  </a:moveTo>
                  <a:cubicBezTo>
                    <a:pt x="14677" y="5797"/>
                    <a:pt x="14837" y="5912"/>
                    <a:pt x="15019" y="6003"/>
                  </a:cubicBezTo>
                  <a:cubicBezTo>
                    <a:pt x="14859" y="6094"/>
                    <a:pt x="14700" y="6163"/>
                    <a:pt x="14563" y="6254"/>
                  </a:cubicBezTo>
                  <a:lnTo>
                    <a:pt x="14426" y="6322"/>
                  </a:lnTo>
                  <a:cubicBezTo>
                    <a:pt x="14243" y="6231"/>
                    <a:pt x="14083" y="6117"/>
                    <a:pt x="13901" y="6026"/>
                  </a:cubicBezTo>
                  <a:lnTo>
                    <a:pt x="13969" y="6003"/>
                  </a:lnTo>
                  <a:cubicBezTo>
                    <a:pt x="14129" y="5889"/>
                    <a:pt x="14289" y="5797"/>
                    <a:pt x="14471" y="5706"/>
                  </a:cubicBezTo>
                  <a:close/>
                  <a:moveTo>
                    <a:pt x="15795" y="5615"/>
                  </a:moveTo>
                  <a:cubicBezTo>
                    <a:pt x="16001" y="5729"/>
                    <a:pt x="16206" y="5820"/>
                    <a:pt x="16389" y="5934"/>
                  </a:cubicBezTo>
                  <a:cubicBezTo>
                    <a:pt x="16160" y="6071"/>
                    <a:pt x="15932" y="6186"/>
                    <a:pt x="15704" y="6322"/>
                  </a:cubicBezTo>
                  <a:cubicBezTo>
                    <a:pt x="15521" y="6208"/>
                    <a:pt x="15339" y="6094"/>
                    <a:pt x="15156" y="6003"/>
                  </a:cubicBezTo>
                  <a:cubicBezTo>
                    <a:pt x="15362" y="5866"/>
                    <a:pt x="15590" y="5752"/>
                    <a:pt x="15795" y="5615"/>
                  </a:cubicBezTo>
                  <a:close/>
                  <a:moveTo>
                    <a:pt x="13216" y="5729"/>
                  </a:moveTo>
                  <a:lnTo>
                    <a:pt x="13718" y="6026"/>
                  </a:lnTo>
                  <a:lnTo>
                    <a:pt x="13147" y="6345"/>
                  </a:lnTo>
                  <a:lnTo>
                    <a:pt x="13125" y="6322"/>
                  </a:lnTo>
                  <a:lnTo>
                    <a:pt x="12645" y="6049"/>
                  </a:lnTo>
                  <a:lnTo>
                    <a:pt x="13216" y="5729"/>
                  </a:lnTo>
                  <a:close/>
                  <a:moveTo>
                    <a:pt x="11983" y="5797"/>
                  </a:moveTo>
                  <a:lnTo>
                    <a:pt x="12440" y="6049"/>
                  </a:lnTo>
                  <a:lnTo>
                    <a:pt x="11869" y="6368"/>
                  </a:lnTo>
                  <a:lnTo>
                    <a:pt x="11436" y="6117"/>
                  </a:lnTo>
                  <a:lnTo>
                    <a:pt x="11983" y="5797"/>
                  </a:lnTo>
                  <a:close/>
                  <a:moveTo>
                    <a:pt x="10728" y="5820"/>
                  </a:moveTo>
                  <a:lnTo>
                    <a:pt x="11230" y="6117"/>
                  </a:lnTo>
                  <a:lnTo>
                    <a:pt x="11025" y="6208"/>
                  </a:lnTo>
                  <a:lnTo>
                    <a:pt x="10660" y="6437"/>
                  </a:lnTo>
                  <a:lnTo>
                    <a:pt x="10157" y="6140"/>
                  </a:lnTo>
                  <a:lnTo>
                    <a:pt x="10614" y="5889"/>
                  </a:lnTo>
                  <a:lnTo>
                    <a:pt x="10728" y="5820"/>
                  </a:lnTo>
                  <a:close/>
                  <a:moveTo>
                    <a:pt x="9450" y="5843"/>
                  </a:moveTo>
                  <a:lnTo>
                    <a:pt x="9952" y="6140"/>
                  </a:lnTo>
                  <a:lnTo>
                    <a:pt x="9381" y="6459"/>
                  </a:lnTo>
                  <a:lnTo>
                    <a:pt x="8879" y="6163"/>
                  </a:lnTo>
                  <a:lnTo>
                    <a:pt x="9450" y="5843"/>
                  </a:lnTo>
                  <a:close/>
                  <a:moveTo>
                    <a:pt x="8172" y="5889"/>
                  </a:moveTo>
                  <a:lnTo>
                    <a:pt x="8674" y="6163"/>
                  </a:lnTo>
                  <a:lnTo>
                    <a:pt x="8126" y="6482"/>
                  </a:lnTo>
                  <a:lnTo>
                    <a:pt x="7601" y="6186"/>
                  </a:lnTo>
                  <a:lnTo>
                    <a:pt x="8172" y="5889"/>
                  </a:lnTo>
                  <a:close/>
                  <a:moveTo>
                    <a:pt x="6893" y="5912"/>
                  </a:moveTo>
                  <a:lnTo>
                    <a:pt x="7236" y="6094"/>
                  </a:lnTo>
                  <a:lnTo>
                    <a:pt x="7418" y="6208"/>
                  </a:lnTo>
                  <a:cubicBezTo>
                    <a:pt x="7236" y="6300"/>
                    <a:pt x="7053" y="6414"/>
                    <a:pt x="6871" y="6528"/>
                  </a:cubicBezTo>
                  <a:lnTo>
                    <a:pt x="6574" y="6345"/>
                  </a:lnTo>
                  <a:lnTo>
                    <a:pt x="6323" y="6208"/>
                  </a:lnTo>
                  <a:cubicBezTo>
                    <a:pt x="6505" y="6094"/>
                    <a:pt x="6688" y="6003"/>
                    <a:pt x="6871" y="5912"/>
                  </a:cubicBezTo>
                  <a:close/>
                  <a:moveTo>
                    <a:pt x="5592" y="5912"/>
                  </a:moveTo>
                  <a:lnTo>
                    <a:pt x="6163" y="6231"/>
                  </a:lnTo>
                  <a:cubicBezTo>
                    <a:pt x="5980" y="6345"/>
                    <a:pt x="5798" y="6459"/>
                    <a:pt x="5615" y="6551"/>
                  </a:cubicBezTo>
                  <a:lnTo>
                    <a:pt x="5022" y="6231"/>
                  </a:lnTo>
                  <a:cubicBezTo>
                    <a:pt x="5227" y="6117"/>
                    <a:pt x="5410" y="6026"/>
                    <a:pt x="5592" y="5912"/>
                  </a:cubicBezTo>
                  <a:close/>
                  <a:moveTo>
                    <a:pt x="16412" y="5957"/>
                  </a:moveTo>
                  <a:cubicBezTo>
                    <a:pt x="16617" y="6071"/>
                    <a:pt x="16822" y="6163"/>
                    <a:pt x="17005" y="6277"/>
                  </a:cubicBezTo>
                  <a:cubicBezTo>
                    <a:pt x="16777" y="6414"/>
                    <a:pt x="16526" y="6528"/>
                    <a:pt x="16297" y="6665"/>
                  </a:cubicBezTo>
                  <a:cubicBezTo>
                    <a:pt x="16115" y="6551"/>
                    <a:pt x="15932" y="6459"/>
                    <a:pt x="15750" y="6345"/>
                  </a:cubicBezTo>
                  <a:cubicBezTo>
                    <a:pt x="15978" y="6208"/>
                    <a:pt x="16206" y="6094"/>
                    <a:pt x="16412" y="5957"/>
                  </a:cubicBezTo>
                  <a:close/>
                  <a:moveTo>
                    <a:pt x="15088" y="6026"/>
                  </a:moveTo>
                  <a:cubicBezTo>
                    <a:pt x="15270" y="6140"/>
                    <a:pt x="15453" y="6231"/>
                    <a:pt x="15635" y="6345"/>
                  </a:cubicBezTo>
                  <a:cubicBezTo>
                    <a:pt x="15498" y="6414"/>
                    <a:pt x="15339" y="6505"/>
                    <a:pt x="15202" y="6574"/>
                  </a:cubicBezTo>
                  <a:lnTo>
                    <a:pt x="15019" y="6688"/>
                  </a:lnTo>
                  <a:cubicBezTo>
                    <a:pt x="14837" y="6574"/>
                    <a:pt x="14677" y="6482"/>
                    <a:pt x="14494" y="6368"/>
                  </a:cubicBezTo>
                  <a:lnTo>
                    <a:pt x="14608" y="6322"/>
                  </a:lnTo>
                  <a:cubicBezTo>
                    <a:pt x="14768" y="6231"/>
                    <a:pt x="14928" y="6140"/>
                    <a:pt x="15088" y="6026"/>
                  </a:cubicBezTo>
                  <a:close/>
                  <a:moveTo>
                    <a:pt x="12554" y="6117"/>
                  </a:moveTo>
                  <a:lnTo>
                    <a:pt x="13056" y="6391"/>
                  </a:lnTo>
                  <a:lnTo>
                    <a:pt x="12486" y="6710"/>
                  </a:lnTo>
                  <a:cubicBezTo>
                    <a:pt x="12463" y="6710"/>
                    <a:pt x="12440" y="6688"/>
                    <a:pt x="12394" y="6688"/>
                  </a:cubicBezTo>
                  <a:lnTo>
                    <a:pt x="11983" y="6437"/>
                  </a:lnTo>
                  <a:lnTo>
                    <a:pt x="12554" y="6117"/>
                  </a:lnTo>
                  <a:close/>
                  <a:moveTo>
                    <a:pt x="13809" y="6071"/>
                  </a:moveTo>
                  <a:cubicBezTo>
                    <a:pt x="13992" y="6186"/>
                    <a:pt x="14175" y="6277"/>
                    <a:pt x="14334" y="6368"/>
                  </a:cubicBezTo>
                  <a:lnTo>
                    <a:pt x="13741" y="6710"/>
                  </a:lnTo>
                  <a:cubicBezTo>
                    <a:pt x="13581" y="6596"/>
                    <a:pt x="13421" y="6505"/>
                    <a:pt x="13239" y="6414"/>
                  </a:cubicBezTo>
                  <a:lnTo>
                    <a:pt x="13809" y="6071"/>
                  </a:lnTo>
                  <a:close/>
                  <a:moveTo>
                    <a:pt x="11321" y="6163"/>
                  </a:moveTo>
                  <a:lnTo>
                    <a:pt x="11778" y="6414"/>
                  </a:lnTo>
                  <a:lnTo>
                    <a:pt x="11458" y="6596"/>
                  </a:lnTo>
                  <a:lnTo>
                    <a:pt x="11207" y="6756"/>
                  </a:lnTo>
                  <a:lnTo>
                    <a:pt x="10774" y="6482"/>
                  </a:lnTo>
                  <a:lnTo>
                    <a:pt x="11070" y="6322"/>
                  </a:lnTo>
                  <a:lnTo>
                    <a:pt x="11321" y="6163"/>
                  </a:lnTo>
                  <a:close/>
                  <a:moveTo>
                    <a:pt x="10043" y="6186"/>
                  </a:moveTo>
                  <a:lnTo>
                    <a:pt x="10568" y="6482"/>
                  </a:lnTo>
                  <a:lnTo>
                    <a:pt x="9998" y="6802"/>
                  </a:lnTo>
                  <a:lnTo>
                    <a:pt x="9495" y="6505"/>
                  </a:lnTo>
                  <a:lnTo>
                    <a:pt x="10043" y="6186"/>
                  </a:lnTo>
                  <a:close/>
                  <a:moveTo>
                    <a:pt x="8765" y="6231"/>
                  </a:moveTo>
                  <a:lnTo>
                    <a:pt x="9290" y="6505"/>
                  </a:lnTo>
                  <a:lnTo>
                    <a:pt x="8765" y="6825"/>
                  </a:lnTo>
                  <a:lnTo>
                    <a:pt x="8742" y="6825"/>
                  </a:lnTo>
                  <a:lnTo>
                    <a:pt x="8217" y="6528"/>
                  </a:lnTo>
                  <a:lnTo>
                    <a:pt x="8765" y="6231"/>
                  </a:lnTo>
                  <a:close/>
                  <a:moveTo>
                    <a:pt x="7487" y="6254"/>
                  </a:moveTo>
                  <a:lnTo>
                    <a:pt x="8012" y="6551"/>
                  </a:lnTo>
                  <a:cubicBezTo>
                    <a:pt x="7829" y="6642"/>
                    <a:pt x="7669" y="6756"/>
                    <a:pt x="7487" y="6870"/>
                  </a:cubicBezTo>
                  <a:lnTo>
                    <a:pt x="6939" y="6551"/>
                  </a:lnTo>
                  <a:cubicBezTo>
                    <a:pt x="7122" y="6459"/>
                    <a:pt x="7304" y="6345"/>
                    <a:pt x="7487" y="6254"/>
                  </a:cubicBezTo>
                  <a:close/>
                  <a:moveTo>
                    <a:pt x="6209" y="6277"/>
                  </a:moveTo>
                  <a:lnTo>
                    <a:pt x="6505" y="6437"/>
                  </a:lnTo>
                  <a:lnTo>
                    <a:pt x="6756" y="6574"/>
                  </a:lnTo>
                  <a:cubicBezTo>
                    <a:pt x="6574" y="6688"/>
                    <a:pt x="6414" y="6802"/>
                    <a:pt x="6231" y="6893"/>
                  </a:cubicBezTo>
                  <a:lnTo>
                    <a:pt x="6026" y="6779"/>
                  </a:lnTo>
                  <a:lnTo>
                    <a:pt x="5638" y="6574"/>
                  </a:lnTo>
                  <a:cubicBezTo>
                    <a:pt x="5821" y="6459"/>
                    <a:pt x="6026" y="6368"/>
                    <a:pt x="6209" y="6277"/>
                  </a:cubicBezTo>
                  <a:close/>
                  <a:moveTo>
                    <a:pt x="17051" y="6300"/>
                  </a:moveTo>
                  <a:cubicBezTo>
                    <a:pt x="17233" y="6414"/>
                    <a:pt x="17439" y="6505"/>
                    <a:pt x="17621" y="6619"/>
                  </a:cubicBezTo>
                  <a:cubicBezTo>
                    <a:pt x="17370" y="6756"/>
                    <a:pt x="17142" y="6870"/>
                    <a:pt x="16891" y="7007"/>
                  </a:cubicBezTo>
                  <a:cubicBezTo>
                    <a:pt x="16708" y="6916"/>
                    <a:pt x="16526" y="6802"/>
                    <a:pt x="16366" y="6710"/>
                  </a:cubicBezTo>
                  <a:cubicBezTo>
                    <a:pt x="16594" y="6574"/>
                    <a:pt x="16822" y="6437"/>
                    <a:pt x="17051" y="6300"/>
                  </a:cubicBezTo>
                  <a:close/>
                  <a:moveTo>
                    <a:pt x="15704" y="6368"/>
                  </a:moveTo>
                  <a:cubicBezTo>
                    <a:pt x="15887" y="6482"/>
                    <a:pt x="16069" y="6574"/>
                    <a:pt x="16252" y="6688"/>
                  </a:cubicBezTo>
                  <a:cubicBezTo>
                    <a:pt x="16115" y="6756"/>
                    <a:pt x="15978" y="6825"/>
                    <a:pt x="15841" y="6916"/>
                  </a:cubicBezTo>
                  <a:lnTo>
                    <a:pt x="15613" y="7030"/>
                  </a:lnTo>
                  <a:cubicBezTo>
                    <a:pt x="15453" y="6939"/>
                    <a:pt x="15270" y="6825"/>
                    <a:pt x="15110" y="6733"/>
                  </a:cubicBezTo>
                  <a:lnTo>
                    <a:pt x="15247" y="6642"/>
                  </a:lnTo>
                  <a:cubicBezTo>
                    <a:pt x="15407" y="6574"/>
                    <a:pt x="15544" y="6459"/>
                    <a:pt x="15704" y="6368"/>
                  </a:cubicBezTo>
                  <a:close/>
                  <a:moveTo>
                    <a:pt x="14426" y="6414"/>
                  </a:moveTo>
                  <a:cubicBezTo>
                    <a:pt x="14608" y="6505"/>
                    <a:pt x="14791" y="6619"/>
                    <a:pt x="14974" y="6710"/>
                  </a:cubicBezTo>
                  <a:lnTo>
                    <a:pt x="14357" y="7053"/>
                  </a:lnTo>
                  <a:cubicBezTo>
                    <a:pt x="14175" y="6962"/>
                    <a:pt x="14015" y="6847"/>
                    <a:pt x="13855" y="6756"/>
                  </a:cubicBezTo>
                  <a:lnTo>
                    <a:pt x="14426" y="6414"/>
                  </a:lnTo>
                  <a:close/>
                  <a:moveTo>
                    <a:pt x="13170" y="6459"/>
                  </a:moveTo>
                  <a:cubicBezTo>
                    <a:pt x="13330" y="6551"/>
                    <a:pt x="13513" y="6642"/>
                    <a:pt x="13672" y="6733"/>
                  </a:cubicBezTo>
                  <a:lnTo>
                    <a:pt x="13079" y="7076"/>
                  </a:lnTo>
                  <a:cubicBezTo>
                    <a:pt x="12919" y="6984"/>
                    <a:pt x="12759" y="6870"/>
                    <a:pt x="12577" y="6779"/>
                  </a:cubicBezTo>
                  <a:lnTo>
                    <a:pt x="13170" y="6459"/>
                  </a:lnTo>
                  <a:close/>
                  <a:moveTo>
                    <a:pt x="11892" y="6482"/>
                  </a:moveTo>
                  <a:lnTo>
                    <a:pt x="12371" y="6756"/>
                  </a:lnTo>
                  <a:cubicBezTo>
                    <a:pt x="12371" y="6756"/>
                    <a:pt x="12371" y="6756"/>
                    <a:pt x="12394" y="6779"/>
                  </a:cubicBezTo>
                  <a:lnTo>
                    <a:pt x="12098" y="6916"/>
                  </a:lnTo>
                  <a:lnTo>
                    <a:pt x="11824" y="7099"/>
                  </a:lnTo>
                  <a:cubicBezTo>
                    <a:pt x="11778" y="7076"/>
                    <a:pt x="11732" y="7053"/>
                    <a:pt x="11687" y="7030"/>
                  </a:cubicBezTo>
                  <a:lnTo>
                    <a:pt x="11321" y="6802"/>
                  </a:lnTo>
                  <a:lnTo>
                    <a:pt x="11527" y="6688"/>
                  </a:lnTo>
                  <a:lnTo>
                    <a:pt x="11892" y="6482"/>
                  </a:lnTo>
                  <a:close/>
                  <a:moveTo>
                    <a:pt x="10660" y="6551"/>
                  </a:moveTo>
                  <a:lnTo>
                    <a:pt x="11116" y="6802"/>
                  </a:lnTo>
                  <a:lnTo>
                    <a:pt x="10545" y="7121"/>
                  </a:lnTo>
                  <a:lnTo>
                    <a:pt x="10089" y="6870"/>
                  </a:lnTo>
                  <a:lnTo>
                    <a:pt x="10660" y="6551"/>
                  </a:lnTo>
                  <a:close/>
                  <a:moveTo>
                    <a:pt x="9381" y="6574"/>
                  </a:moveTo>
                  <a:lnTo>
                    <a:pt x="9906" y="6847"/>
                  </a:lnTo>
                  <a:lnTo>
                    <a:pt x="9336" y="7190"/>
                  </a:lnTo>
                  <a:lnTo>
                    <a:pt x="8811" y="6893"/>
                  </a:lnTo>
                  <a:lnTo>
                    <a:pt x="9381" y="6574"/>
                  </a:lnTo>
                  <a:close/>
                  <a:moveTo>
                    <a:pt x="8103" y="6596"/>
                  </a:moveTo>
                  <a:lnTo>
                    <a:pt x="8628" y="6893"/>
                  </a:lnTo>
                  <a:cubicBezTo>
                    <a:pt x="8445" y="7007"/>
                    <a:pt x="8263" y="7099"/>
                    <a:pt x="8080" y="7213"/>
                  </a:cubicBezTo>
                  <a:lnTo>
                    <a:pt x="7532" y="6893"/>
                  </a:lnTo>
                  <a:cubicBezTo>
                    <a:pt x="7715" y="6802"/>
                    <a:pt x="7920" y="6688"/>
                    <a:pt x="8103" y="6596"/>
                  </a:cubicBezTo>
                  <a:close/>
                  <a:moveTo>
                    <a:pt x="6825" y="6619"/>
                  </a:moveTo>
                  <a:lnTo>
                    <a:pt x="7373" y="6939"/>
                  </a:lnTo>
                  <a:cubicBezTo>
                    <a:pt x="7190" y="7030"/>
                    <a:pt x="7007" y="7144"/>
                    <a:pt x="6825" y="7258"/>
                  </a:cubicBezTo>
                  <a:lnTo>
                    <a:pt x="6254" y="6916"/>
                  </a:lnTo>
                  <a:cubicBezTo>
                    <a:pt x="6437" y="6825"/>
                    <a:pt x="6619" y="6710"/>
                    <a:pt x="6825" y="6619"/>
                  </a:cubicBezTo>
                  <a:close/>
                  <a:moveTo>
                    <a:pt x="16320" y="6710"/>
                  </a:moveTo>
                  <a:cubicBezTo>
                    <a:pt x="16503" y="6825"/>
                    <a:pt x="16685" y="6916"/>
                    <a:pt x="16868" y="7030"/>
                  </a:cubicBezTo>
                  <a:cubicBezTo>
                    <a:pt x="16731" y="7099"/>
                    <a:pt x="16617" y="7167"/>
                    <a:pt x="16480" y="7235"/>
                  </a:cubicBezTo>
                  <a:lnTo>
                    <a:pt x="16206" y="7372"/>
                  </a:lnTo>
                  <a:cubicBezTo>
                    <a:pt x="16046" y="7281"/>
                    <a:pt x="15864" y="7190"/>
                    <a:pt x="15704" y="7076"/>
                  </a:cubicBezTo>
                  <a:lnTo>
                    <a:pt x="15887" y="6984"/>
                  </a:lnTo>
                  <a:cubicBezTo>
                    <a:pt x="16023" y="6893"/>
                    <a:pt x="16183" y="6802"/>
                    <a:pt x="16320" y="6710"/>
                  </a:cubicBezTo>
                  <a:close/>
                  <a:moveTo>
                    <a:pt x="15065" y="6756"/>
                  </a:moveTo>
                  <a:cubicBezTo>
                    <a:pt x="15225" y="6847"/>
                    <a:pt x="15407" y="6962"/>
                    <a:pt x="15590" y="7053"/>
                  </a:cubicBezTo>
                  <a:lnTo>
                    <a:pt x="14951" y="7395"/>
                  </a:lnTo>
                  <a:cubicBezTo>
                    <a:pt x="14791" y="7304"/>
                    <a:pt x="14608" y="7213"/>
                    <a:pt x="14449" y="7099"/>
                  </a:cubicBezTo>
                  <a:lnTo>
                    <a:pt x="15065" y="6756"/>
                  </a:lnTo>
                  <a:close/>
                  <a:moveTo>
                    <a:pt x="13787" y="6802"/>
                  </a:moveTo>
                  <a:cubicBezTo>
                    <a:pt x="13946" y="6893"/>
                    <a:pt x="14129" y="6984"/>
                    <a:pt x="14289" y="7076"/>
                  </a:cubicBezTo>
                  <a:lnTo>
                    <a:pt x="13672" y="7418"/>
                  </a:lnTo>
                  <a:cubicBezTo>
                    <a:pt x="13513" y="7327"/>
                    <a:pt x="13353" y="7235"/>
                    <a:pt x="13193" y="7144"/>
                  </a:cubicBezTo>
                  <a:lnTo>
                    <a:pt x="13787" y="6802"/>
                  </a:lnTo>
                  <a:close/>
                  <a:moveTo>
                    <a:pt x="12508" y="6825"/>
                  </a:moveTo>
                  <a:cubicBezTo>
                    <a:pt x="12668" y="6916"/>
                    <a:pt x="12851" y="7007"/>
                    <a:pt x="13011" y="7099"/>
                  </a:cubicBezTo>
                  <a:lnTo>
                    <a:pt x="12759" y="7258"/>
                  </a:lnTo>
                  <a:lnTo>
                    <a:pt x="12417" y="7441"/>
                  </a:lnTo>
                  <a:cubicBezTo>
                    <a:pt x="12257" y="7350"/>
                    <a:pt x="12098" y="7258"/>
                    <a:pt x="11915" y="7167"/>
                  </a:cubicBezTo>
                  <a:lnTo>
                    <a:pt x="12166" y="7030"/>
                  </a:lnTo>
                  <a:lnTo>
                    <a:pt x="12508" y="6825"/>
                  </a:lnTo>
                  <a:close/>
                  <a:moveTo>
                    <a:pt x="11230" y="6847"/>
                  </a:moveTo>
                  <a:lnTo>
                    <a:pt x="11641" y="7099"/>
                  </a:lnTo>
                  <a:cubicBezTo>
                    <a:pt x="11687" y="7121"/>
                    <a:pt x="11709" y="7121"/>
                    <a:pt x="11732" y="7144"/>
                  </a:cubicBezTo>
                  <a:lnTo>
                    <a:pt x="11162" y="7464"/>
                  </a:lnTo>
                  <a:cubicBezTo>
                    <a:pt x="11093" y="7441"/>
                    <a:pt x="11048" y="7395"/>
                    <a:pt x="10979" y="7372"/>
                  </a:cubicBezTo>
                  <a:lnTo>
                    <a:pt x="10660" y="7190"/>
                  </a:lnTo>
                  <a:lnTo>
                    <a:pt x="11230" y="6847"/>
                  </a:lnTo>
                  <a:close/>
                  <a:moveTo>
                    <a:pt x="9998" y="6916"/>
                  </a:moveTo>
                  <a:lnTo>
                    <a:pt x="10454" y="7167"/>
                  </a:lnTo>
                  <a:lnTo>
                    <a:pt x="9883" y="7509"/>
                  </a:lnTo>
                  <a:lnTo>
                    <a:pt x="9427" y="7235"/>
                  </a:lnTo>
                  <a:lnTo>
                    <a:pt x="9998" y="6916"/>
                  </a:lnTo>
                  <a:close/>
                  <a:moveTo>
                    <a:pt x="8719" y="6939"/>
                  </a:moveTo>
                  <a:lnTo>
                    <a:pt x="9244" y="7235"/>
                  </a:lnTo>
                  <a:lnTo>
                    <a:pt x="9222" y="7235"/>
                  </a:lnTo>
                  <a:cubicBezTo>
                    <a:pt x="9039" y="7350"/>
                    <a:pt x="8879" y="7464"/>
                    <a:pt x="8697" y="7555"/>
                  </a:cubicBezTo>
                  <a:lnTo>
                    <a:pt x="8149" y="7258"/>
                  </a:lnTo>
                  <a:cubicBezTo>
                    <a:pt x="8331" y="7144"/>
                    <a:pt x="8514" y="7053"/>
                    <a:pt x="8719" y="6939"/>
                  </a:cubicBezTo>
                  <a:close/>
                  <a:moveTo>
                    <a:pt x="7418" y="6962"/>
                  </a:moveTo>
                  <a:lnTo>
                    <a:pt x="7989" y="7281"/>
                  </a:lnTo>
                  <a:cubicBezTo>
                    <a:pt x="7806" y="7372"/>
                    <a:pt x="7624" y="7487"/>
                    <a:pt x="7441" y="7601"/>
                  </a:cubicBezTo>
                  <a:lnTo>
                    <a:pt x="6848" y="7258"/>
                  </a:lnTo>
                  <a:cubicBezTo>
                    <a:pt x="7053" y="7167"/>
                    <a:pt x="7236" y="7053"/>
                    <a:pt x="7418" y="6962"/>
                  </a:cubicBezTo>
                  <a:close/>
                  <a:moveTo>
                    <a:pt x="16297" y="7441"/>
                  </a:moveTo>
                  <a:lnTo>
                    <a:pt x="16297" y="7441"/>
                  </a:lnTo>
                  <a:cubicBezTo>
                    <a:pt x="16457" y="7532"/>
                    <a:pt x="16640" y="7624"/>
                    <a:pt x="16800" y="7738"/>
                  </a:cubicBezTo>
                  <a:cubicBezTo>
                    <a:pt x="16640" y="7624"/>
                    <a:pt x="16480" y="7532"/>
                    <a:pt x="16297" y="7441"/>
                  </a:cubicBezTo>
                  <a:close/>
                  <a:moveTo>
                    <a:pt x="15681" y="7099"/>
                  </a:moveTo>
                  <a:cubicBezTo>
                    <a:pt x="15841" y="7190"/>
                    <a:pt x="16023" y="7304"/>
                    <a:pt x="16206" y="7395"/>
                  </a:cubicBezTo>
                  <a:lnTo>
                    <a:pt x="15544" y="7760"/>
                  </a:lnTo>
                  <a:cubicBezTo>
                    <a:pt x="15384" y="7646"/>
                    <a:pt x="15202" y="7555"/>
                    <a:pt x="15042" y="7464"/>
                  </a:cubicBezTo>
                  <a:lnTo>
                    <a:pt x="15681" y="7099"/>
                  </a:lnTo>
                  <a:close/>
                  <a:moveTo>
                    <a:pt x="14403" y="7144"/>
                  </a:moveTo>
                  <a:cubicBezTo>
                    <a:pt x="14563" y="7235"/>
                    <a:pt x="14745" y="7327"/>
                    <a:pt x="14905" y="7418"/>
                  </a:cubicBezTo>
                  <a:lnTo>
                    <a:pt x="14289" y="7783"/>
                  </a:lnTo>
                  <a:cubicBezTo>
                    <a:pt x="14106" y="7669"/>
                    <a:pt x="13946" y="7578"/>
                    <a:pt x="13787" y="7487"/>
                  </a:cubicBezTo>
                  <a:lnTo>
                    <a:pt x="14403" y="7144"/>
                  </a:lnTo>
                  <a:close/>
                  <a:moveTo>
                    <a:pt x="13125" y="7167"/>
                  </a:moveTo>
                  <a:cubicBezTo>
                    <a:pt x="13284" y="7258"/>
                    <a:pt x="13467" y="7350"/>
                    <a:pt x="13627" y="7441"/>
                  </a:cubicBezTo>
                  <a:lnTo>
                    <a:pt x="13399" y="7578"/>
                  </a:lnTo>
                  <a:lnTo>
                    <a:pt x="13011" y="7806"/>
                  </a:lnTo>
                  <a:cubicBezTo>
                    <a:pt x="12851" y="7692"/>
                    <a:pt x="12691" y="7601"/>
                    <a:pt x="12531" y="7509"/>
                  </a:cubicBezTo>
                  <a:lnTo>
                    <a:pt x="12805" y="7350"/>
                  </a:lnTo>
                  <a:lnTo>
                    <a:pt x="13125" y="7167"/>
                  </a:lnTo>
                  <a:close/>
                  <a:moveTo>
                    <a:pt x="11846" y="7213"/>
                  </a:moveTo>
                  <a:cubicBezTo>
                    <a:pt x="12006" y="7304"/>
                    <a:pt x="12189" y="7395"/>
                    <a:pt x="12349" y="7487"/>
                  </a:cubicBezTo>
                  <a:lnTo>
                    <a:pt x="11755" y="7829"/>
                  </a:lnTo>
                  <a:cubicBezTo>
                    <a:pt x="11595" y="7715"/>
                    <a:pt x="11413" y="7624"/>
                    <a:pt x="11253" y="7532"/>
                  </a:cubicBezTo>
                  <a:lnTo>
                    <a:pt x="11846" y="7213"/>
                  </a:lnTo>
                  <a:close/>
                  <a:moveTo>
                    <a:pt x="10568" y="7235"/>
                  </a:moveTo>
                  <a:lnTo>
                    <a:pt x="10933" y="7441"/>
                  </a:lnTo>
                  <a:cubicBezTo>
                    <a:pt x="10979" y="7464"/>
                    <a:pt x="11025" y="7487"/>
                    <a:pt x="11070" y="7509"/>
                  </a:cubicBezTo>
                  <a:lnTo>
                    <a:pt x="10500" y="7852"/>
                  </a:lnTo>
                  <a:cubicBezTo>
                    <a:pt x="10431" y="7806"/>
                    <a:pt x="10340" y="7760"/>
                    <a:pt x="10271" y="7715"/>
                  </a:cubicBezTo>
                  <a:lnTo>
                    <a:pt x="9975" y="7555"/>
                  </a:lnTo>
                  <a:lnTo>
                    <a:pt x="10568" y="7235"/>
                  </a:lnTo>
                  <a:close/>
                  <a:moveTo>
                    <a:pt x="9336" y="7281"/>
                  </a:moveTo>
                  <a:lnTo>
                    <a:pt x="9792" y="7555"/>
                  </a:lnTo>
                  <a:lnTo>
                    <a:pt x="9678" y="7624"/>
                  </a:lnTo>
                  <a:cubicBezTo>
                    <a:pt x="9518" y="7715"/>
                    <a:pt x="9381" y="7806"/>
                    <a:pt x="9244" y="7875"/>
                  </a:cubicBezTo>
                  <a:lnTo>
                    <a:pt x="8742" y="7601"/>
                  </a:lnTo>
                  <a:cubicBezTo>
                    <a:pt x="8925" y="7509"/>
                    <a:pt x="9107" y="7418"/>
                    <a:pt x="9267" y="7327"/>
                  </a:cubicBezTo>
                  <a:lnTo>
                    <a:pt x="9336" y="7281"/>
                  </a:lnTo>
                  <a:close/>
                  <a:moveTo>
                    <a:pt x="8035" y="7304"/>
                  </a:moveTo>
                  <a:lnTo>
                    <a:pt x="8605" y="7624"/>
                  </a:lnTo>
                  <a:cubicBezTo>
                    <a:pt x="8400" y="7738"/>
                    <a:pt x="8217" y="7829"/>
                    <a:pt x="8035" y="7943"/>
                  </a:cubicBezTo>
                  <a:lnTo>
                    <a:pt x="7464" y="7601"/>
                  </a:lnTo>
                  <a:cubicBezTo>
                    <a:pt x="7647" y="7509"/>
                    <a:pt x="7852" y="7395"/>
                    <a:pt x="8035" y="7304"/>
                  </a:cubicBezTo>
                  <a:close/>
                  <a:moveTo>
                    <a:pt x="15019" y="7487"/>
                  </a:moveTo>
                  <a:cubicBezTo>
                    <a:pt x="15179" y="7578"/>
                    <a:pt x="15362" y="7669"/>
                    <a:pt x="15521" y="7760"/>
                  </a:cubicBezTo>
                  <a:lnTo>
                    <a:pt x="14882" y="8126"/>
                  </a:lnTo>
                  <a:cubicBezTo>
                    <a:pt x="14722" y="8034"/>
                    <a:pt x="14540" y="7943"/>
                    <a:pt x="14380" y="7829"/>
                  </a:cubicBezTo>
                  <a:lnTo>
                    <a:pt x="15019" y="7487"/>
                  </a:lnTo>
                  <a:close/>
                  <a:moveTo>
                    <a:pt x="13741" y="7509"/>
                  </a:moveTo>
                  <a:cubicBezTo>
                    <a:pt x="13901" y="7601"/>
                    <a:pt x="14083" y="7692"/>
                    <a:pt x="14243" y="7783"/>
                  </a:cubicBezTo>
                  <a:lnTo>
                    <a:pt x="14038" y="7920"/>
                  </a:lnTo>
                  <a:lnTo>
                    <a:pt x="13604" y="8148"/>
                  </a:lnTo>
                  <a:cubicBezTo>
                    <a:pt x="13444" y="8057"/>
                    <a:pt x="13284" y="7966"/>
                    <a:pt x="13125" y="7852"/>
                  </a:cubicBezTo>
                  <a:lnTo>
                    <a:pt x="13444" y="7669"/>
                  </a:lnTo>
                  <a:lnTo>
                    <a:pt x="13741" y="7509"/>
                  </a:lnTo>
                  <a:close/>
                  <a:moveTo>
                    <a:pt x="12463" y="7555"/>
                  </a:moveTo>
                  <a:cubicBezTo>
                    <a:pt x="12623" y="7646"/>
                    <a:pt x="12805" y="7738"/>
                    <a:pt x="12965" y="7829"/>
                  </a:cubicBezTo>
                  <a:lnTo>
                    <a:pt x="12349" y="8171"/>
                  </a:lnTo>
                  <a:cubicBezTo>
                    <a:pt x="12189" y="8080"/>
                    <a:pt x="12029" y="7989"/>
                    <a:pt x="11846" y="7875"/>
                  </a:cubicBezTo>
                  <a:lnTo>
                    <a:pt x="12463" y="7555"/>
                  </a:lnTo>
                  <a:close/>
                  <a:moveTo>
                    <a:pt x="11162" y="7578"/>
                  </a:moveTo>
                  <a:cubicBezTo>
                    <a:pt x="11344" y="7669"/>
                    <a:pt x="11527" y="7760"/>
                    <a:pt x="11687" y="7852"/>
                  </a:cubicBezTo>
                  <a:lnTo>
                    <a:pt x="11093" y="8194"/>
                  </a:lnTo>
                  <a:cubicBezTo>
                    <a:pt x="10933" y="8103"/>
                    <a:pt x="10751" y="7989"/>
                    <a:pt x="10591" y="7897"/>
                  </a:cubicBezTo>
                  <a:lnTo>
                    <a:pt x="11162" y="7578"/>
                  </a:lnTo>
                  <a:close/>
                  <a:moveTo>
                    <a:pt x="9883" y="7601"/>
                  </a:moveTo>
                  <a:lnTo>
                    <a:pt x="10226" y="7783"/>
                  </a:lnTo>
                  <a:cubicBezTo>
                    <a:pt x="10294" y="7829"/>
                    <a:pt x="10363" y="7852"/>
                    <a:pt x="10408" y="7897"/>
                  </a:cubicBezTo>
                  <a:lnTo>
                    <a:pt x="10317" y="7943"/>
                  </a:lnTo>
                  <a:cubicBezTo>
                    <a:pt x="10157" y="8034"/>
                    <a:pt x="9998" y="8148"/>
                    <a:pt x="9838" y="8240"/>
                  </a:cubicBezTo>
                  <a:cubicBezTo>
                    <a:pt x="9747" y="8171"/>
                    <a:pt x="9655" y="8126"/>
                    <a:pt x="9564" y="8057"/>
                  </a:cubicBezTo>
                  <a:lnTo>
                    <a:pt x="9313" y="7920"/>
                  </a:lnTo>
                  <a:cubicBezTo>
                    <a:pt x="9450" y="7852"/>
                    <a:pt x="9587" y="7783"/>
                    <a:pt x="9724" y="7692"/>
                  </a:cubicBezTo>
                  <a:lnTo>
                    <a:pt x="9883" y="7601"/>
                  </a:lnTo>
                  <a:close/>
                  <a:moveTo>
                    <a:pt x="8651" y="7646"/>
                  </a:moveTo>
                  <a:lnTo>
                    <a:pt x="9153" y="7943"/>
                  </a:lnTo>
                  <a:cubicBezTo>
                    <a:pt x="8970" y="8034"/>
                    <a:pt x="8788" y="8148"/>
                    <a:pt x="8582" y="8263"/>
                  </a:cubicBezTo>
                  <a:lnTo>
                    <a:pt x="8080" y="7966"/>
                  </a:lnTo>
                  <a:cubicBezTo>
                    <a:pt x="8263" y="7852"/>
                    <a:pt x="8468" y="7760"/>
                    <a:pt x="8651" y="7646"/>
                  </a:cubicBezTo>
                  <a:close/>
                  <a:moveTo>
                    <a:pt x="14357" y="7852"/>
                  </a:moveTo>
                  <a:cubicBezTo>
                    <a:pt x="14517" y="7943"/>
                    <a:pt x="14700" y="8034"/>
                    <a:pt x="14859" y="8126"/>
                  </a:cubicBezTo>
                  <a:lnTo>
                    <a:pt x="14677" y="8240"/>
                  </a:lnTo>
                  <a:lnTo>
                    <a:pt x="14220" y="8491"/>
                  </a:lnTo>
                  <a:cubicBezTo>
                    <a:pt x="14060" y="8400"/>
                    <a:pt x="13878" y="8308"/>
                    <a:pt x="13718" y="8217"/>
                  </a:cubicBezTo>
                  <a:lnTo>
                    <a:pt x="14083" y="8012"/>
                  </a:lnTo>
                  <a:lnTo>
                    <a:pt x="14357" y="7852"/>
                  </a:lnTo>
                  <a:close/>
                  <a:moveTo>
                    <a:pt x="13079" y="7875"/>
                  </a:moveTo>
                  <a:cubicBezTo>
                    <a:pt x="13239" y="7989"/>
                    <a:pt x="13421" y="8080"/>
                    <a:pt x="13581" y="8171"/>
                  </a:cubicBezTo>
                  <a:lnTo>
                    <a:pt x="12965" y="8537"/>
                  </a:lnTo>
                  <a:cubicBezTo>
                    <a:pt x="12782" y="8422"/>
                    <a:pt x="12623" y="8331"/>
                    <a:pt x="12463" y="8240"/>
                  </a:cubicBezTo>
                  <a:lnTo>
                    <a:pt x="13079" y="7875"/>
                  </a:lnTo>
                  <a:close/>
                  <a:moveTo>
                    <a:pt x="11801" y="7920"/>
                  </a:moveTo>
                  <a:cubicBezTo>
                    <a:pt x="11961" y="8012"/>
                    <a:pt x="12143" y="8103"/>
                    <a:pt x="12303" y="8194"/>
                  </a:cubicBezTo>
                  <a:lnTo>
                    <a:pt x="11687" y="8559"/>
                  </a:lnTo>
                  <a:cubicBezTo>
                    <a:pt x="11527" y="8445"/>
                    <a:pt x="11344" y="8354"/>
                    <a:pt x="11185" y="8263"/>
                  </a:cubicBezTo>
                  <a:lnTo>
                    <a:pt x="11801" y="7920"/>
                  </a:lnTo>
                  <a:close/>
                  <a:moveTo>
                    <a:pt x="10500" y="7943"/>
                  </a:moveTo>
                  <a:cubicBezTo>
                    <a:pt x="10682" y="8034"/>
                    <a:pt x="10865" y="8148"/>
                    <a:pt x="11025" y="8240"/>
                  </a:cubicBezTo>
                  <a:lnTo>
                    <a:pt x="10956" y="8285"/>
                  </a:lnTo>
                  <a:cubicBezTo>
                    <a:pt x="10774" y="8377"/>
                    <a:pt x="10614" y="8491"/>
                    <a:pt x="10454" y="8582"/>
                  </a:cubicBezTo>
                  <a:cubicBezTo>
                    <a:pt x="10271" y="8468"/>
                    <a:pt x="10089" y="8377"/>
                    <a:pt x="9906" y="8263"/>
                  </a:cubicBezTo>
                  <a:cubicBezTo>
                    <a:pt x="10066" y="8194"/>
                    <a:pt x="10203" y="8103"/>
                    <a:pt x="10363" y="8034"/>
                  </a:cubicBezTo>
                  <a:lnTo>
                    <a:pt x="10500" y="7943"/>
                  </a:lnTo>
                  <a:close/>
                  <a:moveTo>
                    <a:pt x="9222" y="7966"/>
                  </a:moveTo>
                  <a:lnTo>
                    <a:pt x="9518" y="8148"/>
                  </a:lnTo>
                  <a:cubicBezTo>
                    <a:pt x="9610" y="8194"/>
                    <a:pt x="9678" y="8240"/>
                    <a:pt x="9769" y="8285"/>
                  </a:cubicBezTo>
                  <a:cubicBezTo>
                    <a:pt x="9587" y="8377"/>
                    <a:pt x="9381" y="8491"/>
                    <a:pt x="9199" y="8605"/>
                  </a:cubicBezTo>
                  <a:cubicBezTo>
                    <a:pt x="9130" y="8582"/>
                    <a:pt x="9085" y="8537"/>
                    <a:pt x="9016" y="8514"/>
                  </a:cubicBezTo>
                  <a:lnTo>
                    <a:pt x="8628" y="8285"/>
                  </a:lnTo>
                  <a:cubicBezTo>
                    <a:pt x="8834" y="8171"/>
                    <a:pt x="9016" y="8080"/>
                    <a:pt x="9222" y="7966"/>
                  </a:cubicBezTo>
                  <a:close/>
                  <a:moveTo>
                    <a:pt x="14312" y="8559"/>
                  </a:moveTo>
                  <a:lnTo>
                    <a:pt x="14312" y="8559"/>
                  </a:lnTo>
                  <a:cubicBezTo>
                    <a:pt x="14426" y="8628"/>
                    <a:pt x="14540" y="8696"/>
                    <a:pt x="14677" y="8765"/>
                  </a:cubicBezTo>
                  <a:cubicBezTo>
                    <a:pt x="14563" y="8696"/>
                    <a:pt x="14449" y="8628"/>
                    <a:pt x="14312" y="8559"/>
                  </a:cubicBezTo>
                  <a:close/>
                  <a:moveTo>
                    <a:pt x="13695" y="8217"/>
                  </a:moveTo>
                  <a:cubicBezTo>
                    <a:pt x="13855" y="8331"/>
                    <a:pt x="14038" y="8422"/>
                    <a:pt x="14197" y="8514"/>
                  </a:cubicBezTo>
                  <a:lnTo>
                    <a:pt x="13558" y="8879"/>
                  </a:lnTo>
                  <a:cubicBezTo>
                    <a:pt x="13399" y="8788"/>
                    <a:pt x="13216" y="8673"/>
                    <a:pt x="13056" y="8582"/>
                  </a:cubicBezTo>
                  <a:lnTo>
                    <a:pt x="13695" y="8217"/>
                  </a:lnTo>
                  <a:close/>
                  <a:moveTo>
                    <a:pt x="12417" y="8263"/>
                  </a:moveTo>
                  <a:cubicBezTo>
                    <a:pt x="12577" y="8354"/>
                    <a:pt x="12759" y="8445"/>
                    <a:pt x="12919" y="8537"/>
                  </a:cubicBezTo>
                  <a:lnTo>
                    <a:pt x="12303" y="8902"/>
                  </a:lnTo>
                  <a:cubicBezTo>
                    <a:pt x="12120" y="8810"/>
                    <a:pt x="11961" y="8696"/>
                    <a:pt x="11778" y="8605"/>
                  </a:cubicBezTo>
                  <a:lnTo>
                    <a:pt x="12417" y="8263"/>
                  </a:lnTo>
                  <a:close/>
                  <a:moveTo>
                    <a:pt x="11116" y="8285"/>
                  </a:moveTo>
                  <a:cubicBezTo>
                    <a:pt x="11299" y="8377"/>
                    <a:pt x="11481" y="8491"/>
                    <a:pt x="11641" y="8582"/>
                  </a:cubicBezTo>
                  <a:lnTo>
                    <a:pt x="11595" y="8605"/>
                  </a:lnTo>
                  <a:cubicBezTo>
                    <a:pt x="11413" y="8719"/>
                    <a:pt x="11230" y="8833"/>
                    <a:pt x="11048" y="8925"/>
                  </a:cubicBezTo>
                  <a:cubicBezTo>
                    <a:pt x="10865" y="8833"/>
                    <a:pt x="10682" y="8719"/>
                    <a:pt x="10500" y="8628"/>
                  </a:cubicBezTo>
                  <a:cubicBezTo>
                    <a:pt x="10660" y="8537"/>
                    <a:pt x="10842" y="8445"/>
                    <a:pt x="11002" y="8354"/>
                  </a:cubicBezTo>
                  <a:lnTo>
                    <a:pt x="11116" y="8285"/>
                  </a:lnTo>
                  <a:close/>
                  <a:moveTo>
                    <a:pt x="9838" y="8308"/>
                  </a:moveTo>
                  <a:cubicBezTo>
                    <a:pt x="10020" y="8422"/>
                    <a:pt x="10203" y="8514"/>
                    <a:pt x="10386" y="8628"/>
                  </a:cubicBezTo>
                  <a:cubicBezTo>
                    <a:pt x="10180" y="8742"/>
                    <a:pt x="9998" y="8856"/>
                    <a:pt x="9792" y="8970"/>
                  </a:cubicBezTo>
                  <a:cubicBezTo>
                    <a:pt x="9610" y="8856"/>
                    <a:pt x="9427" y="8742"/>
                    <a:pt x="9222" y="8628"/>
                  </a:cubicBezTo>
                  <a:cubicBezTo>
                    <a:pt x="9427" y="8514"/>
                    <a:pt x="9632" y="8422"/>
                    <a:pt x="9838" y="8308"/>
                  </a:cubicBezTo>
                  <a:close/>
                  <a:moveTo>
                    <a:pt x="13033" y="8605"/>
                  </a:moveTo>
                  <a:cubicBezTo>
                    <a:pt x="13193" y="8696"/>
                    <a:pt x="13376" y="8788"/>
                    <a:pt x="13536" y="8879"/>
                  </a:cubicBezTo>
                  <a:lnTo>
                    <a:pt x="12896" y="9244"/>
                  </a:lnTo>
                  <a:cubicBezTo>
                    <a:pt x="12737" y="9153"/>
                    <a:pt x="12554" y="9061"/>
                    <a:pt x="12394" y="8947"/>
                  </a:cubicBezTo>
                  <a:lnTo>
                    <a:pt x="13033" y="8605"/>
                  </a:lnTo>
                  <a:close/>
                  <a:moveTo>
                    <a:pt x="11732" y="8628"/>
                  </a:moveTo>
                  <a:cubicBezTo>
                    <a:pt x="11915" y="8719"/>
                    <a:pt x="12098" y="8833"/>
                    <a:pt x="12280" y="8925"/>
                  </a:cubicBezTo>
                  <a:lnTo>
                    <a:pt x="12234" y="8947"/>
                  </a:lnTo>
                  <a:cubicBezTo>
                    <a:pt x="12029" y="9061"/>
                    <a:pt x="11846" y="9176"/>
                    <a:pt x="11641" y="9290"/>
                  </a:cubicBezTo>
                  <a:cubicBezTo>
                    <a:pt x="11458" y="9176"/>
                    <a:pt x="11276" y="9084"/>
                    <a:pt x="11116" y="8970"/>
                  </a:cubicBezTo>
                  <a:cubicBezTo>
                    <a:pt x="11276" y="8879"/>
                    <a:pt x="11458" y="8788"/>
                    <a:pt x="11641" y="8673"/>
                  </a:cubicBezTo>
                  <a:lnTo>
                    <a:pt x="11732" y="8628"/>
                  </a:lnTo>
                  <a:close/>
                  <a:moveTo>
                    <a:pt x="10454" y="8651"/>
                  </a:moveTo>
                  <a:cubicBezTo>
                    <a:pt x="10637" y="8765"/>
                    <a:pt x="10819" y="8856"/>
                    <a:pt x="11002" y="8970"/>
                  </a:cubicBezTo>
                  <a:cubicBezTo>
                    <a:pt x="10796" y="9084"/>
                    <a:pt x="10591" y="9198"/>
                    <a:pt x="10408" y="9313"/>
                  </a:cubicBezTo>
                  <a:cubicBezTo>
                    <a:pt x="10203" y="9198"/>
                    <a:pt x="10020" y="9084"/>
                    <a:pt x="9838" y="8993"/>
                  </a:cubicBezTo>
                  <a:cubicBezTo>
                    <a:pt x="10043" y="8879"/>
                    <a:pt x="10249" y="8765"/>
                    <a:pt x="10454" y="8651"/>
                  </a:cubicBezTo>
                  <a:close/>
                  <a:moveTo>
                    <a:pt x="12349" y="8970"/>
                  </a:moveTo>
                  <a:cubicBezTo>
                    <a:pt x="12531" y="9061"/>
                    <a:pt x="12714" y="9153"/>
                    <a:pt x="12896" y="9267"/>
                  </a:cubicBezTo>
                  <a:lnTo>
                    <a:pt x="12874" y="9267"/>
                  </a:lnTo>
                  <a:cubicBezTo>
                    <a:pt x="12668" y="9381"/>
                    <a:pt x="12463" y="9518"/>
                    <a:pt x="12257" y="9632"/>
                  </a:cubicBezTo>
                  <a:cubicBezTo>
                    <a:pt x="12075" y="9541"/>
                    <a:pt x="11892" y="9427"/>
                    <a:pt x="11709" y="9313"/>
                  </a:cubicBezTo>
                  <a:cubicBezTo>
                    <a:pt x="11892" y="9221"/>
                    <a:pt x="12098" y="9107"/>
                    <a:pt x="12280" y="9016"/>
                  </a:cubicBezTo>
                  <a:lnTo>
                    <a:pt x="12349" y="8970"/>
                  </a:lnTo>
                  <a:close/>
                  <a:moveTo>
                    <a:pt x="11070" y="8993"/>
                  </a:moveTo>
                  <a:cubicBezTo>
                    <a:pt x="11253" y="9084"/>
                    <a:pt x="11436" y="9198"/>
                    <a:pt x="11618" y="9313"/>
                  </a:cubicBezTo>
                  <a:cubicBezTo>
                    <a:pt x="11413" y="9427"/>
                    <a:pt x="11207" y="9541"/>
                    <a:pt x="11002" y="9678"/>
                  </a:cubicBezTo>
                  <a:cubicBezTo>
                    <a:pt x="10819" y="9564"/>
                    <a:pt x="10614" y="9450"/>
                    <a:pt x="10431" y="9335"/>
                  </a:cubicBezTo>
                  <a:cubicBezTo>
                    <a:pt x="10637" y="9221"/>
                    <a:pt x="10842" y="9107"/>
                    <a:pt x="11070" y="8993"/>
                  </a:cubicBezTo>
                  <a:close/>
                  <a:moveTo>
                    <a:pt x="11618" y="10043"/>
                  </a:moveTo>
                  <a:lnTo>
                    <a:pt x="11618" y="10043"/>
                  </a:lnTo>
                  <a:cubicBezTo>
                    <a:pt x="11732" y="10111"/>
                    <a:pt x="11869" y="10180"/>
                    <a:pt x="11983" y="10248"/>
                  </a:cubicBezTo>
                  <a:cubicBezTo>
                    <a:pt x="11869" y="10180"/>
                    <a:pt x="11755" y="10111"/>
                    <a:pt x="11618" y="10043"/>
                  </a:cubicBezTo>
                  <a:close/>
                  <a:moveTo>
                    <a:pt x="7486" y="0"/>
                  </a:moveTo>
                  <a:cubicBezTo>
                    <a:pt x="7236" y="137"/>
                    <a:pt x="6985" y="274"/>
                    <a:pt x="6734" y="411"/>
                  </a:cubicBezTo>
                  <a:cubicBezTo>
                    <a:pt x="6528" y="297"/>
                    <a:pt x="6346" y="182"/>
                    <a:pt x="6140" y="68"/>
                  </a:cubicBezTo>
                  <a:lnTo>
                    <a:pt x="6140" y="68"/>
                  </a:lnTo>
                  <a:cubicBezTo>
                    <a:pt x="6323" y="182"/>
                    <a:pt x="6528" y="297"/>
                    <a:pt x="6711" y="411"/>
                  </a:cubicBezTo>
                  <a:cubicBezTo>
                    <a:pt x="6460" y="548"/>
                    <a:pt x="6231" y="662"/>
                    <a:pt x="5980" y="799"/>
                  </a:cubicBezTo>
                  <a:cubicBezTo>
                    <a:pt x="5821" y="731"/>
                    <a:pt x="5685" y="640"/>
                    <a:pt x="5527" y="549"/>
                  </a:cubicBezTo>
                  <a:lnTo>
                    <a:pt x="5527" y="549"/>
                  </a:lnTo>
                  <a:cubicBezTo>
                    <a:pt x="5685" y="640"/>
                    <a:pt x="5821" y="731"/>
                    <a:pt x="5958" y="822"/>
                  </a:cubicBezTo>
                  <a:cubicBezTo>
                    <a:pt x="5866" y="867"/>
                    <a:pt x="5752" y="913"/>
                    <a:pt x="5661" y="981"/>
                  </a:cubicBezTo>
                  <a:lnTo>
                    <a:pt x="5296" y="1164"/>
                  </a:lnTo>
                  <a:cubicBezTo>
                    <a:pt x="5136" y="1095"/>
                    <a:pt x="4976" y="981"/>
                    <a:pt x="4816" y="913"/>
                  </a:cubicBezTo>
                  <a:lnTo>
                    <a:pt x="4816" y="913"/>
                  </a:lnTo>
                  <a:cubicBezTo>
                    <a:pt x="4976" y="1004"/>
                    <a:pt x="5136" y="1095"/>
                    <a:pt x="5296" y="1187"/>
                  </a:cubicBezTo>
                  <a:lnTo>
                    <a:pt x="4634" y="1552"/>
                  </a:lnTo>
                  <a:lnTo>
                    <a:pt x="3972" y="1917"/>
                  </a:lnTo>
                  <a:cubicBezTo>
                    <a:pt x="3789" y="1803"/>
                    <a:pt x="3584" y="1712"/>
                    <a:pt x="3401" y="1598"/>
                  </a:cubicBezTo>
                  <a:lnTo>
                    <a:pt x="3401" y="1598"/>
                  </a:lnTo>
                  <a:cubicBezTo>
                    <a:pt x="3584" y="1712"/>
                    <a:pt x="3766" y="1826"/>
                    <a:pt x="3949" y="1917"/>
                  </a:cubicBezTo>
                  <a:lnTo>
                    <a:pt x="3858" y="1986"/>
                  </a:lnTo>
                  <a:lnTo>
                    <a:pt x="3310" y="2282"/>
                  </a:lnTo>
                  <a:cubicBezTo>
                    <a:pt x="3104" y="2168"/>
                    <a:pt x="2899" y="2054"/>
                    <a:pt x="2671" y="1940"/>
                  </a:cubicBezTo>
                  <a:lnTo>
                    <a:pt x="2671" y="1940"/>
                  </a:lnTo>
                  <a:cubicBezTo>
                    <a:pt x="2876" y="2054"/>
                    <a:pt x="3082" y="2191"/>
                    <a:pt x="3287" y="2305"/>
                  </a:cubicBezTo>
                  <a:lnTo>
                    <a:pt x="2648" y="2670"/>
                  </a:lnTo>
                  <a:cubicBezTo>
                    <a:pt x="2420" y="2534"/>
                    <a:pt x="2191" y="2419"/>
                    <a:pt x="1963" y="2283"/>
                  </a:cubicBezTo>
                  <a:lnTo>
                    <a:pt x="1963" y="2283"/>
                  </a:lnTo>
                  <a:cubicBezTo>
                    <a:pt x="2191" y="2419"/>
                    <a:pt x="2420" y="2556"/>
                    <a:pt x="2625" y="2670"/>
                  </a:cubicBezTo>
                  <a:lnTo>
                    <a:pt x="2054" y="3013"/>
                  </a:lnTo>
                  <a:cubicBezTo>
                    <a:pt x="2032" y="3013"/>
                    <a:pt x="2009" y="3036"/>
                    <a:pt x="1986" y="3036"/>
                  </a:cubicBezTo>
                  <a:cubicBezTo>
                    <a:pt x="1758" y="2899"/>
                    <a:pt x="1507" y="2762"/>
                    <a:pt x="1256" y="2625"/>
                  </a:cubicBezTo>
                  <a:lnTo>
                    <a:pt x="1256" y="2625"/>
                  </a:lnTo>
                  <a:cubicBezTo>
                    <a:pt x="1507" y="2785"/>
                    <a:pt x="1735" y="2922"/>
                    <a:pt x="1986" y="3058"/>
                  </a:cubicBezTo>
                  <a:cubicBezTo>
                    <a:pt x="1758" y="3173"/>
                    <a:pt x="1552" y="3310"/>
                    <a:pt x="1347" y="3424"/>
                  </a:cubicBezTo>
                  <a:cubicBezTo>
                    <a:pt x="1073" y="3287"/>
                    <a:pt x="822" y="3127"/>
                    <a:pt x="548" y="2990"/>
                  </a:cubicBezTo>
                  <a:lnTo>
                    <a:pt x="548" y="2990"/>
                  </a:lnTo>
                  <a:cubicBezTo>
                    <a:pt x="799" y="3127"/>
                    <a:pt x="1073" y="3287"/>
                    <a:pt x="1324" y="3446"/>
                  </a:cubicBezTo>
                  <a:cubicBezTo>
                    <a:pt x="1119" y="3561"/>
                    <a:pt x="913" y="3698"/>
                    <a:pt x="708" y="3812"/>
                  </a:cubicBezTo>
                  <a:cubicBezTo>
                    <a:pt x="479" y="3675"/>
                    <a:pt x="228" y="3561"/>
                    <a:pt x="0" y="3424"/>
                  </a:cubicBezTo>
                  <a:lnTo>
                    <a:pt x="0" y="3424"/>
                  </a:lnTo>
                  <a:cubicBezTo>
                    <a:pt x="228" y="3561"/>
                    <a:pt x="457" y="3698"/>
                    <a:pt x="685" y="3812"/>
                  </a:cubicBezTo>
                  <a:cubicBezTo>
                    <a:pt x="548" y="3903"/>
                    <a:pt x="411" y="3971"/>
                    <a:pt x="274" y="4063"/>
                  </a:cubicBezTo>
                  <a:cubicBezTo>
                    <a:pt x="411" y="3994"/>
                    <a:pt x="548" y="3903"/>
                    <a:pt x="708" y="3835"/>
                  </a:cubicBezTo>
                  <a:cubicBezTo>
                    <a:pt x="890" y="3949"/>
                    <a:pt x="1096" y="4063"/>
                    <a:pt x="1278" y="4177"/>
                  </a:cubicBezTo>
                  <a:cubicBezTo>
                    <a:pt x="1096" y="4291"/>
                    <a:pt x="890" y="4382"/>
                    <a:pt x="708" y="4496"/>
                  </a:cubicBezTo>
                  <a:cubicBezTo>
                    <a:pt x="913" y="4405"/>
                    <a:pt x="1119" y="4291"/>
                    <a:pt x="1301" y="4177"/>
                  </a:cubicBezTo>
                  <a:cubicBezTo>
                    <a:pt x="1507" y="4291"/>
                    <a:pt x="1689" y="4405"/>
                    <a:pt x="1872" y="4519"/>
                  </a:cubicBezTo>
                  <a:cubicBezTo>
                    <a:pt x="1712" y="4633"/>
                    <a:pt x="1529" y="4725"/>
                    <a:pt x="1347" y="4839"/>
                  </a:cubicBezTo>
                  <a:cubicBezTo>
                    <a:pt x="1529" y="4748"/>
                    <a:pt x="1712" y="4633"/>
                    <a:pt x="1895" y="4542"/>
                  </a:cubicBezTo>
                  <a:cubicBezTo>
                    <a:pt x="2100" y="4656"/>
                    <a:pt x="2283" y="4770"/>
                    <a:pt x="2488" y="4884"/>
                  </a:cubicBezTo>
                  <a:cubicBezTo>
                    <a:pt x="2328" y="4976"/>
                    <a:pt x="2146" y="5067"/>
                    <a:pt x="1986" y="5158"/>
                  </a:cubicBezTo>
                  <a:cubicBezTo>
                    <a:pt x="2169" y="5067"/>
                    <a:pt x="2328" y="4976"/>
                    <a:pt x="2511" y="4884"/>
                  </a:cubicBezTo>
                  <a:cubicBezTo>
                    <a:pt x="2671" y="4976"/>
                    <a:pt x="2830" y="5067"/>
                    <a:pt x="2990" y="5158"/>
                  </a:cubicBezTo>
                  <a:lnTo>
                    <a:pt x="3082" y="5227"/>
                  </a:lnTo>
                  <a:cubicBezTo>
                    <a:pt x="2945" y="5318"/>
                    <a:pt x="2785" y="5409"/>
                    <a:pt x="2648" y="5501"/>
                  </a:cubicBezTo>
                  <a:lnTo>
                    <a:pt x="2648" y="5501"/>
                  </a:lnTo>
                  <a:cubicBezTo>
                    <a:pt x="2785" y="5409"/>
                    <a:pt x="2945" y="5318"/>
                    <a:pt x="3104" y="5250"/>
                  </a:cubicBezTo>
                  <a:lnTo>
                    <a:pt x="3698" y="5569"/>
                  </a:lnTo>
                  <a:cubicBezTo>
                    <a:pt x="3561" y="5661"/>
                    <a:pt x="3424" y="5729"/>
                    <a:pt x="3287" y="5820"/>
                  </a:cubicBezTo>
                  <a:cubicBezTo>
                    <a:pt x="3424" y="5752"/>
                    <a:pt x="3561" y="5661"/>
                    <a:pt x="3721" y="5592"/>
                  </a:cubicBezTo>
                  <a:lnTo>
                    <a:pt x="4291" y="5934"/>
                  </a:lnTo>
                  <a:cubicBezTo>
                    <a:pt x="4177" y="6003"/>
                    <a:pt x="4040" y="6071"/>
                    <a:pt x="3926" y="6140"/>
                  </a:cubicBezTo>
                  <a:cubicBezTo>
                    <a:pt x="4063" y="6071"/>
                    <a:pt x="4177" y="6003"/>
                    <a:pt x="4314" y="5934"/>
                  </a:cubicBezTo>
                  <a:lnTo>
                    <a:pt x="4908" y="6277"/>
                  </a:lnTo>
                  <a:cubicBezTo>
                    <a:pt x="4793" y="6345"/>
                    <a:pt x="4679" y="6414"/>
                    <a:pt x="4565" y="6482"/>
                  </a:cubicBezTo>
                  <a:cubicBezTo>
                    <a:pt x="4679" y="6414"/>
                    <a:pt x="4793" y="6345"/>
                    <a:pt x="4930" y="6277"/>
                  </a:cubicBezTo>
                  <a:lnTo>
                    <a:pt x="5501" y="6619"/>
                  </a:lnTo>
                  <a:cubicBezTo>
                    <a:pt x="5364" y="6710"/>
                    <a:pt x="5204" y="6802"/>
                    <a:pt x="5068" y="6893"/>
                  </a:cubicBezTo>
                  <a:lnTo>
                    <a:pt x="5068" y="6893"/>
                  </a:lnTo>
                  <a:cubicBezTo>
                    <a:pt x="5204" y="6802"/>
                    <a:pt x="5364" y="6710"/>
                    <a:pt x="5524" y="6642"/>
                  </a:cubicBezTo>
                  <a:lnTo>
                    <a:pt x="5980" y="6893"/>
                  </a:lnTo>
                  <a:lnTo>
                    <a:pt x="6117" y="6962"/>
                  </a:lnTo>
                  <a:cubicBezTo>
                    <a:pt x="5980" y="7053"/>
                    <a:pt x="5843" y="7121"/>
                    <a:pt x="5706" y="7213"/>
                  </a:cubicBezTo>
                  <a:cubicBezTo>
                    <a:pt x="5843" y="7144"/>
                    <a:pt x="5980" y="7053"/>
                    <a:pt x="6140" y="6984"/>
                  </a:cubicBezTo>
                  <a:lnTo>
                    <a:pt x="6734" y="7304"/>
                  </a:lnTo>
                  <a:cubicBezTo>
                    <a:pt x="6597" y="7395"/>
                    <a:pt x="6460" y="7464"/>
                    <a:pt x="6346" y="7532"/>
                  </a:cubicBezTo>
                  <a:cubicBezTo>
                    <a:pt x="6482" y="7464"/>
                    <a:pt x="6619" y="7395"/>
                    <a:pt x="6756" y="7327"/>
                  </a:cubicBezTo>
                  <a:lnTo>
                    <a:pt x="7350" y="7646"/>
                  </a:lnTo>
                  <a:cubicBezTo>
                    <a:pt x="7213" y="7738"/>
                    <a:pt x="7099" y="7806"/>
                    <a:pt x="6985" y="7875"/>
                  </a:cubicBezTo>
                  <a:cubicBezTo>
                    <a:pt x="7099" y="7806"/>
                    <a:pt x="7236" y="7738"/>
                    <a:pt x="7350" y="7669"/>
                  </a:cubicBezTo>
                  <a:lnTo>
                    <a:pt x="7943" y="8012"/>
                  </a:lnTo>
                  <a:cubicBezTo>
                    <a:pt x="7784" y="8103"/>
                    <a:pt x="7624" y="8194"/>
                    <a:pt x="7441" y="8285"/>
                  </a:cubicBezTo>
                  <a:cubicBezTo>
                    <a:pt x="7624" y="8194"/>
                    <a:pt x="7806" y="8103"/>
                    <a:pt x="7966" y="8012"/>
                  </a:cubicBezTo>
                  <a:lnTo>
                    <a:pt x="8514" y="8308"/>
                  </a:lnTo>
                  <a:cubicBezTo>
                    <a:pt x="8309" y="8445"/>
                    <a:pt x="8103" y="8559"/>
                    <a:pt x="7898" y="8673"/>
                  </a:cubicBezTo>
                  <a:cubicBezTo>
                    <a:pt x="8103" y="8559"/>
                    <a:pt x="8309" y="8445"/>
                    <a:pt x="8537" y="8331"/>
                  </a:cubicBezTo>
                  <a:lnTo>
                    <a:pt x="8970" y="8582"/>
                  </a:lnTo>
                  <a:cubicBezTo>
                    <a:pt x="9016" y="8605"/>
                    <a:pt x="9062" y="8628"/>
                    <a:pt x="9107" y="8651"/>
                  </a:cubicBezTo>
                  <a:cubicBezTo>
                    <a:pt x="8925" y="8765"/>
                    <a:pt x="8719" y="8879"/>
                    <a:pt x="8537" y="9016"/>
                  </a:cubicBezTo>
                  <a:cubicBezTo>
                    <a:pt x="8742" y="8902"/>
                    <a:pt x="8948" y="8788"/>
                    <a:pt x="9153" y="8673"/>
                  </a:cubicBezTo>
                  <a:cubicBezTo>
                    <a:pt x="9336" y="8788"/>
                    <a:pt x="9541" y="8902"/>
                    <a:pt x="9747" y="8993"/>
                  </a:cubicBezTo>
                  <a:cubicBezTo>
                    <a:pt x="9541" y="9107"/>
                    <a:pt x="9358" y="9221"/>
                    <a:pt x="9176" y="9335"/>
                  </a:cubicBezTo>
                  <a:cubicBezTo>
                    <a:pt x="9381" y="9221"/>
                    <a:pt x="9564" y="9130"/>
                    <a:pt x="9769" y="9016"/>
                  </a:cubicBezTo>
                  <a:cubicBezTo>
                    <a:pt x="9952" y="9130"/>
                    <a:pt x="10157" y="9244"/>
                    <a:pt x="10363" y="9335"/>
                  </a:cubicBezTo>
                  <a:cubicBezTo>
                    <a:pt x="10180" y="9450"/>
                    <a:pt x="9998" y="9564"/>
                    <a:pt x="9815" y="9655"/>
                  </a:cubicBezTo>
                  <a:cubicBezTo>
                    <a:pt x="9998" y="9564"/>
                    <a:pt x="10203" y="9450"/>
                    <a:pt x="10386" y="9358"/>
                  </a:cubicBezTo>
                  <a:cubicBezTo>
                    <a:pt x="10568" y="9472"/>
                    <a:pt x="10774" y="9586"/>
                    <a:pt x="10979" y="9678"/>
                  </a:cubicBezTo>
                  <a:cubicBezTo>
                    <a:pt x="10796" y="9792"/>
                    <a:pt x="10637" y="9883"/>
                    <a:pt x="10454" y="9997"/>
                  </a:cubicBezTo>
                  <a:cubicBezTo>
                    <a:pt x="10637" y="9883"/>
                    <a:pt x="10819" y="9792"/>
                    <a:pt x="11002" y="9701"/>
                  </a:cubicBezTo>
                  <a:cubicBezTo>
                    <a:pt x="11207" y="9815"/>
                    <a:pt x="11390" y="9929"/>
                    <a:pt x="11595" y="10020"/>
                  </a:cubicBezTo>
                  <a:cubicBezTo>
                    <a:pt x="11413" y="9906"/>
                    <a:pt x="11230" y="9792"/>
                    <a:pt x="11025" y="9678"/>
                  </a:cubicBezTo>
                  <a:cubicBezTo>
                    <a:pt x="11253" y="9564"/>
                    <a:pt x="11458" y="9450"/>
                    <a:pt x="11687" y="9335"/>
                  </a:cubicBezTo>
                  <a:cubicBezTo>
                    <a:pt x="11869" y="9427"/>
                    <a:pt x="12052" y="9541"/>
                    <a:pt x="12234" y="9632"/>
                  </a:cubicBezTo>
                  <a:cubicBezTo>
                    <a:pt x="12029" y="9769"/>
                    <a:pt x="11824" y="9883"/>
                    <a:pt x="11595" y="10020"/>
                  </a:cubicBezTo>
                  <a:cubicBezTo>
                    <a:pt x="11436" y="10134"/>
                    <a:pt x="11253" y="10226"/>
                    <a:pt x="11093" y="10317"/>
                  </a:cubicBezTo>
                  <a:cubicBezTo>
                    <a:pt x="11276" y="10226"/>
                    <a:pt x="11436" y="10134"/>
                    <a:pt x="11618" y="10043"/>
                  </a:cubicBezTo>
                  <a:cubicBezTo>
                    <a:pt x="11846" y="9906"/>
                    <a:pt x="12075" y="9792"/>
                    <a:pt x="12303" y="9678"/>
                  </a:cubicBezTo>
                  <a:cubicBezTo>
                    <a:pt x="12508" y="9564"/>
                    <a:pt x="12714" y="9450"/>
                    <a:pt x="12919" y="9335"/>
                  </a:cubicBezTo>
                  <a:lnTo>
                    <a:pt x="12965" y="9313"/>
                  </a:lnTo>
                  <a:cubicBezTo>
                    <a:pt x="13056" y="9358"/>
                    <a:pt x="13147" y="9404"/>
                    <a:pt x="13239" y="9450"/>
                  </a:cubicBezTo>
                  <a:cubicBezTo>
                    <a:pt x="13170" y="9404"/>
                    <a:pt x="13079" y="9358"/>
                    <a:pt x="12988" y="9313"/>
                  </a:cubicBezTo>
                  <a:lnTo>
                    <a:pt x="13650" y="8947"/>
                  </a:lnTo>
                  <a:cubicBezTo>
                    <a:pt x="13741" y="8993"/>
                    <a:pt x="13855" y="9061"/>
                    <a:pt x="13969" y="9107"/>
                  </a:cubicBezTo>
                  <a:cubicBezTo>
                    <a:pt x="13855" y="9061"/>
                    <a:pt x="13764" y="8993"/>
                    <a:pt x="13650" y="8925"/>
                  </a:cubicBezTo>
                  <a:lnTo>
                    <a:pt x="14312" y="8559"/>
                  </a:lnTo>
                  <a:lnTo>
                    <a:pt x="14722" y="8331"/>
                  </a:lnTo>
                  <a:lnTo>
                    <a:pt x="14974" y="8194"/>
                  </a:lnTo>
                  <a:cubicBezTo>
                    <a:pt x="15110" y="8263"/>
                    <a:pt x="15247" y="8354"/>
                    <a:pt x="15384" y="8422"/>
                  </a:cubicBezTo>
                  <a:cubicBezTo>
                    <a:pt x="15247" y="8331"/>
                    <a:pt x="15110" y="8263"/>
                    <a:pt x="14996" y="8194"/>
                  </a:cubicBezTo>
                  <a:lnTo>
                    <a:pt x="15635" y="7829"/>
                  </a:lnTo>
                  <a:cubicBezTo>
                    <a:pt x="15795" y="7897"/>
                    <a:pt x="15932" y="7989"/>
                    <a:pt x="16092" y="8080"/>
                  </a:cubicBezTo>
                  <a:cubicBezTo>
                    <a:pt x="15955" y="7989"/>
                    <a:pt x="15795" y="7897"/>
                    <a:pt x="15635" y="7806"/>
                  </a:cubicBezTo>
                  <a:lnTo>
                    <a:pt x="16297" y="7441"/>
                  </a:lnTo>
                  <a:lnTo>
                    <a:pt x="16526" y="7304"/>
                  </a:lnTo>
                  <a:cubicBezTo>
                    <a:pt x="16663" y="7235"/>
                    <a:pt x="16800" y="7144"/>
                    <a:pt x="16936" y="7053"/>
                  </a:cubicBezTo>
                  <a:cubicBezTo>
                    <a:pt x="17142" y="7167"/>
                    <a:pt x="17325" y="7281"/>
                    <a:pt x="17507" y="7372"/>
                  </a:cubicBezTo>
                  <a:cubicBezTo>
                    <a:pt x="17325" y="7281"/>
                    <a:pt x="17142" y="7167"/>
                    <a:pt x="16959" y="7053"/>
                  </a:cubicBezTo>
                  <a:cubicBezTo>
                    <a:pt x="17188" y="6916"/>
                    <a:pt x="17416" y="6779"/>
                    <a:pt x="17667" y="6642"/>
                  </a:cubicBezTo>
                  <a:cubicBezTo>
                    <a:pt x="17804" y="6733"/>
                    <a:pt x="17964" y="6802"/>
                    <a:pt x="18123" y="6893"/>
                  </a:cubicBezTo>
                  <a:cubicBezTo>
                    <a:pt x="17964" y="6802"/>
                    <a:pt x="17827" y="6710"/>
                    <a:pt x="17667" y="6619"/>
                  </a:cubicBezTo>
                  <a:cubicBezTo>
                    <a:pt x="17872" y="6505"/>
                    <a:pt x="18101" y="6391"/>
                    <a:pt x="18306" y="6254"/>
                  </a:cubicBezTo>
                  <a:lnTo>
                    <a:pt x="18306" y="6254"/>
                  </a:lnTo>
                  <a:cubicBezTo>
                    <a:pt x="18078" y="6368"/>
                    <a:pt x="17872" y="6482"/>
                    <a:pt x="17644" y="6619"/>
                  </a:cubicBezTo>
                  <a:cubicBezTo>
                    <a:pt x="17461" y="6505"/>
                    <a:pt x="17256" y="6391"/>
                    <a:pt x="17073" y="6277"/>
                  </a:cubicBezTo>
                  <a:cubicBezTo>
                    <a:pt x="17279" y="6163"/>
                    <a:pt x="17461" y="6049"/>
                    <a:pt x="17667" y="5934"/>
                  </a:cubicBezTo>
                  <a:lnTo>
                    <a:pt x="17667" y="5934"/>
                  </a:lnTo>
                  <a:cubicBezTo>
                    <a:pt x="17461" y="6026"/>
                    <a:pt x="17256" y="6140"/>
                    <a:pt x="17051" y="6254"/>
                  </a:cubicBezTo>
                  <a:cubicBezTo>
                    <a:pt x="16845" y="6140"/>
                    <a:pt x="16663" y="6049"/>
                    <a:pt x="16480" y="5934"/>
                  </a:cubicBezTo>
                  <a:cubicBezTo>
                    <a:pt x="16663" y="5820"/>
                    <a:pt x="16845" y="5706"/>
                    <a:pt x="17028" y="5592"/>
                  </a:cubicBezTo>
                  <a:lnTo>
                    <a:pt x="17028" y="5592"/>
                  </a:lnTo>
                  <a:cubicBezTo>
                    <a:pt x="16822" y="5706"/>
                    <a:pt x="16640" y="5797"/>
                    <a:pt x="16434" y="5912"/>
                  </a:cubicBezTo>
                  <a:cubicBezTo>
                    <a:pt x="16252" y="5797"/>
                    <a:pt x="16069" y="5683"/>
                    <a:pt x="15864" y="5569"/>
                  </a:cubicBezTo>
                  <a:cubicBezTo>
                    <a:pt x="16046" y="5478"/>
                    <a:pt x="16206" y="5364"/>
                    <a:pt x="16389" y="5273"/>
                  </a:cubicBezTo>
                  <a:lnTo>
                    <a:pt x="16389" y="5273"/>
                  </a:lnTo>
                  <a:cubicBezTo>
                    <a:pt x="16206" y="5364"/>
                    <a:pt x="16023" y="5455"/>
                    <a:pt x="15841" y="5569"/>
                  </a:cubicBezTo>
                  <a:cubicBezTo>
                    <a:pt x="15658" y="5455"/>
                    <a:pt x="15453" y="5341"/>
                    <a:pt x="15270" y="5227"/>
                  </a:cubicBezTo>
                  <a:cubicBezTo>
                    <a:pt x="15430" y="5136"/>
                    <a:pt x="15590" y="5044"/>
                    <a:pt x="15750" y="4953"/>
                  </a:cubicBezTo>
                  <a:lnTo>
                    <a:pt x="15750" y="4953"/>
                  </a:lnTo>
                  <a:cubicBezTo>
                    <a:pt x="15567" y="5021"/>
                    <a:pt x="15407" y="5113"/>
                    <a:pt x="15247" y="5204"/>
                  </a:cubicBezTo>
                  <a:cubicBezTo>
                    <a:pt x="15202" y="5181"/>
                    <a:pt x="15179" y="5158"/>
                    <a:pt x="15156" y="5158"/>
                  </a:cubicBezTo>
                  <a:lnTo>
                    <a:pt x="14654" y="4862"/>
                  </a:lnTo>
                  <a:cubicBezTo>
                    <a:pt x="14814" y="4793"/>
                    <a:pt x="14951" y="4702"/>
                    <a:pt x="15088" y="4611"/>
                  </a:cubicBezTo>
                  <a:lnTo>
                    <a:pt x="15088" y="4611"/>
                  </a:lnTo>
                  <a:cubicBezTo>
                    <a:pt x="14951" y="4702"/>
                    <a:pt x="14791" y="4770"/>
                    <a:pt x="14631" y="4862"/>
                  </a:cubicBezTo>
                  <a:lnTo>
                    <a:pt x="14106" y="4565"/>
                  </a:lnTo>
                  <a:cubicBezTo>
                    <a:pt x="14289" y="4451"/>
                    <a:pt x="14471" y="4337"/>
                    <a:pt x="14654" y="4223"/>
                  </a:cubicBezTo>
                  <a:lnTo>
                    <a:pt x="14654" y="4223"/>
                  </a:lnTo>
                  <a:cubicBezTo>
                    <a:pt x="14471" y="4337"/>
                    <a:pt x="14266" y="4428"/>
                    <a:pt x="14083" y="4542"/>
                  </a:cubicBezTo>
                  <a:lnTo>
                    <a:pt x="13513" y="4200"/>
                  </a:lnTo>
                  <a:cubicBezTo>
                    <a:pt x="13741" y="4063"/>
                    <a:pt x="13969" y="3949"/>
                    <a:pt x="14197" y="3812"/>
                  </a:cubicBezTo>
                  <a:lnTo>
                    <a:pt x="14197" y="3812"/>
                  </a:lnTo>
                  <a:cubicBezTo>
                    <a:pt x="13946" y="3926"/>
                    <a:pt x="13718" y="4063"/>
                    <a:pt x="13467" y="4200"/>
                  </a:cubicBezTo>
                  <a:lnTo>
                    <a:pt x="12896" y="3857"/>
                  </a:lnTo>
                  <a:cubicBezTo>
                    <a:pt x="13125" y="3743"/>
                    <a:pt x="13330" y="3606"/>
                    <a:pt x="13535" y="3469"/>
                  </a:cubicBezTo>
                  <a:lnTo>
                    <a:pt x="13535" y="3469"/>
                  </a:lnTo>
                  <a:cubicBezTo>
                    <a:pt x="13330" y="3606"/>
                    <a:pt x="13102" y="3720"/>
                    <a:pt x="12874" y="3835"/>
                  </a:cubicBezTo>
                  <a:lnTo>
                    <a:pt x="12303" y="3515"/>
                  </a:lnTo>
                  <a:cubicBezTo>
                    <a:pt x="12485" y="3401"/>
                    <a:pt x="12691" y="3264"/>
                    <a:pt x="12896" y="3150"/>
                  </a:cubicBezTo>
                  <a:lnTo>
                    <a:pt x="12896" y="3150"/>
                  </a:lnTo>
                  <a:cubicBezTo>
                    <a:pt x="12691" y="3264"/>
                    <a:pt x="12485" y="3378"/>
                    <a:pt x="12257" y="3492"/>
                  </a:cubicBezTo>
                  <a:lnTo>
                    <a:pt x="12166" y="3424"/>
                  </a:lnTo>
                  <a:lnTo>
                    <a:pt x="11687" y="3173"/>
                  </a:lnTo>
                  <a:cubicBezTo>
                    <a:pt x="11869" y="3058"/>
                    <a:pt x="12075" y="2944"/>
                    <a:pt x="12257" y="2830"/>
                  </a:cubicBezTo>
                  <a:lnTo>
                    <a:pt x="12257" y="2830"/>
                  </a:lnTo>
                  <a:cubicBezTo>
                    <a:pt x="12052" y="2922"/>
                    <a:pt x="11846" y="3036"/>
                    <a:pt x="11664" y="3150"/>
                  </a:cubicBezTo>
                  <a:lnTo>
                    <a:pt x="11070" y="2830"/>
                  </a:lnTo>
                  <a:cubicBezTo>
                    <a:pt x="11299" y="2693"/>
                    <a:pt x="11527" y="2556"/>
                    <a:pt x="11778" y="2419"/>
                  </a:cubicBezTo>
                  <a:lnTo>
                    <a:pt x="11778" y="2419"/>
                  </a:lnTo>
                  <a:cubicBezTo>
                    <a:pt x="11527" y="2533"/>
                    <a:pt x="11276" y="2670"/>
                    <a:pt x="11048" y="2807"/>
                  </a:cubicBezTo>
                  <a:lnTo>
                    <a:pt x="10454" y="2488"/>
                  </a:lnTo>
                  <a:cubicBezTo>
                    <a:pt x="10682" y="2351"/>
                    <a:pt x="10911" y="2214"/>
                    <a:pt x="11116" y="2077"/>
                  </a:cubicBezTo>
                  <a:lnTo>
                    <a:pt x="11116" y="2077"/>
                  </a:lnTo>
                  <a:cubicBezTo>
                    <a:pt x="10888" y="2214"/>
                    <a:pt x="10660" y="2328"/>
                    <a:pt x="10431" y="2465"/>
                  </a:cubicBezTo>
                  <a:lnTo>
                    <a:pt x="9838" y="2123"/>
                  </a:lnTo>
                  <a:cubicBezTo>
                    <a:pt x="10066" y="2008"/>
                    <a:pt x="10271" y="1894"/>
                    <a:pt x="10477" y="1757"/>
                  </a:cubicBezTo>
                  <a:lnTo>
                    <a:pt x="10477" y="1757"/>
                  </a:lnTo>
                  <a:cubicBezTo>
                    <a:pt x="10271" y="1872"/>
                    <a:pt x="10043" y="1986"/>
                    <a:pt x="9815" y="2123"/>
                  </a:cubicBezTo>
                  <a:lnTo>
                    <a:pt x="9244" y="1780"/>
                  </a:lnTo>
                  <a:cubicBezTo>
                    <a:pt x="9427" y="1666"/>
                    <a:pt x="9632" y="1552"/>
                    <a:pt x="9838" y="1438"/>
                  </a:cubicBezTo>
                  <a:lnTo>
                    <a:pt x="9838" y="1438"/>
                  </a:lnTo>
                  <a:cubicBezTo>
                    <a:pt x="9632" y="1529"/>
                    <a:pt x="9427" y="1666"/>
                    <a:pt x="9199" y="1780"/>
                  </a:cubicBezTo>
                  <a:lnTo>
                    <a:pt x="9153" y="1735"/>
                  </a:lnTo>
                  <a:cubicBezTo>
                    <a:pt x="8970" y="1643"/>
                    <a:pt x="8788" y="1552"/>
                    <a:pt x="8628" y="1438"/>
                  </a:cubicBezTo>
                  <a:cubicBezTo>
                    <a:pt x="8811" y="1324"/>
                    <a:pt x="9016" y="1210"/>
                    <a:pt x="9199" y="1095"/>
                  </a:cubicBezTo>
                  <a:lnTo>
                    <a:pt x="9199" y="1095"/>
                  </a:lnTo>
                  <a:cubicBezTo>
                    <a:pt x="8993" y="1210"/>
                    <a:pt x="8788" y="1324"/>
                    <a:pt x="8582" y="1438"/>
                  </a:cubicBezTo>
                  <a:cubicBezTo>
                    <a:pt x="8400" y="1324"/>
                    <a:pt x="8194" y="1210"/>
                    <a:pt x="8012" y="1095"/>
                  </a:cubicBezTo>
                  <a:cubicBezTo>
                    <a:pt x="8194" y="981"/>
                    <a:pt x="8377" y="890"/>
                    <a:pt x="8560" y="776"/>
                  </a:cubicBezTo>
                  <a:lnTo>
                    <a:pt x="8560" y="776"/>
                  </a:lnTo>
                  <a:cubicBezTo>
                    <a:pt x="8354" y="867"/>
                    <a:pt x="8172" y="981"/>
                    <a:pt x="7966" y="1095"/>
                  </a:cubicBezTo>
                  <a:cubicBezTo>
                    <a:pt x="7784" y="981"/>
                    <a:pt x="7578" y="867"/>
                    <a:pt x="7373" y="753"/>
                  </a:cubicBezTo>
                  <a:cubicBezTo>
                    <a:pt x="7555" y="662"/>
                    <a:pt x="7738" y="548"/>
                    <a:pt x="7920" y="434"/>
                  </a:cubicBezTo>
                  <a:lnTo>
                    <a:pt x="7920" y="434"/>
                  </a:lnTo>
                  <a:cubicBezTo>
                    <a:pt x="7738" y="548"/>
                    <a:pt x="7532" y="639"/>
                    <a:pt x="7350" y="753"/>
                  </a:cubicBezTo>
                  <a:cubicBezTo>
                    <a:pt x="7167" y="639"/>
                    <a:pt x="6962" y="525"/>
                    <a:pt x="6779" y="411"/>
                  </a:cubicBezTo>
                  <a:cubicBezTo>
                    <a:pt x="7007" y="274"/>
                    <a:pt x="7236" y="137"/>
                    <a:pt x="7486" y="0"/>
                  </a:cubicBezTo>
                  <a:close/>
                </a:path>
              </a:pathLst>
            </a:custGeom>
            <a:solidFill>
              <a:srgbClr val="27282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8" name="Google Shape;2495;p83"/>
            <p:cNvSpPr/>
            <p:nvPr/>
          </p:nvSpPr>
          <p:spPr>
            <a:xfrm>
              <a:off x="6591240" y="2371320"/>
              <a:ext cx="203400" cy="118080"/>
            </a:xfrm>
            <a:custGeom>
              <a:avLst/>
              <a:gdLst>
                <a:gd name="textAreaLeft" fmla="*/ 0 w 203400"/>
                <a:gd name="textAreaRight" fmla="*/ 203760 w 203400"/>
                <a:gd name="textAreaTop" fmla="*/ 0 h 118080"/>
                <a:gd name="textAreaBottom" fmla="*/ 118440 h 118080"/>
              </a:gdLst>
              <a:ahLst/>
              <a:cxnLst/>
              <a:rect l="textAreaLeft" t="textAreaTop" r="textAreaRight" b="textAreaBottom"/>
              <a:pathLst>
                <a:path w="8857" h="5159">
                  <a:moveTo>
                    <a:pt x="5547" y="0"/>
                  </a:moveTo>
                  <a:lnTo>
                    <a:pt x="1" y="3082"/>
                  </a:lnTo>
                  <a:lnTo>
                    <a:pt x="3447" y="5159"/>
                  </a:lnTo>
                  <a:lnTo>
                    <a:pt x="8857" y="1963"/>
                  </a:lnTo>
                  <a:lnTo>
                    <a:pt x="5547" y="0"/>
                  </a:lnTo>
                  <a:close/>
                </a:path>
              </a:pathLst>
            </a:custGeom>
            <a:solidFill>
              <a:srgbClr val="605f73"/>
            </a:solidFill>
            <a:ln w="0">
              <a:noFill/>
            </a:ln>
          </p:spPr>
          <p:style>
            <a:lnRef idx="0"/>
            <a:fillRef idx="0"/>
            <a:effectRef idx="0"/>
            <a:fontRef idx="minor"/>
          </p:style>
          <p:txBody>
            <a:bodyPr tIns="59040" bIns="59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9" name="Google Shape;2496;p83"/>
            <p:cNvSpPr/>
            <p:nvPr/>
          </p:nvSpPr>
          <p:spPr>
            <a:xfrm>
              <a:off x="6670440" y="2416680"/>
              <a:ext cx="123840" cy="79560"/>
            </a:xfrm>
            <a:custGeom>
              <a:avLst/>
              <a:gdLst>
                <a:gd name="textAreaLeft" fmla="*/ 0 w 123840"/>
                <a:gd name="textAreaRight" fmla="*/ 124200 w 123840"/>
                <a:gd name="textAreaTop" fmla="*/ 0 h 79560"/>
                <a:gd name="textAreaBottom" fmla="*/ 79920 h 79560"/>
              </a:gdLst>
              <a:ahLst/>
              <a:cxnLst/>
              <a:rect l="textAreaLeft" t="textAreaTop" r="textAreaRight" b="textAreaBottom"/>
              <a:pathLst>
                <a:path w="5410" h="3470">
                  <a:moveTo>
                    <a:pt x="5410" y="0"/>
                  </a:moveTo>
                  <a:lnTo>
                    <a:pt x="0" y="3196"/>
                  </a:lnTo>
                  <a:lnTo>
                    <a:pt x="0" y="3470"/>
                  </a:lnTo>
                  <a:lnTo>
                    <a:pt x="5410" y="297"/>
                  </a:lnTo>
                  <a:lnTo>
                    <a:pt x="5410" y="0"/>
                  </a:lnTo>
                  <a:close/>
                </a:path>
              </a:pathLst>
            </a:custGeom>
            <a:solidFill>
              <a:srgbClr val="343844"/>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0" name="Google Shape;2497;p83"/>
            <p:cNvSpPr/>
            <p:nvPr/>
          </p:nvSpPr>
          <p:spPr>
            <a:xfrm>
              <a:off x="6591240" y="2442240"/>
              <a:ext cx="78840" cy="53640"/>
            </a:xfrm>
            <a:custGeom>
              <a:avLst/>
              <a:gdLst>
                <a:gd name="textAreaLeft" fmla="*/ 0 w 78840"/>
                <a:gd name="textAreaRight" fmla="*/ 79200 w 78840"/>
                <a:gd name="textAreaTop" fmla="*/ 0 h 53640"/>
                <a:gd name="textAreaBottom" fmla="*/ 54000 h 53640"/>
              </a:gdLst>
              <a:ahLst/>
              <a:cxnLst/>
              <a:rect l="textAreaLeft" t="textAreaTop" r="textAreaRight" b="textAreaBottom"/>
              <a:pathLst>
                <a:path w="3448" h="2352">
                  <a:moveTo>
                    <a:pt x="1" y="1"/>
                  </a:moveTo>
                  <a:lnTo>
                    <a:pt x="1" y="252"/>
                  </a:lnTo>
                  <a:lnTo>
                    <a:pt x="3447" y="2352"/>
                  </a:lnTo>
                  <a:lnTo>
                    <a:pt x="3447" y="2078"/>
                  </a:lnTo>
                  <a:lnTo>
                    <a:pt x="1" y="1"/>
                  </a:lnTo>
                  <a:close/>
                </a:path>
              </a:pathLst>
            </a:custGeom>
            <a:solidFill>
              <a:srgbClr val="34384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1" name="Google Shape;2498;p83"/>
            <p:cNvSpPr/>
            <p:nvPr/>
          </p:nvSpPr>
          <p:spPr>
            <a:xfrm>
              <a:off x="6616800" y="2378880"/>
              <a:ext cx="162720" cy="95760"/>
            </a:xfrm>
            <a:custGeom>
              <a:avLst/>
              <a:gdLst>
                <a:gd name="textAreaLeft" fmla="*/ 0 w 162720"/>
                <a:gd name="textAreaRight" fmla="*/ 163080 w 162720"/>
                <a:gd name="textAreaTop" fmla="*/ 0 h 95760"/>
                <a:gd name="textAreaBottom" fmla="*/ 96120 h 95760"/>
              </a:gdLst>
              <a:ahLst/>
              <a:cxnLst/>
              <a:rect l="textAreaLeft" t="textAreaTop" r="textAreaRight" b="textAreaBottom"/>
              <a:pathLst>
                <a:path w="7099" h="4178">
                  <a:moveTo>
                    <a:pt x="4428" y="1"/>
                  </a:moveTo>
                  <a:lnTo>
                    <a:pt x="0" y="2466"/>
                  </a:lnTo>
                  <a:lnTo>
                    <a:pt x="2830" y="4178"/>
                  </a:lnTo>
                  <a:lnTo>
                    <a:pt x="7099" y="1644"/>
                  </a:lnTo>
                  <a:lnTo>
                    <a:pt x="4428" y="1"/>
                  </a:lnTo>
                  <a:close/>
                </a:path>
              </a:pathLst>
            </a:custGeom>
            <a:solidFill>
              <a:srgbClr val="b3b3e2"/>
            </a:solidFill>
            <a:ln w="0">
              <a:noFill/>
            </a:ln>
          </p:spPr>
          <p:style>
            <a:lnRef idx="0"/>
            <a:fillRef idx="0"/>
            <a:effectRef idx="0"/>
            <a:fontRef idx="minor"/>
          </p:style>
          <p:txBody>
            <a:bodyPr tIns="47880" bIns="47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2" name="Google Shape;2499;p83"/>
            <p:cNvSpPr/>
            <p:nvPr/>
          </p:nvSpPr>
          <p:spPr>
            <a:xfrm>
              <a:off x="6627240" y="2453040"/>
              <a:ext cx="17640" cy="10800"/>
            </a:xfrm>
            <a:custGeom>
              <a:avLst/>
              <a:gdLst>
                <a:gd name="textAreaLeft" fmla="*/ 0 w 17640"/>
                <a:gd name="textAreaRight" fmla="*/ 18000 w 17640"/>
                <a:gd name="textAreaTop" fmla="*/ 0 h 10800"/>
                <a:gd name="textAreaBottom" fmla="*/ 11160 h 10800"/>
              </a:gdLst>
              <a:ahLst/>
              <a:cxnLst/>
              <a:rect l="textAreaLeft" t="textAreaTop" r="textAreaRight" b="textAreaBottom"/>
              <a:pathLst>
                <a:path w="777" h="489">
                  <a:moveTo>
                    <a:pt x="264" y="0"/>
                  </a:moveTo>
                  <a:cubicBezTo>
                    <a:pt x="157" y="0"/>
                    <a:pt x="75" y="36"/>
                    <a:pt x="46" y="107"/>
                  </a:cubicBezTo>
                  <a:cubicBezTo>
                    <a:pt x="1" y="221"/>
                    <a:pt x="115" y="358"/>
                    <a:pt x="297" y="450"/>
                  </a:cubicBezTo>
                  <a:cubicBezTo>
                    <a:pt x="374" y="475"/>
                    <a:pt x="448" y="488"/>
                    <a:pt x="513" y="488"/>
                  </a:cubicBezTo>
                  <a:cubicBezTo>
                    <a:pt x="620" y="488"/>
                    <a:pt x="702" y="453"/>
                    <a:pt x="731" y="381"/>
                  </a:cubicBezTo>
                  <a:cubicBezTo>
                    <a:pt x="777" y="267"/>
                    <a:pt x="662" y="130"/>
                    <a:pt x="480" y="39"/>
                  </a:cubicBezTo>
                  <a:cubicBezTo>
                    <a:pt x="403" y="13"/>
                    <a:pt x="329" y="0"/>
                    <a:pt x="264" y="0"/>
                  </a:cubicBezTo>
                  <a:close/>
                </a:path>
              </a:pathLst>
            </a:custGeom>
            <a:solidFill>
              <a:srgbClr val="343844"/>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3" name="Google Shape;2500;p83"/>
            <p:cNvSpPr/>
            <p:nvPr/>
          </p:nvSpPr>
          <p:spPr>
            <a:xfrm>
              <a:off x="6675120" y="2378880"/>
              <a:ext cx="104760" cy="37440"/>
            </a:xfrm>
            <a:custGeom>
              <a:avLst/>
              <a:gdLst>
                <a:gd name="textAreaLeft" fmla="*/ 0 w 104760"/>
                <a:gd name="textAreaRight" fmla="*/ 105120 w 104760"/>
                <a:gd name="textAreaTop" fmla="*/ 0 h 37440"/>
                <a:gd name="textAreaBottom" fmla="*/ 37800 h 37440"/>
              </a:gdLst>
              <a:ahLst/>
              <a:cxnLst/>
              <a:rect l="textAreaLeft" t="textAreaTop" r="textAreaRight" b="textAreaBottom"/>
              <a:pathLst>
                <a:path w="4566" h="1645">
                  <a:moveTo>
                    <a:pt x="1895" y="1"/>
                  </a:moveTo>
                  <a:lnTo>
                    <a:pt x="1" y="1051"/>
                  </a:lnTo>
                  <a:lnTo>
                    <a:pt x="4566" y="1644"/>
                  </a:lnTo>
                  <a:lnTo>
                    <a:pt x="4566" y="1644"/>
                  </a:lnTo>
                  <a:lnTo>
                    <a:pt x="1895" y="1"/>
                  </a:lnTo>
                  <a:close/>
                </a:path>
              </a:pathLst>
            </a:custGeom>
            <a:solidFill>
              <a:schemeClr val="accent5"/>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4" name="Google Shape;2501;p83"/>
            <p:cNvSpPr/>
            <p:nvPr/>
          </p:nvSpPr>
          <p:spPr>
            <a:xfrm>
              <a:off x="6635880" y="2412360"/>
              <a:ext cx="129240" cy="24840"/>
            </a:xfrm>
            <a:custGeom>
              <a:avLst/>
              <a:gdLst>
                <a:gd name="textAreaLeft" fmla="*/ 0 w 129240"/>
                <a:gd name="textAreaRight" fmla="*/ 129600 w 129240"/>
                <a:gd name="textAreaTop" fmla="*/ 0 h 24840"/>
                <a:gd name="textAreaBottom" fmla="*/ 25200 h 24840"/>
              </a:gdLst>
              <a:ahLst/>
              <a:cxnLst/>
              <a:rect l="textAreaLeft" t="textAreaTop" r="textAreaRight" b="textAreaBottom"/>
              <a:pathLst>
                <a:path w="5639" h="1097">
                  <a:moveTo>
                    <a:pt x="959" y="1"/>
                  </a:moveTo>
                  <a:lnTo>
                    <a:pt x="1" y="548"/>
                  </a:lnTo>
                  <a:lnTo>
                    <a:pt x="4726" y="1096"/>
                  </a:lnTo>
                  <a:lnTo>
                    <a:pt x="5639" y="548"/>
                  </a:lnTo>
                  <a:lnTo>
                    <a:pt x="959" y="1"/>
                  </a:lnTo>
                  <a:close/>
                </a:path>
              </a:pathLst>
            </a:custGeom>
            <a:solidFill>
              <a:schemeClr val="accent5"/>
            </a:solidFill>
            <a:ln w="0">
              <a:noFill/>
            </a:ln>
          </p:spPr>
          <p:style>
            <a:lnRef idx="0"/>
            <a:fillRef idx="0"/>
            <a:effectRef idx="0"/>
            <a:fontRef idx="minor"/>
          </p:style>
          <p:txBody>
            <a:bodyPr tIns="12600" bIns="12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5" name="Google Shape;2502;p83"/>
            <p:cNvSpPr/>
            <p:nvPr/>
          </p:nvSpPr>
          <p:spPr>
            <a:xfrm>
              <a:off x="6635880" y="2446920"/>
              <a:ext cx="76680" cy="27360"/>
            </a:xfrm>
            <a:custGeom>
              <a:avLst/>
              <a:gdLst>
                <a:gd name="textAreaLeft" fmla="*/ 0 w 76680"/>
                <a:gd name="textAreaRight" fmla="*/ 77040 w 76680"/>
                <a:gd name="textAreaTop" fmla="*/ 0 h 27360"/>
                <a:gd name="textAreaBottom" fmla="*/ 27720 h 27360"/>
              </a:gdLst>
              <a:ahLst/>
              <a:cxnLst/>
              <a:rect l="textAreaLeft" t="textAreaTop" r="textAreaRight" b="textAreaBottom"/>
              <a:pathLst>
                <a:path w="3357" h="1210">
                  <a:moveTo>
                    <a:pt x="1" y="0"/>
                  </a:moveTo>
                  <a:lnTo>
                    <a:pt x="2009" y="1210"/>
                  </a:lnTo>
                  <a:lnTo>
                    <a:pt x="3356" y="411"/>
                  </a:lnTo>
                  <a:lnTo>
                    <a:pt x="1" y="0"/>
                  </a:lnTo>
                  <a:close/>
                </a:path>
              </a:pathLst>
            </a:custGeom>
            <a:solidFill>
              <a:schemeClr val="accent5"/>
            </a:solidFill>
            <a:ln w="0">
              <a:noFill/>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6" name="Google Shape;2503;p83"/>
            <p:cNvSpPr/>
            <p:nvPr/>
          </p:nvSpPr>
          <p:spPr>
            <a:xfrm>
              <a:off x="6229800" y="2892600"/>
              <a:ext cx="203400" cy="118080"/>
            </a:xfrm>
            <a:custGeom>
              <a:avLst/>
              <a:gdLst>
                <a:gd name="textAreaLeft" fmla="*/ 0 w 203400"/>
                <a:gd name="textAreaRight" fmla="*/ 203760 w 203400"/>
                <a:gd name="textAreaTop" fmla="*/ 0 h 118080"/>
                <a:gd name="textAreaBottom" fmla="*/ 118440 h 118080"/>
              </a:gdLst>
              <a:ahLst/>
              <a:cxnLst/>
              <a:rect l="textAreaLeft" t="textAreaTop" r="textAreaRight" b="textAreaBottom"/>
              <a:pathLst>
                <a:path w="8858" h="5160">
                  <a:moveTo>
                    <a:pt x="5548" y="1"/>
                  </a:moveTo>
                  <a:lnTo>
                    <a:pt x="1" y="3105"/>
                  </a:lnTo>
                  <a:lnTo>
                    <a:pt x="3448" y="5159"/>
                  </a:lnTo>
                  <a:lnTo>
                    <a:pt x="8857" y="1964"/>
                  </a:lnTo>
                  <a:lnTo>
                    <a:pt x="5548" y="1"/>
                  </a:lnTo>
                  <a:close/>
                </a:path>
              </a:pathLst>
            </a:custGeom>
            <a:solidFill>
              <a:srgbClr val="605f73"/>
            </a:solidFill>
            <a:ln w="0">
              <a:noFill/>
            </a:ln>
          </p:spPr>
          <p:style>
            <a:lnRef idx="0"/>
            <a:fillRef idx="0"/>
            <a:effectRef idx="0"/>
            <a:fontRef idx="minor"/>
          </p:style>
          <p:txBody>
            <a:bodyPr tIns="59040" bIns="59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7" name="Google Shape;2504;p83"/>
            <p:cNvSpPr/>
            <p:nvPr/>
          </p:nvSpPr>
          <p:spPr>
            <a:xfrm>
              <a:off x="6309000" y="2937600"/>
              <a:ext cx="123840" cy="79560"/>
            </a:xfrm>
            <a:custGeom>
              <a:avLst/>
              <a:gdLst>
                <a:gd name="textAreaLeft" fmla="*/ 0 w 123840"/>
                <a:gd name="textAreaRight" fmla="*/ 124200 w 123840"/>
                <a:gd name="textAreaTop" fmla="*/ 0 h 79560"/>
                <a:gd name="textAreaBottom" fmla="*/ 79920 h 79560"/>
              </a:gdLst>
              <a:ahLst/>
              <a:cxnLst/>
              <a:rect l="textAreaLeft" t="textAreaTop" r="textAreaRight" b="textAreaBottom"/>
              <a:pathLst>
                <a:path w="5411" h="3471">
                  <a:moveTo>
                    <a:pt x="5410" y="1"/>
                  </a:moveTo>
                  <a:lnTo>
                    <a:pt x="1" y="3196"/>
                  </a:lnTo>
                  <a:lnTo>
                    <a:pt x="1" y="3470"/>
                  </a:lnTo>
                  <a:lnTo>
                    <a:pt x="5410" y="320"/>
                  </a:lnTo>
                  <a:lnTo>
                    <a:pt x="5410" y="1"/>
                  </a:lnTo>
                  <a:close/>
                </a:path>
              </a:pathLst>
            </a:custGeom>
            <a:solidFill>
              <a:srgbClr val="343844"/>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8" name="Google Shape;2505;p83"/>
            <p:cNvSpPr/>
            <p:nvPr/>
          </p:nvSpPr>
          <p:spPr>
            <a:xfrm>
              <a:off x="6229800" y="2963880"/>
              <a:ext cx="78840" cy="53280"/>
            </a:xfrm>
            <a:custGeom>
              <a:avLst/>
              <a:gdLst>
                <a:gd name="textAreaLeft" fmla="*/ 0 w 78840"/>
                <a:gd name="textAreaRight" fmla="*/ 79200 w 78840"/>
                <a:gd name="textAreaTop" fmla="*/ 0 h 53280"/>
                <a:gd name="textAreaBottom" fmla="*/ 53640 h 53280"/>
              </a:gdLst>
              <a:ahLst/>
              <a:cxnLst/>
              <a:rect l="textAreaLeft" t="textAreaTop" r="textAreaRight" b="textAreaBottom"/>
              <a:pathLst>
                <a:path w="3448" h="2329">
                  <a:moveTo>
                    <a:pt x="1" y="0"/>
                  </a:moveTo>
                  <a:lnTo>
                    <a:pt x="1" y="251"/>
                  </a:lnTo>
                  <a:lnTo>
                    <a:pt x="3448" y="2328"/>
                  </a:lnTo>
                  <a:lnTo>
                    <a:pt x="3448" y="2054"/>
                  </a:lnTo>
                  <a:lnTo>
                    <a:pt x="1" y="0"/>
                  </a:lnTo>
                  <a:close/>
                </a:path>
              </a:pathLst>
            </a:custGeom>
            <a:solidFill>
              <a:srgbClr val="343844"/>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9" name="Google Shape;2506;p83"/>
            <p:cNvSpPr/>
            <p:nvPr/>
          </p:nvSpPr>
          <p:spPr>
            <a:xfrm>
              <a:off x="6255000" y="2900160"/>
              <a:ext cx="163440" cy="95040"/>
            </a:xfrm>
            <a:custGeom>
              <a:avLst/>
              <a:gdLst>
                <a:gd name="textAreaLeft" fmla="*/ 0 w 163440"/>
                <a:gd name="textAreaRight" fmla="*/ 163800 w 163440"/>
                <a:gd name="textAreaTop" fmla="*/ 0 h 95040"/>
                <a:gd name="textAreaBottom" fmla="*/ 95400 h 95040"/>
              </a:gdLst>
              <a:ahLst/>
              <a:cxnLst/>
              <a:rect l="textAreaLeft" t="textAreaTop" r="textAreaRight" b="textAreaBottom"/>
              <a:pathLst>
                <a:path w="7123" h="4155">
                  <a:moveTo>
                    <a:pt x="4429" y="0"/>
                  </a:moveTo>
                  <a:lnTo>
                    <a:pt x="1" y="2465"/>
                  </a:lnTo>
                  <a:lnTo>
                    <a:pt x="2831" y="4154"/>
                  </a:lnTo>
                  <a:lnTo>
                    <a:pt x="7122" y="1621"/>
                  </a:lnTo>
                  <a:lnTo>
                    <a:pt x="4429" y="0"/>
                  </a:lnTo>
                  <a:close/>
                </a:path>
              </a:pathLst>
            </a:custGeom>
            <a:solidFill>
              <a:srgbClr val="b3b3e2"/>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0" name="Google Shape;2507;p83"/>
            <p:cNvSpPr/>
            <p:nvPr/>
          </p:nvSpPr>
          <p:spPr>
            <a:xfrm>
              <a:off x="6265440" y="2974320"/>
              <a:ext cx="17640" cy="11160"/>
            </a:xfrm>
            <a:custGeom>
              <a:avLst/>
              <a:gdLst>
                <a:gd name="textAreaLeft" fmla="*/ 0 w 17640"/>
                <a:gd name="textAreaRight" fmla="*/ 18000 w 17640"/>
                <a:gd name="textAreaTop" fmla="*/ 0 h 11160"/>
                <a:gd name="textAreaBottom" fmla="*/ 11520 h 11160"/>
              </a:gdLst>
              <a:ahLst/>
              <a:cxnLst/>
              <a:rect l="textAreaLeft" t="textAreaTop" r="textAreaRight" b="textAreaBottom"/>
              <a:pathLst>
                <a:path w="777" h="495">
                  <a:moveTo>
                    <a:pt x="270" y="0"/>
                  </a:moveTo>
                  <a:cubicBezTo>
                    <a:pt x="163" y="0"/>
                    <a:pt x="74" y="39"/>
                    <a:pt x="46" y="96"/>
                  </a:cubicBezTo>
                  <a:cubicBezTo>
                    <a:pt x="0" y="210"/>
                    <a:pt x="114" y="370"/>
                    <a:pt x="320" y="438"/>
                  </a:cubicBezTo>
                  <a:cubicBezTo>
                    <a:pt x="396" y="476"/>
                    <a:pt x="472" y="495"/>
                    <a:pt x="538" y="495"/>
                  </a:cubicBezTo>
                  <a:cubicBezTo>
                    <a:pt x="631" y="495"/>
                    <a:pt x="704" y="459"/>
                    <a:pt x="731" y="393"/>
                  </a:cubicBezTo>
                  <a:cubicBezTo>
                    <a:pt x="776" y="278"/>
                    <a:pt x="662" y="119"/>
                    <a:pt x="479" y="50"/>
                  </a:cubicBezTo>
                  <a:cubicBezTo>
                    <a:pt x="410" y="15"/>
                    <a:pt x="337" y="0"/>
                    <a:pt x="270" y="0"/>
                  </a:cubicBezTo>
                  <a:close/>
                </a:path>
              </a:pathLst>
            </a:custGeom>
            <a:solidFill>
              <a:srgbClr val="343844"/>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1" name="Google Shape;2508;p83"/>
            <p:cNvSpPr/>
            <p:nvPr/>
          </p:nvSpPr>
          <p:spPr>
            <a:xfrm>
              <a:off x="6312960" y="2900160"/>
              <a:ext cx="105120" cy="36720"/>
            </a:xfrm>
            <a:custGeom>
              <a:avLst/>
              <a:gdLst>
                <a:gd name="textAreaLeft" fmla="*/ 0 w 105120"/>
                <a:gd name="textAreaRight" fmla="*/ 105480 w 105120"/>
                <a:gd name="textAreaTop" fmla="*/ 0 h 36720"/>
                <a:gd name="textAreaBottom" fmla="*/ 37080 h 36720"/>
              </a:gdLst>
              <a:ahLst/>
              <a:cxnLst/>
              <a:rect l="textAreaLeft" t="textAreaTop" r="textAreaRight" b="textAreaBottom"/>
              <a:pathLst>
                <a:path w="4589" h="1621">
                  <a:moveTo>
                    <a:pt x="1895" y="0"/>
                  </a:moveTo>
                  <a:lnTo>
                    <a:pt x="0" y="1050"/>
                  </a:lnTo>
                  <a:lnTo>
                    <a:pt x="4588" y="1621"/>
                  </a:lnTo>
                  <a:lnTo>
                    <a:pt x="1895" y="0"/>
                  </a:lnTo>
                  <a:close/>
                </a:path>
              </a:pathLst>
            </a:custGeom>
            <a:solidFill>
              <a:schemeClr val="accent5"/>
            </a:solidFill>
            <a:ln w="0">
              <a:noFill/>
            </a:ln>
          </p:spPr>
          <p:style>
            <a:lnRef idx="0"/>
            <a:fillRef idx="0"/>
            <a:effectRef idx="0"/>
            <a:fontRef idx="minor"/>
          </p:style>
          <p:txBody>
            <a:bodyPr tIns="18360" bIns="18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2" name="Google Shape;2509;p83"/>
            <p:cNvSpPr/>
            <p:nvPr/>
          </p:nvSpPr>
          <p:spPr>
            <a:xfrm>
              <a:off x="6273720" y="2934000"/>
              <a:ext cx="129600" cy="24840"/>
            </a:xfrm>
            <a:custGeom>
              <a:avLst/>
              <a:gdLst>
                <a:gd name="textAreaLeft" fmla="*/ 0 w 129600"/>
                <a:gd name="textAreaRight" fmla="*/ 129960 w 129600"/>
                <a:gd name="textAreaTop" fmla="*/ 0 h 24840"/>
                <a:gd name="textAreaBottom" fmla="*/ 25200 h 24840"/>
              </a:gdLst>
              <a:ahLst/>
              <a:cxnLst/>
              <a:rect l="textAreaLeft" t="textAreaTop" r="textAreaRight" b="textAreaBottom"/>
              <a:pathLst>
                <a:path w="5661" h="1097">
                  <a:moveTo>
                    <a:pt x="982" y="1"/>
                  </a:moveTo>
                  <a:lnTo>
                    <a:pt x="0" y="549"/>
                  </a:lnTo>
                  <a:lnTo>
                    <a:pt x="4725" y="1097"/>
                  </a:lnTo>
                  <a:lnTo>
                    <a:pt x="5661" y="549"/>
                  </a:lnTo>
                  <a:lnTo>
                    <a:pt x="982" y="1"/>
                  </a:lnTo>
                  <a:close/>
                </a:path>
              </a:pathLst>
            </a:custGeom>
            <a:solidFill>
              <a:schemeClr val="accent5"/>
            </a:solidFill>
            <a:ln w="0">
              <a:noFill/>
            </a:ln>
          </p:spPr>
          <p:style>
            <a:lnRef idx="0"/>
            <a:fillRef idx="0"/>
            <a:effectRef idx="0"/>
            <a:fontRef idx="minor"/>
          </p:style>
          <p:txBody>
            <a:bodyPr tIns="12600" bIns="12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3" name="Google Shape;2510;p83"/>
            <p:cNvSpPr/>
            <p:nvPr/>
          </p:nvSpPr>
          <p:spPr>
            <a:xfrm>
              <a:off x="6273720" y="2967840"/>
              <a:ext cx="76680" cy="27360"/>
            </a:xfrm>
            <a:custGeom>
              <a:avLst/>
              <a:gdLst>
                <a:gd name="textAreaLeft" fmla="*/ 0 w 76680"/>
                <a:gd name="textAreaRight" fmla="*/ 77040 w 76680"/>
                <a:gd name="textAreaTop" fmla="*/ 0 h 27360"/>
                <a:gd name="textAreaBottom" fmla="*/ 27720 h 27360"/>
              </a:gdLst>
              <a:ahLst/>
              <a:cxnLst/>
              <a:rect l="textAreaLeft" t="textAreaTop" r="textAreaRight" b="textAreaBottom"/>
              <a:pathLst>
                <a:path w="3356" h="1211">
                  <a:moveTo>
                    <a:pt x="0" y="1"/>
                  </a:moveTo>
                  <a:lnTo>
                    <a:pt x="2009" y="1210"/>
                  </a:lnTo>
                  <a:lnTo>
                    <a:pt x="3356" y="411"/>
                  </a:lnTo>
                  <a:lnTo>
                    <a:pt x="0" y="1"/>
                  </a:lnTo>
                  <a:close/>
                </a:path>
              </a:pathLst>
            </a:custGeom>
            <a:solidFill>
              <a:schemeClr val="accent5"/>
            </a:solidFill>
            <a:ln w="0">
              <a:noFill/>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4" name="Google Shape;2511;p83"/>
            <p:cNvSpPr/>
            <p:nvPr/>
          </p:nvSpPr>
          <p:spPr>
            <a:xfrm>
              <a:off x="6222240" y="3548880"/>
              <a:ext cx="203400" cy="118080"/>
            </a:xfrm>
            <a:custGeom>
              <a:avLst/>
              <a:gdLst>
                <a:gd name="textAreaLeft" fmla="*/ 0 w 203400"/>
                <a:gd name="textAreaRight" fmla="*/ 203760 w 203400"/>
                <a:gd name="textAreaTop" fmla="*/ 0 h 118080"/>
                <a:gd name="textAreaBottom" fmla="*/ 118440 h 118080"/>
              </a:gdLst>
              <a:ahLst/>
              <a:cxnLst/>
              <a:rect l="textAreaLeft" t="textAreaTop" r="textAreaRight" b="textAreaBottom"/>
              <a:pathLst>
                <a:path w="8857" h="5159">
                  <a:moveTo>
                    <a:pt x="3310" y="0"/>
                  </a:moveTo>
                  <a:lnTo>
                    <a:pt x="0" y="1963"/>
                  </a:lnTo>
                  <a:lnTo>
                    <a:pt x="5410" y="5159"/>
                  </a:lnTo>
                  <a:lnTo>
                    <a:pt x="8857" y="3082"/>
                  </a:lnTo>
                  <a:lnTo>
                    <a:pt x="3310" y="0"/>
                  </a:lnTo>
                  <a:close/>
                </a:path>
              </a:pathLst>
            </a:custGeom>
            <a:solidFill>
              <a:srgbClr val="605f73"/>
            </a:solidFill>
            <a:ln w="0">
              <a:noFill/>
            </a:ln>
          </p:spPr>
          <p:style>
            <a:lnRef idx="0"/>
            <a:fillRef idx="0"/>
            <a:effectRef idx="0"/>
            <a:fontRef idx="minor"/>
          </p:style>
          <p:txBody>
            <a:bodyPr tIns="59040" bIns="59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5" name="Google Shape;2512;p83"/>
            <p:cNvSpPr/>
            <p:nvPr/>
          </p:nvSpPr>
          <p:spPr>
            <a:xfrm>
              <a:off x="6222240" y="3593880"/>
              <a:ext cx="123840" cy="79560"/>
            </a:xfrm>
            <a:custGeom>
              <a:avLst/>
              <a:gdLst>
                <a:gd name="textAreaLeft" fmla="*/ 0 w 123840"/>
                <a:gd name="textAreaRight" fmla="*/ 124200 w 123840"/>
                <a:gd name="textAreaTop" fmla="*/ 0 h 79560"/>
                <a:gd name="textAreaBottom" fmla="*/ 79920 h 79560"/>
              </a:gdLst>
              <a:ahLst/>
              <a:cxnLst/>
              <a:rect l="textAreaLeft" t="textAreaTop" r="textAreaRight" b="textAreaBottom"/>
              <a:pathLst>
                <a:path w="5411" h="3470">
                  <a:moveTo>
                    <a:pt x="0" y="0"/>
                  </a:moveTo>
                  <a:lnTo>
                    <a:pt x="0" y="320"/>
                  </a:lnTo>
                  <a:lnTo>
                    <a:pt x="5410" y="3470"/>
                  </a:lnTo>
                  <a:lnTo>
                    <a:pt x="5410" y="3196"/>
                  </a:lnTo>
                  <a:lnTo>
                    <a:pt x="0" y="0"/>
                  </a:lnTo>
                  <a:close/>
                </a:path>
              </a:pathLst>
            </a:custGeom>
            <a:solidFill>
              <a:srgbClr val="343844"/>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6" name="Google Shape;2513;p83"/>
            <p:cNvSpPr/>
            <p:nvPr/>
          </p:nvSpPr>
          <p:spPr>
            <a:xfrm>
              <a:off x="6346800" y="3619440"/>
              <a:ext cx="78840" cy="53640"/>
            </a:xfrm>
            <a:custGeom>
              <a:avLst/>
              <a:gdLst>
                <a:gd name="textAreaLeft" fmla="*/ 0 w 78840"/>
                <a:gd name="textAreaRight" fmla="*/ 79200 w 78840"/>
                <a:gd name="textAreaTop" fmla="*/ 0 h 53640"/>
                <a:gd name="textAreaBottom" fmla="*/ 54000 h 53640"/>
              </a:gdLst>
              <a:ahLst/>
              <a:cxnLst/>
              <a:rect l="textAreaLeft" t="textAreaTop" r="textAreaRight" b="textAreaBottom"/>
              <a:pathLst>
                <a:path w="3447" h="2352">
                  <a:moveTo>
                    <a:pt x="3447" y="1"/>
                  </a:moveTo>
                  <a:lnTo>
                    <a:pt x="0" y="2078"/>
                  </a:lnTo>
                  <a:lnTo>
                    <a:pt x="0" y="2352"/>
                  </a:lnTo>
                  <a:lnTo>
                    <a:pt x="3447" y="274"/>
                  </a:lnTo>
                  <a:lnTo>
                    <a:pt x="3447" y="1"/>
                  </a:lnTo>
                  <a:close/>
                </a:path>
              </a:pathLst>
            </a:custGeom>
            <a:solidFill>
              <a:srgbClr val="34384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7" name="Google Shape;2514;p83"/>
            <p:cNvSpPr/>
            <p:nvPr/>
          </p:nvSpPr>
          <p:spPr>
            <a:xfrm>
              <a:off x="6237000" y="3556080"/>
              <a:ext cx="162720" cy="95760"/>
            </a:xfrm>
            <a:custGeom>
              <a:avLst/>
              <a:gdLst>
                <a:gd name="textAreaLeft" fmla="*/ 0 w 162720"/>
                <a:gd name="textAreaRight" fmla="*/ 163080 w 162720"/>
                <a:gd name="textAreaTop" fmla="*/ 0 h 95760"/>
                <a:gd name="textAreaBottom" fmla="*/ 96120 h 95760"/>
              </a:gdLst>
              <a:ahLst/>
              <a:cxnLst/>
              <a:rect l="textAreaLeft" t="textAreaTop" r="textAreaRight" b="textAreaBottom"/>
              <a:pathLst>
                <a:path w="7100" h="4178">
                  <a:moveTo>
                    <a:pt x="2694" y="1"/>
                  </a:moveTo>
                  <a:lnTo>
                    <a:pt x="1" y="1644"/>
                  </a:lnTo>
                  <a:lnTo>
                    <a:pt x="4292" y="4178"/>
                  </a:lnTo>
                  <a:lnTo>
                    <a:pt x="7099" y="2466"/>
                  </a:lnTo>
                  <a:lnTo>
                    <a:pt x="2694" y="1"/>
                  </a:lnTo>
                  <a:close/>
                </a:path>
              </a:pathLst>
            </a:custGeom>
            <a:solidFill>
              <a:srgbClr val="b3b3e2"/>
            </a:solidFill>
            <a:ln w="0">
              <a:noFill/>
            </a:ln>
          </p:spPr>
          <p:style>
            <a:lnRef idx="0"/>
            <a:fillRef idx="0"/>
            <a:effectRef idx="0"/>
            <a:fontRef idx="minor"/>
          </p:style>
          <p:txBody>
            <a:bodyPr tIns="47880" bIns="47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8" name="Google Shape;2515;p83"/>
            <p:cNvSpPr/>
            <p:nvPr/>
          </p:nvSpPr>
          <p:spPr>
            <a:xfrm>
              <a:off x="6372000" y="3630240"/>
              <a:ext cx="17640" cy="11160"/>
            </a:xfrm>
            <a:custGeom>
              <a:avLst/>
              <a:gdLst>
                <a:gd name="textAreaLeft" fmla="*/ 0 w 17640"/>
                <a:gd name="textAreaRight" fmla="*/ 18000 w 17640"/>
                <a:gd name="textAreaTop" fmla="*/ 0 h 11160"/>
                <a:gd name="textAreaBottom" fmla="*/ 11520 h 11160"/>
              </a:gdLst>
              <a:ahLst/>
              <a:cxnLst/>
              <a:rect l="textAreaLeft" t="textAreaTop" r="textAreaRight" b="textAreaBottom"/>
              <a:pathLst>
                <a:path w="777" h="495">
                  <a:moveTo>
                    <a:pt x="539" y="0"/>
                  </a:moveTo>
                  <a:cubicBezTo>
                    <a:pt x="473" y="0"/>
                    <a:pt x="396" y="18"/>
                    <a:pt x="320" y="57"/>
                  </a:cubicBezTo>
                  <a:cubicBezTo>
                    <a:pt x="115" y="125"/>
                    <a:pt x="1" y="285"/>
                    <a:pt x="46" y="399"/>
                  </a:cubicBezTo>
                  <a:cubicBezTo>
                    <a:pt x="75" y="455"/>
                    <a:pt x="164" y="494"/>
                    <a:pt x="271" y="494"/>
                  </a:cubicBezTo>
                  <a:cubicBezTo>
                    <a:pt x="337" y="494"/>
                    <a:pt x="410" y="479"/>
                    <a:pt x="480" y="445"/>
                  </a:cubicBezTo>
                  <a:cubicBezTo>
                    <a:pt x="663" y="376"/>
                    <a:pt x="777" y="216"/>
                    <a:pt x="731" y="102"/>
                  </a:cubicBezTo>
                  <a:cubicBezTo>
                    <a:pt x="704" y="36"/>
                    <a:pt x="631" y="0"/>
                    <a:pt x="539" y="0"/>
                  </a:cubicBezTo>
                  <a:close/>
                </a:path>
              </a:pathLst>
            </a:custGeom>
            <a:solidFill>
              <a:srgbClr val="343844"/>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9" name="Google Shape;2516;p83"/>
            <p:cNvSpPr/>
            <p:nvPr/>
          </p:nvSpPr>
          <p:spPr>
            <a:xfrm>
              <a:off x="6237000" y="3556080"/>
              <a:ext cx="105120" cy="37440"/>
            </a:xfrm>
            <a:custGeom>
              <a:avLst/>
              <a:gdLst>
                <a:gd name="textAreaLeft" fmla="*/ 0 w 105120"/>
                <a:gd name="textAreaRight" fmla="*/ 105480 w 105120"/>
                <a:gd name="textAreaTop" fmla="*/ 0 h 37440"/>
                <a:gd name="textAreaBottom" fmla="*/ 37800 h 37440"/>
              </a:gdLst>
              <a:ahLst/>
              <a:cxnLst/>
              <a:rect l="textAreaLeft" t="textAreaTop" r="textAreaRight" b="textAreaBottom"/>
              <a:pathLst>
                <a:path w="4589" h="1645">
                  <a:moveTo>
                    <a:pt x="2694" y="1"/>
                  </a:moveTo>
                  <a:lnTo>
                    <a:pt x="1" y="1644"/>
                  </a:lnTo>
                  <a:lnTo>
                    <a:pt x="1" y="1644"/>
                  </a:lnTo>
                  <a:lnTo>
                    <a:pt x="4588" y="1074"/>
                  </a:lnTo>
                  <a:lnTo>
                    <a:pt x="2694" y="1"/>
                  </a:lnTo>
                  <a:close/>
                </a:path>
              </a:pathLst>
            </a:custGeom>
            <a:solidFill>
              <a:schemeClr val="accent5"/>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0" name="Google Shape;2517;p83"/>
            <p:cNvSpPr/>
            <p:nvPr/>
          </p:nvSpPr>
          <p:spPr>
            <a:xfrm>
              <a:off x="6251760" y="3590280"/>
              <a:ext cx="129960" cy="24480"/>
            </a:xfrm>
            <a:custGeom>
              <a:avLst/>
              <a:gdLst>
                <a:gd name="textAreaLeft" fmla="*/ 0 w 129960"/>
                <a:gd name="textAreaRight" fmla="*/ 130320 w 129960"/>
                <a:gd name="textAreaTop" fmla="*/ 0 h 24480"/>
                <a:gd name="textAreaBottom" fmla="*/ 24840 h 24480"/>
              </a:gdLst>
              <a:ahLst/>
              <a:cxnLst/>
              <a:rect l="textAreaLeft" t="textAreaTop" r="textAreaRight" b="textAreaBottom"/>
              <a:pathLst>
                <a:path w="5662" h="1074">
                  <a:moveTo>
                    <a:pt x="4680" y="0"/>
                  </a:moveTo>
                  <a:lnTo>
                    <a:pt x="1" y="525"/>
                  </a:lnTo>
                  <a:lnTo>
                    <a:pt x="936" y="1073"/>
                  </a:lnTo>
                  <a:lnTo>
                    <a:pt x="5661" y="548"/>
                  </a:lnTo>
                  <a:lnTo>
                    <a:pt x="4680" y="0"/>
                  </a:lnTo>
                  <a:close/>
                </a:path>
              </a:pathLst>
            </a:custGeom>
            <a:solidFill>
              <a:schemeClr val="accent5"/>
            </a:solidFill>
            <a:ln w="0">
              <a:noFill/>
            </a:ln>
          </p:spPr>
          <p:style>
            <a:lnRef idx="0"/>
            <a:fillRef idx="0"/>
            <a:effectRef idx="0"/>
            <a:fontRef idx="minor"/>
          </p:style>
          <p:txBody>
            <a:bodyPr tIns="12240" bIns="12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1" name="Google Shape;2518;p83"/>
            <p:cNvSpPr/>
            <p:nvPr/>
          </p:nvSpPr>
          <p:spPr>
            <a:xfrm>
              <a:off x="6304320" y="3624480"/>
              <a:ext cx="77400" cy="27360"/>
            </a:xfrm>
            <a:custGeom>
              <a:avLst/>
              <a:gdLst>
                <a:gd name="textAreaLeft" fmla="*/ 0 w 77400"/>
                <a:gd name="textAreaRight" fmla="*/ 77760 w 77400"/>
                <a:gd name="textAreaTop" fmla="*/ 0 h 27360"/>
                <a:gd name="textAreaBottom" fmla="*/ 27720 h 27360"/>
              </a:gdLst>
              <a:ahLst/>
              <a:cxnLst/>
              <a:rect l="textAreaLeft" t="textAreaTop" r="textAreaRight" b="textAreaBottom"/>
              <a:pathLst>
                <a:path w="3379" h="1210">
                  <a:moveTo>
                    <a:pt x="3378" y="0"/>
                  </a:moveTo>
                  <a:lnTo>
                    <a:pt x="0" y="411"/>
                  </a:lnTo>
                  <a:lnTo>
                    <a:pt x="1370" y="1210"/>
                  </a:lnTo>
                  <a:lnTo>
                    <a:pt x="3378" y="0"/>
                  </a:lnTo>
                  <a:close/>
                </a:path>
              </a:pathLst>
            </a:custGeom>
            <a:solidFill>
              <a:schemeClr val="accent5"/>
            </a:solidFill>
            <a:ln w="0">
              <a:noFill/>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2" name="Google Shape;2519;p83"/>
            <p:cNvSpPr/>
            <p:nvPr/>
          </p:nvSpPr>
          <p:spPr>
            <a:xfrm>
              <a:off x="5779440" y="2716560"/>
              <a:ext cx="439920" cy="254520"/>
            </a:xfrm>
            <a:custGeom>
              <a:avLst/>
              <a:gdLst>
                <a:gd name="textAreaLeft" fmla="*/ 0 w 439920"/>
                <a:gd name="textAreaRight" fmla="*/ 440280 w 439920"/>
                <a:gd name="textAreaTop" fmla="*/ 0 h 254520"/>
                <a:gd name="textAreaBottom" fmla="*/ 254880 h 254520"/>
              </a:gdLst>
              <a:ahLst/>
              <a:cxnLst/>
              <a:rect l="textAreaLeft" t="textAreaTop" r="textAreaRight" b="textAreaBottom"/>
              <a:pathLst>
                <a:path w="19152" h="11094">
                  <a:moveTo>
                    <a:pt x="11939" y="0"/>
                  </a:moveTo>
                  <a:lnTo>
                    <a:pt x="1" y="6802"/>
                  </a:lnTo>
                  <a:lnTo>
                    <a:pt x="7259" y="11093"/>
                  </a:lnTo>
                  <a:lnTo>
                    <a:pt x="19151" y="4040"/>
                  </a:lnTo>
                  <a:lnTo>
                    <a:pt x="11939" y="0"/>
                  </a:lnTo>
                  <a:close/>
                </a:path>
              </a:pathLst>
            </a:custGeom>
            <a:solidFill>
              <a:srgbClr val="383a3a"/>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3" name="Google Shape;2520;p83"/>
            <p:cNvSpPr/>
            <p:nvPr/>
          </p:nvSpPr>
          <p:spPr>
            <a:xfrm>
              <a:off x="5946480" y="2809440"/>
              <a:ext cx="272880" cy="170280"/>
            </a:xfrm>
            <a:custGeom>
              <a:avLst/>
              <a:gdLst>
                <a:gd name="textAreaLeft" fmla="*/ 0 w 272880"/>
                <a:gd name="textAreaRight" fmla="*/ 273240 w 272880"/>
                <a:gd name="textAreaTop" fmla="*/ 0 h 170280"/>
                <a:gd name="textAreaBottom" fmla="*/ 170640 h 170280"/>
              </a:gdLst>
              <a:ahLst/>
              <a:cxnLst/>
              <a:rect l="textAreaLeft" t="textAreaTop" r="textAreaRight" b="textAreaBottom"/>
              <a:pathLst>
                <a:path w="11893" h="7419">
                  <a:moveTo>
                    <a:pt x="11892" y="0"/>
                  </a:moveTo>
                  <a:lnTo>
                    <a:pt x="0" y="7053"/>
                  </a:lnTo>
                  <a:lnTo>
                    <a:pt x="0" y="7419"/>
                  </a:lnTo>
                  <a:lnTo>
                    <a:pt x="11892" y="366"/>
                  </a:lnTo>
                  <a:lnTo>
                    <a:pt x="11892" y="0"/>
                  </a:lnTo>
                  <a:close/>
                </a:path>
              </a:pathLst>
            </a:custGeom>
            <a:solidFill>
              <a:srgbClr val="272828"/>
            </a:solidFill>
            <a:ln w="0">
              <a:noFill/>
            </a:ln>
          </p:spPr>
          <p:style>
            <a:lnRef idx="0"/>
            <a:fillRef idx="0"/>
            <a:effectRef idx="0"/>
            <a:fontRef idx="minor"/>
          </p:style>
          <p:txBody>
            <a:bodyPr tIns="85320" bIns="85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4" name="Google Shape;2521;p83"/>
            <p:cNvSpPr/>
            <p:nvPr/>
          </p:nvSpPr>
          <p:spPr>
            <a:xfrm>
              <a:off x="5779440" y="2873160"/>
              <a:ext cx="166680" cy="106560"/>
            </a:xfrm>
            <a:custGeom>
              <a:avLst/>
              <a:gdLst>
                <a:gd name="textAreaLeft" fmla="*/ 0 w 166680"/>
                <a:gd name="textAreaRight" fmla="*/ 167040 w 166680"/>
                <a:gd name="textAreaTop" fmla="*/ 0 h 106560"/>
                <a:gd name="textAreaBottom" fmla="*/ 106920 h 106560"/>
              </a:gdLst>
              <a:ahLst/>
              <a:cxnLst/>
              <a:rect l="textAreaLeft" t="textAreaTop" r="textAreaRight" b="textAreaBottom"/>
              <a:pathLst>
                <a:path w="7260" h="4657">
                  <a:moveTo>
                    <a:pt x="1" y="0"/>
                  </a:moveTo>
                  <a:lnTo>
                    <a:pt x="1" y="365"/>
                  </a:lnTo>
                  <a:lnTo>
                    <a:pt x="7259" y="4657"/>
                  </a:lnTo>
                  <a:lnTo>
                    <a:pt x="7259" y="4291"/>
                  </a:lnTo>
                  <a:lnTo>
                    <a:pt x="1" y="0"/>
                  </a:lnTo>
                  <a:close/>
                </a:path>
              </a:pathLst>
            </a:custGeom>
            <a:solidFill>
              <a:srgbClr val="272828"/>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5" name="Google Shape;2522;p83"/>
            <p:cNvSpPr/>
            <p:nvPr/>
          </p:nvSpPr>
          <p:spPr>
            <a:xfrm>
              <a:off x="5814000" y="2736720"/>
              <a:ext cx="370440" cy="214920"/>
            </a:xfrm>
            <a:custGeom>
              <a:avLst/>
              <a:gdLst>
                <a:gd name="textAreaLeft" fmla="*/ 0 w 370440"/>
                <a:gd name="textAreaRight" fmla="*/ 370800 w 370440"/>
                <a:gd name="textAreaTop" fmla="*/ 0 h 214920"/>
                <a:gd name="textAreaBottom" fmla="*/ 215280 h 214920"/>
              </a:gdLst>
              <a:ahLst/>
              <a:cxnLst/>
              <a:rect l="textAreaLeft" t="textAreaTop" r="textAreaRight" b="textAreaBottom"/>
              <a:pathLst>
                <a:path w="16138" h="9360">
                  <a:moveTo>
                    <a:pt x="10066" y="1"/>
                  </a:moveTo>
                  <a:lnTo>
                    <a:pt x="0" y="5753"/>
                  </a:lnTo>
                  <a:lnTo>
                    <a:pt x="6118" y="9359"/>
                  </a:lnTo>
                  <a:lnTo>
                    <a:pt x="16138" y="3424"/>
                  </a:lnTo>
                  <a:lnTo>
                    <a:pt x="10066" y="1"/>
                  </a:lnTo>
                  <a:close/>
                </a:path>
              </a:pathLst>
            </a:custGeom>
            <a:solidFill>
              <a:srgbClr val="f4ebc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6" name="Google Shape;2523;p83"/>
            <p:cNvSpPr/>
            <p:nvPr/>
          </p:nvSpPr>
          <p:spPr>
            <a:xfrm>
              <a:off x="6110640" y="2759760"/>
              <a:ext cx="27000" cy="16920"/>
            </a:xfrm>
            <a:custGeom>
              <a:avLst/>
              <a:gdLst>
                <a:gd name="textAreaLeft" fmla="*/ 0 w 27000"/>
                <a:gd name="textAreaRight" fmla="*/ 27360 w 27000"/>
                <a:gd name="textAreaTop" fmla="*/ 0 h 16920"/>
                <a:gd name="textAreaBottom" fmla="*/ 17280 h 16920"/>
              </a:gdLst>
              <a:ahLst/>
              <a:cxnLst/>
              <a:rect l="textAreaLeft" t="textAreaTop" r="textAreaRight" b="textAreaBottom"/>
              <a:pathLst>
                <a:path w="1188" h="755">
                  <a:moveTo>
                    <a:pt x="274" y="0"/>
                  </a:moveTo>
                  <a:cubicBezTo>
                    <a:pt x="181" y="0"/>
                    <a:pt x="107" y="24"/>
                    <a:pt x="69" y="71"/>
                  </a:cubicBezTo>
                  <a:cubicBezTo>
                    <a:pt x="1" y="208"/>
                    <a:pt x="160" y="459"/>
                    <a:pt x="457" y="619"/>
                  </a:cubicBezTo>
                  <a:cubicBezTo>
                    <a:pt x="610" y="708"/>
                    <a:pt x="770" y="755"/>
                    <a:pt x="893" y="755"/>
                  </a:cubicBezTo>
                  <a:cubicBezTo>
                    <a:pt x="991" y="755"/>
                    <a:pt x="1066" y="726"/>
                    <a:pt x="1096" y="665"/>
                  </a:cubicBezTo>
                  <a:cubicBezTo>
                    <a:pt x="1188" y="528"/>
                    <a:pt x="1005" y="300"/>
                    <a:pt x="731" y="140"/>
                  </a:cubicBezTo>
                  <a:cubicBezTo>
                    <a:pt x="571" y="47"/>
                    <a:pt x="404" y="0"/>
                    <a:pt x="274" y="0"/>
                  </a:cubicBezTo>
                  <a:close/>
                </a:path>
              </a:pathLst>
            </a:custGeom>
            <a:solidFill>
              <a:srgbClr val="272828"/>
            </a:solidFill>
            <a:ln w="0">
              <a:noFill/>
            </a:ln>
          </p:spPr>
          <p:style>
            <a:lnRef idx="0"/>
            <a:fillRef idx="0"/>
            <a:effectRef idx="0"/>
            <a:fontRef idx="minor"/>
          </p:style>
          <p:txBody>
            <a:bodyPr tIns="8640" bIns="8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7" name="Google Shape;2524;p83"/>
            <p:cNvSpPr/>
            <p:nvPr/>
          </p:nvSpPr>
          <p:spPr>
            <a:xfrm>
              <a:off x="5954760" y="2736720"/>
              <a:ext cx="230040" cy="214920"/>
            </a:xfrm>
            <a:custGeom>
              <a:avLst/>
              <a:gdLst>
                <a:gd name="textAreaLeft" fmla="*/ 0 w 230040"/>
                <a:gd name="textAreaRight" fmla="*/ 230400 w 230040"/>
                <a:gd name="textAreaTop" fmla="*/ 0 h 214920"/>
                <a:gd name="textAreaBottom" fmla="*/ 215280 h 214920"/>
              </a:gdLst>
              <a:ahLst/>
              <a:cxnLst/>
              <a:rect l="textAreaLeft" t="textAreaTop" r="textAreaRight" b="textAreaBottom"/>
              <a:pathLst>
                <a:path w="10021" h="9360">
                  <a:moveTo>
                    <a:pt x="3949" y="1"/>
                  </a:moveTo>
                  <a:lnTo>
                    <a:pt x="1" y="9359"/>
                  </a:lnTo>
                  <a:lnTo>
                    <a:pt x="10021" y="3424"/>
                  </a:lnTo>
                  <a:lnTo>
                    <a:pt x="3949" y="1"/>
                  </a:lnTo>
                  <a:close/>
                </a:path>
              </a:pathLst>
            </a:custGeom>
            <a:solidFill>
              <a:srgbClr val="eae0c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8" name="Google Shape;2525;p83"/>
            <p:cNvSpPr/>
            <p:nvPr/>
          </p:nvSpPr>
          <p:spPr>
            <a:xfrm>
              <a:off x="6785640" y="2306160"/>
              <a:ext cx="195480" cy="106200"/>
            </a:xfrm>
            <a:custGeom>
              <a:avLst/>
              <a:gdLst>
                <a:gd name="textAreaLeft" fmla="*/ 0 w 195480"/>
                <a:gd name="textAreaRight" fmla="*/ 195840 w 195480"/>
                <a:gd name="textAreaTop" fmla="*/ 0 h 106200"/>
                <a:gd name="textAreaBottom" fmla="*/ 106560 h 106200"/>
              </a:gdLst>
              <a:ahLst/>
              <a:cxnLst/>
              <a:rect l="textAreaLeft" t="textAreaTop" r="textAreaRight" b="textAreaBottom"/>
              <a:pathLst>
                <a:path w="8515" h="4632">
                  <a:moveTo>
                    <a:pt x="4290" y="0"/>
                  </a:moveTo>
                  <a:cubicBezTo>
                    <a:pt x="3676" y="0"/>
                    <a:pt x="3063" y="103"/>
                    <a:pt x="2512" y="306"/>
                  </a:cubicBezTo>
                  <a:lnTo>
                    <a:pt x="2443" y="329"/>
                  </a:lnTo>
                  <a:cubicBezTo>
                    <a:pt x="1" y="1196"/>
                    <a:pt x="1" y="3433"/>
                    <a:pt x="2397" y="4323"/>
                  </a:cubicBezTo>
                  <a:cubicBezTo>
                    <a:pt x="2957" y="4528"/>
                    <a:pt x="3584" y="4631"/>
                    <a:pt x="4212" y="4631"/>
                  </a:cubicBezTo>
                  <a:cubicBezTo>
                    <a:pt x="4840" y="4631"/>
                    <a:pt x="5467" y="4528"/>
                    <a:pt x="6027" y="4323"/>
                  </a:cubicBezTo>
                  <a:lnTo>
                    <a:pt x="6118" y="4277"/>
                  </a:lnTo>
                  <a:cubicBezTo>
                    <a:pt x="8492" y="3410"/>
                    <a:pt x="8515" y="1196"/>
                    <a:pt x="6118" y="329"/>
                  </a:cubicBezTo>
                  <a:cubicBezTo>
                    <a:pt x="5551" y="109"/>
                    <a:pt x="4920" y="0"/>
                    <a:pt x="4290" y="0"/>
                  </a:cubicBezTo>
                  <a:close/>
                </a:path>
              </a:pathLst>
            </a:custGeom>
            <a:solidFill>
              <a:srgbClr val="ccdee5"/>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9" name="Google Shape;2526;p83"/>
            <p:cNvSpPr/>
            <p:nvPr/>
          </p:nvSpPr>
          <p:spPr>
            <a:xfrm>
              <a:off x="6822000" y="2368800"/>
              <a:ext cx="120240" cy="30960"/>
            </a:xfrm>
            <a:custGeom>
              <a:avLst/>
              <a:gdLst>
                <a:gd name="textAreaLeft" fmla="*/ 0 w 120240"/>
                <a:gd name="textAreaRight" fmla="*/ 120600 w 120240"/>
                <a:gd name="textAreaTop" fmla="*/ 0 h 30960"/>
                <a:gd name="textAreaBottom" fmla="*/ 31320 h 30960"/>
              </a:gdLst>
              <a:ahLst/>
              <a:cxnLst/>
              <a:rect l="textAreaLeft" t="textAreaTop" r="textAreaRight" b="textAreaBottom"/>
              <a:pathLst>
                <a:path w="5251" h="1370">
                  <a:moveTo>
                    <a:pt x="1" y="0"/>
                  </a:moveTo>
                  <a:cubicBezTo>
                    <a:pt x="161" y="480"/>
                    <a:pt x="594" y="845"/>
                    <a:pt x="1051" y="1050"/>
                  </a:cubicBezTo>
                  <a:cubicBezTo>
                    <a:pt x="1530" y="1256"/>
                    <a:pt x="2032" y="1370"/>
                    <a:pt x="2557" y="1370"/>
                  </a:cubicBezTo>
                  <a:cubicBezTo>
                    <a:pt x="3059" y="1370"/>
                    <a:pt x="3584" y="1301"/>
                    <a:pt x="4064" y="1119"/>
                  </a:cubicBezTo>
                  <a:cubicBezTo>
                    <a:pt x="4543" y="936"/>
                    <a:pt x="4999" y="639"/>
                    <a:pt x="5251" y="183"/>
                  </a:cubicBezTo>
                  <a:lnTo>
                    <a:pt x="5251" y="183"/>
                  </a:lnTo>
                  <a:cubicBezTo>
                    <a:pt x="4977" y="616"/>
                    <a:pt x="4520" y="890"/>
                    <a:pt x="4041" y="1050"/>
                  </a:cubicBezTo>
                  <a:cubicBezTo>
                    <a:pt x="3561" y="1233"/>
                    <a:pt x="3059" y="1301"/>
                    <a:pt x="2557" y="1301"/>
                  </a:cubicBezTo>
                  <a:cubicBezTo>
                    <a:pt x="2055" y="1278"/>
                    <a:pt x="1553" y="1187"/>
                    <a:pt x="1074" y="982"/>
                  </a:cubicBezTo>
                  <a:cubicBezTo>
                    <a:pt x="640" y="776"/>
                    <a:pt x="183" y="480"/>
                    <a:pt x="1" y="0"/>
                  </a:cubicBezTo>
                  <a:close/>
                </a:path>
              </a:pathLst>
            </a:custGeom>
            <a:solidFill>
              <a:srgbClr val="bccad3"/>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0" name="Google Shape;2527;p83"/>
            <p:cNvSpPr/>
            <p:nvPr/>
          </p:nvSpPr>
          <p:spPr>
            <a:xfrm>
              <a:off x="6827400" y="2318400"/>
              <a:ext cx="116640" cy="29160"/>
            </a:xfrm>
            <a:custGeom>
              <a:avLst/>
              <a:gdLst>
                <a:gd name="textAreaLeft" fmla="*/ 0 w 116640"/>
                <a:gd name="textAreaRight" fmla="*/ 117000 w 116640"/>
                <a:gd name="textAreaTop" fmla="*/ 0 h 29160"/>
                <a:gd name="textAreaBottom" fmla="*/ 29520 h 29160"/>
              </a:gdLst>
              <a:ahLst/>
              <a:cxnLst/>
              <a:rect l="textAreaLeft" t="textAreaTop" r="textAreaRight" b="textAreaBottom"/>
              <a:pathLst>
                <a:path w="5091" h="1284">
                  <a:moveTo>
                    <a:pt x="2445" y="1"/>
                  </a:moveTo>
                  <a:cubicBezTo>
                    <a:pt x="2026" y="1"/>
                    <a:pt x="1609" y="71"/>
                    <a:pt x="1210" y="210"/>
                  </a:cubicBezTo>
                  <a:cubicBezTo>
                    <a:pt x="753" y="370"/>
                    <a:pt x="297" y="598"/>
                    <a:pt x="0" y="986"/>
                  </a:cubicBezTo>
                  <a:cubicBezTo>
                    <a:pt x="320" y="621"/>
                    <a:pt x="776" y="416"/>
                    <a:pt x="1233" y="279"/>
                  </a:cubicBezTo>
                  <a:cubicBezTo>
                    <a:pt x="1598" y="144"/>
                    <a:pt x="2011" y="91"/>
                    <a:pt x="2405" y="91"/>
                  </a:cubicBezTo>
                  <a:cubicBezTo>
                    <a:pt x="2479" y="91"/>
                    <a:pt x="2553" y="93"/>
                    <a:pt x="2625" y="96"/>
                  </a:cubicBezTo>
                  <a:cubicBezTo>
                    <a:pt x="3104" y="96"/>
                    <a:pt x="3584" y="188"/>
                    <a:pt x="4017" y="370"/>
                  </a:cubicBezTo>
                  <a:cubicBezTo>
                    <a:pt x="4451" y="576"/>
                    <a:pt x="4885" y="849"/>
                    <a:pt x="5090" y="1283"/>
                  </a:cubicBezTo>
                  <a:cubicBezTo>
                    <a:pt x="4907" y="827"/>
                    <a:pt x="4497" y="530"/>
                    <a:pt x="4040" y="325"/>
                  </a:cubicBezTo>
                  <a:cubicBezTo>
                    <a:pt x="3606" y="119"/>
                    <a:pt x="3127" y="28"/>
                    <a:pt x="2625" y="5"/>
                  </a:cubicBezTo>
                  <a:cubicBezTo>
                    <a:pt x="2565" y="2"/>
                    <a:pt x="2505" y="1"/>
                    <a:pt x="2445" y="1"/>
                  </a:cubicBezTo>
                  <a:close/>
                </a:path>
              </a:pathLst>
            </a:custGeom>
            <a:solidFill>
              <a:srgbClr val="bccad3"/>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1" name="Google Shape;2528;p83"/>
            <p:cNvSpPr/>
            <p:nvPr/>
          </p:nvSpPr>
          <p:spPr>
            <a:xfrm>
              <a:off x="6839640" y="2314440"/>
              <a:ext cx="86760" cy="66240"/>
            </a:xfrm>
            <a:custGeom>
              <a:avLst/>
              <a:gdLst>
                <a:gd name="textAreaLeft" fmla="*/ 0 w 86760"/>
                <a:gd name="textAreaRight" fmla="*/ 87120 w 86760"/>
                <a:gd name="textAreaTop" fmla="*/ 0 h 66240"/>
                <a:gd name="textAreaBottom" fmla="*/ 66600 h 66240"/>
              </a:gdLst>
              <a:ahLst/>
              <a:cxnLst/>
              <a:rect l="textAreaLeft" t="textAreaTop" r="textAreaRight" b="textAreaBottom"/>
              <a:pathLst>
                <a:path w="3790" h="2905">
                  <a:moveTo>
                    <a:pt x="1" y="0"/>
                  </a:moveTo>
                  <a:lnTo>
                    <a:pt x="412" y="2077"/>
                  </a:lnTo>
                  <a:lnTo>
                    <a:pt x="412" y="2100"/>
                  </a:lnTo>
                  <a:cubicBezTo>
                    <a:pt x="480" y="2374"/>
                    <a:pt x="708" y="2625"/>
                    <a:pt x="1142" y="2785"/>
                  </a:cubicBezTo>
                  <a:cubicBezTo>
                    <a:pt x="1370" y="2865"/>
                    <a:pt x="1627" y="2905"/>
                    <a:pt x="1884" y="2905"/>
                  </a:cubicBezTo>
                  <a:cubicBezTo>
                    <a:pt x="2141" y="2905"/>
                    <a:pt x="2397" y="2865"/>
                    <a:pt x="2626" y="2785"/>
                  </a:cubicBezTo>
                  <a:lnTo>
                    <a:pt x="2671" y="2762"/>
                  </a:lnTo>
                  <a:cubicBezTo>
                    <a:pt x="3105" y="2602"/>
                    <a:pt x="3333" y="2351"/>
                    <a:pt x="3379" y="2077"/>
                  </a:cubicBezTo>
                  <a:lnTo>
                    <a:pt x="3402" y="2077"/>
                  </a:lnTo>
                  <a:lnTo>
                    <a:pt x="3790" y="114"/>
                  </a:lnTo>
                  <a:lnTo>
                    <a:pt x="1" y="0"/>
                  </a:lnTo>
                  <a:close/>
                </a:path>
              </a:pathLst>
            </a:custGeom>
            <a:solidFill>
              <a:srgbClr val="f4ebc9"/>
            </a:solidFill>
            <a:ln w="0">
              <a:noFill/>
            </a:ln>
          </p:spPr>
          <p:style>
            <a:lnRef idx="0"/>
            <a:fillRef idx="0"/>
            <a:effectRef idx="0"/>
            <a:fontRef idx="minor"/>
          </p:style>
          <p:txBody>
            <a:bodyPr tIns="33120" bIns="33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2" name="Google Shape;2529;p83"/>
            <p:cNvSpPr/>
            <p:nvPr/>
          </p:nvSpPr>
          <p:spPr>
            <a:xfrm>
              <a:off x="6833160" y="2287080"/>
              <a:ext cx="100800" cy="54360"/>
            </a:xfrm>
            <a:custGeom>
              <a:avLst/>
              <a:gdLst>
                <a:gd name="textAreaLeft" fmla="*/ 0 w 100800"/>
                <a:gd name="textAreaRight" fmla="*/ 101160 w 100800"/>
                <a:gd name="textAreaTop" fmla="*/ 0 h 54360"/>
                <a:gd name="textAreaBottom" fmla="*/ 54720 h 54360"/>
              </a:gdLst>
              <a:ahLst/>
              <a:cxnLst/>
              <a:rect l="textAreaLeft" t="textAreaTop" r="textAreaRight" b="textAreaBottom"/>
              <a:pathLst>
                <a:path w="4406" h="2386">
                  <a:moveTo>
                    <a:pt x="2228" y="0"/>
                  </a:moveTo>
                  <a:cubicBezTo>
                    <a:pt x="1906" y="0"/>
                    <a:pt x="1586" y="51"/>
                    <a:pt x="1301" y="154"/>
                  </a:cubicBezTo>
                  <a:lnTo>
                    <a:pt x="1255" y="154"/>
                  </a:lnTo>
                  <a:cubicBezTo>
                    <a:pt x="0" y="611"/>
                    <a:pt x="0" y="1752"/>
                    <a:pt x="1233" y="2231"/>
                  </a:cubicBezTo>
                  <a:cubicBezTo>
                    <a:pt x="1529" y="2334"/>
                    <a:pt x="1855" y="2385"/>
                    <a:pt x="2180" y="2385"/>
                  </a:cubicBezTo>
                  <a:cubicBezTo>
                    <a:pt x="2505" y="2385"/>
                    <a:pt x="2830" y="2334"/>
                    <a:pt x="3127" y="2231"/>
                  </a:cubicBezTo>
                  <a:lnTo>
                    <a:pt x="3150" y="2208"/>
                  </a:lnTo>
                  <a:cubicBezTo>
                    <a:pt x="4405" y="1752"/>
                    <a:pt x="4405" y="611"/>
                    <a:pt x="3173" y="154"/>
                  </a:cubicBezTo>
                  <a:cubicBezTo>
                    <a:pt x="2876" y="51"/>
                    <a:pt x="2551" y="0"/>
                    <a:pt x="2228" y="0"/>
                  </a:cubicBezTo>
                  <a:close/>
                </a:path>
              </a:pathLst>
            </a:custGeom>
            <a:solidFill>
              <a:srgbClr val="f4ebc9"/>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3" name="Google Shape;2530;p83"/>
            <p:cNvSpPr/>
            <p:nvPr/>
          </p:nvSpPr>
          <p:spPr>
            <a:xfrm>
              <a:off x="6835680" y="2288520"/>
              <a:ext cx="95040" cy="50040"/>
            </a:xfrm>
            <a:custGeom>
              <a:avLst/>
              <a:gdLst>
                <a:gd name="textAreaLeft" fmla="*/ 0 w 95040"/>
                <a:gd name="textAreaRight" fmla="*/ 95400 w 95040"/>
                <a:gd name="textAreaTop" fmla="*/ 0 h 50040"/>
                <a:gd name="textAreaBottom" fmla="*/ 50400 h 50040"/>
              </a:gdLst>
              <a:ahLst/>
              <a:cxnLst/>
              <a:rect l="textAreaLeft" t="textAreaTop" r="textAreaRight" b="textAreaBottom"/>
              <a:pathLst>
                <a:path w="4155" h="2190">
                  <a:moveTo>
                    <a:pt x="2085" y="1"/>
                  </a:moveTo>
                  <a:cubicBezTo>
                    <a:pt x="1791" y="1"/>
                    <a:pt x="1499" y="46"/>
                    <a:pt x="1233" y="135"/>
                  </a:cubicBezTo>
                  <a:lnTo>
                    <a:pt x="1187" y="158"/>
                  </a:lnTo>
                  <a:cubicBezTo>
                    <a:pt x="23" y="569"/>
                    <a:pt x="0" y="1619"/>
                    <a:pt x="1187" y="2052"/>
                  </a:cubicBezTo>
                  <a:cubicBezTo>
                    <a:pt x="1461" y="2143"/>
                    <a:pt x="1763" y="2189"/>
                    <a:pt x="2066" y="2189"/>
                  </a:cubicBezTo>
                  <a:cubicBezTo>
                    <a:pt x="2368" y="2189"/>
                    <a:pt x="2671" y="2143"/>
                    <a:pt x="2945" y="2052"/>
                  </a:cubicBezTo>
                  <a:lnTo>
                    <a:pt x="2990" y="2029"/>
                  </a:lnTo>
                  <a:cubicBezTo>
                    <a:pt x="4154" y="1619"/>
                    <a:pt x="4154" y="569"/>
                    <a:pt x="2990" y="158"/>
                  </a:cubicBezTo>
                  <a:cubicBezTo>
                    <a:pt x="2708" y="52"/>
                    <a:pt x="2396" y="1"/>
                    <a:pt x="2085" y="1"/>
                  </a:cubicBezTo>
                  <a:close/>
                </a:path>
              </a:pathLst>
            </a:custGeom>
            <a:solidFill>
              <a:srgbClr val="dbd2b4"/>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4" name="Google Shape;2531;p83"/>
            <p:cNvSpPr/>
            <p:nvPr/>
          </p:nvSpPr>
          <p:spPr>
            <a:xfrm>
              <a:off x="6843600" y="2299680"/>
              <a:ext cx="79560" cy="38880"/>
            </a:xfrm>
            <a:custGeom>
              <a:avLst/>
              <a:gdLst>
                <a:gd name="textAreaLeft" fmla="*/ 0 w 79560"/>
                <a:gd name="textAreaRight" fmla="*/ 79920 w 79560"/>
                <a:gd name="textAreaTop" fmla="*/ 0 h 38880"/>
                <a:gd name="textAreaBottom" fmla="*/ 39240 h 38880"/>
              </a:gdLst>
              <a:ahLst/>
              <a:cxnLst/>
              <a:rect l="textAreaLeft" t="textAreaTop" r="textAreaRight" b="textAreaBottom"/>
              <a:pathLst>
                <a:path w="3471" h="1713">
                  <a:moveTo>
                    <a:pt x="1770" y="0"/>
                  </a:moveTo>
                  <a:cubicBezTo>
                    <a:pt x="1467" y="0"/>
                    <a:pt x="1165" y="46"/>
                    <a:pt x="891" y="137"/>
                  </a:cubicBezTo>
                  <a:lnTo>
                    <a:pt x="845" y="160"/>
                  </a:lnTo>
                  <a:cubicBezTo>
                    <a:pt x="389" y="320"/>
                    <a:pt x="115" y="571"/>
                    <a:pt x="1" y="868"/>
                  </a:cubicBezTo>
                  <a:cubicBezTo>
                    <a:pt x="115" y="1142"/>
                    <a:pt x="389" y="1415"/>
                    <a:pt x="845" y="1575"/>
                  </a:cubicBezTo>
                  <a:cubicBezTo>
                    <a:pt x="1119" y="1666"/>
                    <a:pt x="1421" y="1712"/>
                    <a:pt x="1724" y="1712"/>
                  </a:cubicBezTo>
                  <a:cubicBezTo>
                    <a:pt x="2026" y="1712"/>
                    <a:pt x="2329" y="1666"/>
                    <a:pt x="2603" y="1575"/>
                  </a:cubicBezTo>
                  <a:lnTo>
                    <a:pt x="2648" y="1552"/>
                  </a:lnTo>
                  <a:cubicBezTo>
                    <a:pt x="3105" y="1393"/>
                    <a:pt x="3379" y="1119"/>
                    <a:pt x="3470" y="845"/>
                  </a:cubicBezTo>
                  <a:cubicBezTo>
                    <a:pt x="3379" y="571"/>
                    <a:pt x="3105" y="297"/>
                    <a:pt x="2648" y="137"/>
                  </a:cubicBezTo>
                  <a:cubicBezTo>
                    <a:pt x="2374" y="46"/>
                    <a:pt x="2072" y="0"/>
                    <a:pt x="1770" y="0"/>
                  </a:cubicBezTo>
                  <a:close/>
                </a:path>
              </a:pathLst>
            </a:custGeom>
            <a:solidFill>
              <a:srgbClr val="6b4a4a"/>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5" name="Google Shape;2532;p83"/>
            <p:cNvSpPr/>
            <p:nvPr/>
          </p:nvSpPr>
          <p:spPr>
            <a:xfrm>
              <a:off x="6913440" y="2325600"/>
              <a:ext cx="30600" cy="38520"/>
            </a:xfrm>
            <a:custGeom>
              <a:avLst/>
              <a:gdLst>
                <a:gd name="textAreaLeft" fmla="*/ 0 w 30600"/>
                <a:gd name="textAreaRight" fmla="*/ 30960 w 30600"/>
                <a:gd name="textAreaTop" fmla="*/ 0 h 38520"/>
                <a:gd name="textAreaBottom" fmla="*/ 38880 h 38520"/>
              </a:gdLst>
              <a:ahLst/>
              <a:cxnLst/>
              <a:rect l="textAreaLeft" t="textAreaTop" r="textAreaRight" b="textAreaBottom"/>
              <a:pathLst>
                <a:path w="1348" h="1697">
                  <a:moveTo>
                    <a:pt x="878" y="1"/>
                  </a:moveTo>
                  <a:cubicBezTo>
                    <a:pt x="420" y="1"/>
                    <a:pt x="178" y="413"/>
                    <a:pt x="114" y="647"/>
                  </a:cubicBezTo>
                  <a:cubicBezTo>
                    <a:pt x="92" y="692"/>
                    <a:pt x="114" y="738"/>
                    <a:pt x="160" y="761"/>
                  </a:cubicBezTo>
                  <a:cubicBezTo>
                    <a:pt x="206" y="761"/>
                    <a:pt x="251" y="738"/>
                    <a:pt x="274" y="692"/>
                  </a:cubicBezTo>
                  <a:cubicBezTo>
                    <a:pt x="274" y="671"/>
                    <a:pt x="437" y="162"/>
                    <a:pt x="877" y="162"/>
                  </a:cubicBezTo>
                  <a:cubicBezTo>
                    <a:pt x="903" y="162"/>
                    <a:pt x="931" y="163"/>
                    <a:pt x="959" y="167"/>
                  </a:cubicBezTo>
                  <a:cubicBezTo>
                    <a:pt x="1142" y="190"/>
                    <a:pt x="1164" y="373"/>
                    <a:pt x="1164" y="487"/>
                  </a:cubicBezTo>
                  <a:cubicBezTo>
                    <a:pt x="1142" y="898"/>
                    <a:pt x="708" y="1491"/>
                    <a:pt x="69" y="1514"/>
                  </a:cubicBezTo>
                  <a:cubicBezTo>
                    <a:pt x="23" y="1514"/>
                    <a:pt x="0" y="1560"/>
                    <a:pt x="0" y="1605"/>
                  </a:cubicBezTo>
                  <a:cubicBezTo>
                    <a:pt x="0" y="1651"/>
                    <a:pt x="23" y="1697"/>
                    <a:pt x="69" y="1697"/>
                  </a:cubicBezTo>
                  <a:lnTo>
                    <a:pt x="92" y="1697"/>
                  </a:lnTo>
                  <a:cubicBezTo>
                    <a:pt x="845" y="1674"/>
                    <a:pt x="1301" y="966"/>
                    <a:pt x="1324" y="487"/>
                  </a:cubicBezTo>
                  <a:cubicBezTo>
                    <a:pt x="1347" y="213"/>
                    <a:pt x="1210" y="30"/>
                    <a:pt x="982" y="8"/>
                  </a:cubicBezTo>
                  <a:cubicBezTo>
                    <a:pt x="946" y="3"/>
                    <a:pt x="911" y="1"/>
                    <a:pt x="878" y="1"/>
                  </a:cubicBezTo>
                  <a:close/>
                </a:path>
              </a:pathLst>
            </a:custGeom>
            <a:solidFill>
              <a:srgbClr val="f4ebc9"/>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6" name="Google Shape;2533;p83"/>
            <p:cNvSpPr/>
            <p:nvPr/>
          </p:nvSpPr>
          <p:spPr>
            <a:xfrm>
              <a:off x="6265800" y="2742480"/>
              <a:ext cx="195480" cy="105840"/>
            </a:xfrm>
            <a:custGeom>
              <a:avLst/>
              <a:gdLst>
                <a:gd name="textAreaLeft" fmla="*/ 0 w 195480"/>
                <a:gd name="textAreaRight" fmla="*/ 195840 w 195480"/>
                <a:gd name="textAreaTop" fmla="*/ 0 h 105840"/>
                <a:gd name="textAreaBottom" fmla="*/ 106200 h 105840"/>
              </a:gdLst>
              <a:ahLst/>
              <a:cxnLst/>
              <a:rect l="textAreaLeft" t="textAreaTop" r="textAreaRight" b="textAreaBottom"/>
              <a:pathLst>
                <a:path w="8515" h="4623">
                  <a:moveTo>
                    <a:pt x="4280" y="1"/>
                  </a:moveTo>
                  <a:cubicBezTo>
                    <a:pt x="3675" y="1"/>
                    <a:pt x="3067" y="98"/>
                    <a:pt x="2512" y="297"/>
                  </a:cubicBezTo>
                  <a:lnTo>
                    <a:pt x="2443" y="320"/>
                  </a:lnTo>
                  <a:cubicBezTo>
                    <a:pt x="24" y="1210"/>
                    <a:pt x="1" y="3425"/>
                    <a:pt x="2398" y="4315"/>
                  </a:cubicBezTo>
                  <a:cubicBezTo>
                    <a:pt x="2957" y="4520"/>
                    <a:pt x="3584" y="4623"/>
                    <a:pt x="4212" y="4623"/>
                  </a:cubicBezTo>
                  <a:cubicBezTo>
                    <a:pt x="4840" y="4623"/>
                    <a:pt x="5468" y="4520"/>
                    <a:pt x="6027" y="4315"/>
                  </a:cubicBezTo>
                  <a:lnTo>
                    <a:pt x="6118" y="4292"/>
                  </a:lnTo>
                  <a:cubicBezTo>
                    <a:pt x="8515" y="3402"/>
                    <a:pt x="8515" y="1210"/>
                    <a:pt x="6118" y="320"/>
                  </a:cubicBezTo>
                  <a:cubicBezTo>
                    <a:pt x="5555" y="109"/>
                    <a:pt x="4920" y="1"/>
                    <a:pt x="4280" y="1"/>
                  </a:cubicBezTo>
                  <a:close/>
                </a:path>
              </a:pathLst>
            </a:custGeom>
            <a:solidFill>
              <a:srgbClr val="ccdee5"/>
            </a:solidFill>
            <a:ln w="0">
              <a:noFill/>
            </a:ln>
          </p:spPr>
          <p:style>
            <a:lnRef idx="0"/>
            <a:fillRef idx="0"/>
            <a:effectRef idx="0"/>
            <a:fontRef idx="minor"/>
          </p:style>
          <p:txBody>
            <a:bodyPr tIns="52920" bIns="52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7" name="Google Shape;2534;p83"/>
            <p:cNvSpPr/>
            <p:nvPr/>
          </p:nvSpPr>
          <p:spPr>
            <a:xfrm>
              <a:off x="6302160" y="2804760"/>
              <a:ext cx="120960" cy="31680"/>
            </a:xfrm>
            <a:custGeom>
              <a:avLst/>
              <a:gdLst>
                <a:gd name="textAreaLeft" fmla="*/ 0 w 120960"/>
                <a:gd name="textAreaRight" fmla="*/ 121320 w 120960"/>
                <a:gd name="textAreaTop" fmla="*/ 0 h 31680"/>
                <a:gd name="textAreaBottom" fmla="*/ 32040 h 31680"/>
              </a:gdLst>
              <a:ahLst/>
              <a:cxnLst/>
              <a:rect l="textAreaLeft" t="textAreaTop" r="textAreaRight" b="textAreaBottom"/>
              <a:pathLst>
                <a:path w="5274" h="1394">
                  <a:moveTo>
                    <a:pt x="1" y="1"/>
                  </a:moveTo>
                  <a:cubicBezTo>
                    <a:pt x="161" y="503"/>
                    <a:pt x="594" y="845"/>
                    <a:pt x="1074" y="1051"/>
                  </a:cubicBezTo>
                  <a:cubicBezTo>
                    <a:pt x="1530" y="1256"/>
                    <a:pt x="2055" y="1370"/>
                    <a:pt x="2557" y="1393"/>
                  </a:cubicBezTo>
                  <a:cubicBezTo>
                    <a:pt x="3082" y="1393"/>
                    <a:pt x="3584" y="1302"/>
                    <a:pt x="4064" y="1119"/>
                  </a:cubicBezTo>
                  <a:cubicBezTo>
                    <a:pt x="4543" y="937"/>
                    <a:pt x="5022" y="640"/>
                    <a:pt x="5274" y="206"/>
                  </a:cubicBezTo>
                  <a:lnTo>
                    <a:pt x="5274" y="206"/>
                  </a:lnTo>
                  <a:cubicBezTo>
                    <a:pt x="4977" y="640"/>
                    <a:pt x="4520" y="891"/>
                    <a:pt x="4064" y="1074"/>
                  </a:cubicBezTo>
                  <a:cubicBezTo>
                    <a:pt x="3584" y="1234"/>
                    <a:pt x="3059" y="1302"/>
                    <a:pt x="2557" y="1302"/>
                  </a:cubicBezTo>
                  <a:cubicBezTo>
                    <a:pt x="2055" y="1279"/>
                    <a:pt x="1553" y="1188"/>
                    <a:pt x="1096" y="1005"/>
                  </a:cubicBezTo>
                  <a:cubicBezTo>
                    <a:pt x="640" y="800"/>
                    <a:pt x="183" y="480"/>
                    <a:pt x="1" y="1"/>
                  </a:cubicBezTo>
                  <a:close/>
                </a:path>
              </a:pathLst>
            </a:custGeom>
            <a:solidFill>
              <a:srgbClr val="bccad3"/>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8" name="Google Shape;2535;p83"/>
            <p:cNvSpPr/>
            <p:nvPr/>
          </p:nvSpPr>
          <p:spPr>
            <a:xfrm>
              <a:off x="6307200" y="2754360"/>
              <a:ext cx="116640" cy="29160"/>
            </a:xfrm>
            <a:custGeom>
              <a:avLst/>
              <a:gdLst>
                <a:gd name="textAreaLeft" fmla="*/ 0 w 116640"/>
                <a:gd name="textAreaRight" fmla="*/ 117000 w 116640"/>
                <a:gd name="textAreaTop" fmla="*/ 0 h 29160"/>
                <a:gd name="textAreaBottom" fmla="*/ 29520 h 29160"/>
              </a:gdLst>
              <a:ahLst/>
              <a:cxnLst/>
              <a:rect l="textAreaLeft" t="textAreaTop" r="textAreaRight" b="textAreaBottom"/>
              <a:pathLst>
                <a:path w="5091" h="1279">
                  <a:moveTo>
                    <a:pt x="2648" y="1"/>
                  </a:moveTo>
                  <a:cubicBezTo>
                    <a:pt x="2146" y="1"/>
                    <a:pt x="1666" y="69"/>
                    <a:pt x="1210" y="229"/>
                  </a:cubicBezTo>
                  <a:cubicBezTo>
                    <a:pt x="753" y="366"/>
                    <a:pt x="297" y="617"/>
                    <a:pt x="0" y="1005"/>
                  </a:cubicBezTo>
                  <a:cubicBezTo>
                    <a:pt x="320" y="640"/>
                    <a:pt x="776" y="412"/>
                    <a:pt x="1233" y="275"/>
                  </a:cubicBezTo>
                  <a:cubicBezTo>
                    <a:pt x="1617" y="140"/>
                    <a:pt x="2017" y="87"/>
                    <a:pt x="2420" y="87"/>
                  </a:cubicBezTo>
                  <a:cubicBezTo>
                    <a:pt x="2496" y="87"/>
                    <a:pt x="2572" y="88"/>
                    <a:pt x="2648" y="92"/>
                  </a:cubicBezTo>
                  <a:cubicBezTo>
                    <a:pt x="3104" y="92"/>
                    <a:pt x="3584" y="183"/>
                    <a:pt x="4040" y="389"/>
                  </a:cubicBezTo>
                  <a:cubicBezTo>
                    <a:pt x="4451" y="571"/>
                    <a:pt x="4885" y="845"/>
                    <a:pt x="5090" y="1279"/>
                  </a:cubicBezTo>
                  <a:cubicBezTo>
                    <a:pt x="4908" y="845"/>
                    <a:pt x="4497" y="526"/>
                    <a:pt x="4063" y="320"/>
                  </a:cubicBezTo>
                  <a:cubicBezTo>
                    <a:pt x="3607" y="138"/>
                    <a:pt x="3127" y="24"/>
                    <a:pt x="2648" y="1"/>
                  </a:cubicBezTo>
                  <a:close/>
                </a:path>
              </a:pathLst>
            </a:custGeom>
            <a:solidFill>
              <a:srgbClr val="bccad3"/>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9" name="Google Shape;2536;p83"/>
            <p:cNvSpPr/>
            <p:nvPr/>
          </p:nvSpPr>
          <p:spPr>
            <a:xfrm>
              <a:off x="6320520" y="2750760"/>
              <a:ext cx="86400" cy="66240"/>
            </a:xfrm>
            <a:custGeom>
              <a:avLst/>
              <a:gdLst>
                <a:gd name="textAreaLeft" fmla="*/ 0 w 86400"/>
                <a:gd name="textAreaRight" fmla="*/ 86760 w 86400"/>
                <a:gd name="textAreaTop" fmla="*/ 0 h 66240"/>
                <a:gd name="textAreaBottom" fmla="*/ 66600 h 66240"/>
              </a:gdLst>
              <a:ahLst/>
              <a:cxnLst/>
              <a:rect l="textAreaLeft" t="textAreaTop" r="textAreaRight" b="textAreaBottom"/>
              <a:pathLst>
                <a:path w="3767" h="2900">
                  <a:moveTo>
                    <a:pt x="1" y="1"/>
                  </a:moveTo>
                  <a:lnTo>
                    <a:pt x="389" y="2078"/>
                  </a:lnTo>
                  <a:lnTo>
                    <a:pt x="412" y="2078"/>
                  </a:lnTo>
                  <a:cubicBezTo>
                    <a:pt x="457" y="2352"/>
                    <a:pt x="708" y="2603"/>
                    <a:pt x="1119" y="2763"/>
                  </a:cubicBezTo>
                  <a:cubicBezTo>
                    <a:pt x="1347" y="2854"/>
                    <a:pt x="1604" y="2900"/>
                    <a:pt x="1861" y="2900"/>
                  </a:cubicBezTo>
                  <a:cubicBezTo>
                    <a:pt x="2118" y="2900"/>
                    <a:pt x="2375" y="2854"/>
                    <a:pt x="2603" y="2763"/>
                  </a:cubicBezTo>
                  <a:lnTo>
                    <a:pt x="2648" y="2763"/>
                  </a:lnTo>
                  <a:cubicBezTo>
                    <a:pt x="3082" y="2603"/>
                    <a:pt x="3310" y="2329"/>
                    <a:pt x="3379" y="2055"/>
                  </a:cubicBezTo>
                  <a:lnTo>
                    <a:pt x="3767" y="92"/>
                  </a:lnTo>
                  <a:lnTo>
                    <a:pt x="1" y="1"/>
                  </a:lnTo>
                  <a:close/>
                </a:path>
              </a:pathLst>
            </a:custGeom>
            <a:solidFill>
              <a:srgbClr val="f4ebc9"/>
            </a:solidFill>
            <a:ln w="0">
              <a:noFill/>
            </a:ln>
          </p:spPr>
          <p:style>
            <a:lnRef idx="0"/>
            <a:fillRef idx="0"/>
            <a:effectRef idx="0"/>
            <a:fontRef idx="minor"/>
          </p:style>
          <p:txBody>
            <a:bodyPr tIns="33120" bIns="33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0" name="Google Shape;2537;p83"/>
            <p:cNvSpPr/>
            <p:nvPr/>
          </p:nvSpPr>
          <p:spPr>
            <a:xfrm>
              <a:off x="6312960" y="2723040"/>
              <a:ext cx="100800" cy="54360"/>
            </a:xfrm>
            <a:custGeom>
              <a:avLst/>
              <a:gdLst>
                <a:gd name="textAreaLeft" fmla="*/ 0 w 100800"/>
                <a:gd name="textAreaRight" fmla="*/ 101160 w 100800"/>
                <a:gd name="textAreaTop" fmla="*/ 0 h 54360"/>
                <a:gd name="textAreaBottom" fmla="*/ 54720 h 54360"/>
              </a:gdLst>
              <a:ahLst/>
              <a:cxnLst/>
              <a:rect l="textAreaLeft" t="textAreaTop" r="textAreaRight" b="textAreaBottom"/>
              <a:pathLst>
                <a:path w="4406" h="2387">
                  <a:moveTo>
                    <a:pt x="2246" y="1"/>
                  </a:moveTo>
                  <a:cubicBezTo>
                    <a:pt x="1923" y="1"/>
                    <a:pt x="1598" y="52"/>
                    <a:pt x="1301" y="155"/>
                  </a:cubicBezTo>
                  <a:lnTo>
                    <a:pt x="1256" y="178"/>
                  </a:lnTo>
                  <a:cubicBezTo>
                    <a:pt x="0" y="634"/>
                    <a:pt x="0" y="1776"/>
                    <a:pt x="1256" y="2232"/>
                  </a:cubicBezTo>
                  <a:cubicBezTo>
                    <a:pt x="1541" y="2335"/>
                    <a:pt x="1860" y="2386"/>
                    <a:pt x="2183" y="2386"/>
                  </a:cubicBezTo>
                  <a:cubicBezTo>
                    <a:pt x="2505" y="2386"/>
                    <a:pt x="2831" y="2335"/>
                    <a:pt x="3127" y="2232"/>
                  </a:cubicBezTo>
                  <a:lnTo>
                    <a:pt x="3173" y="2209"/>
                  </a:lnTo>
                  <a:cubicBezTo>
                    <a:pt x="4405" y="1753"/>
                    <a:pt x="4405" y="612"/>
                    <a:pt x="3173" y="155"/>
                  </a:cubicBezTo>
                  <a:cubicBezTo>
                    <a:pt x="2888" y="52"/>
                    <a:pt x="2568" y="1"/>
                    <a:pt x="2246" y="1"/>
                  </a:cubicBezTo>
                  <a:close/>
                </a:path>
              </a:pathLst>
            </a:custGeom>
            <a:solidFill>
              <a:srgbClr val="f4ebc9"/>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1" name="Google Shape;2538;p83"/>
            <p:cNvSpPr/>
            <p:nvPr/>
          </p:nvSpPr>
          <p:spPr>
            <a:xfrm>
              <a:off x="6316200" y="2724480"/>
              <a:ext cx="94680" cy="50400"/>
            </a:xfrm>
            <a:custGeom>
              <a:avLst/>
              <a:gdLst>
                <a:gd name="textAreaLeft" fmla="*/ 0 w 94680"/>
                <a:gd name="textAreaRight" fmla="*/ 95040 w 94680"/>
                <a:gd name="textAreaTop" fmla="*/ 0 h 50400"/>
                <a:gd name="textAreaBottom" fmla="*/ 50760 h 50400"/>
              </a:gdLst>
              <a:ahLst/>
              <a:cxnLst/>
              <a:rect l="textAreaLeft" t="textAreaTop" r="textAreaRight" b="textAreaBottom"/>
              <a:pathLst>
                <a:path w="4132" h="2207">
                  <a:moveTo>
                    <a:pt x="2073" y="0"/>
                  </a:moveTo>
                  <a:cubicBezTo>
                    <a:pt x="1780" y="0"/>
                    <a:pt x="1487" y="46"/>
                    <a:pt x="1233" y="135"/>
                  </a:cubicBezTo>
                  <a:lnTo>
                    <a:pt x="1187" y="157"/>
                  </a:lnTo>
                  <a:cubicBezTo>
                    <a:pt x="0" y="568"/>
                    <a:pt x="0" y="1618"/>
                    <a:pt x="1164" y="2052"/>
                  </a:cubicBezTo>
                  <a:cubicBezTo>
                    <a:pt x="1438" y="2155"/>
                    <a:pt x="1746" y="2206"/>
                    <a:pt x="2052" y="2206"/>
                  </a:cubicBezTo>
                  <a:cubicBezTo>
                    <a:pt x="2357" y="2206"/>
                    <a:pt x="2659" y="2155"/>
                    <a:pt x="2922" y="2052"/>
                  </a:cubicBezTo>
                  <a:lnTo>
                    <a:pt x="2967" y="2029"/>
                  </a:lnTo>
                  <a:cubicBezTo>
                    <a:pt x="4132" y="1618"/>
                    <a:pt x="4132" y="568"/>
                    <a:pt x="2967" y="157"/>
                  </a:cubicBezTo>
                  <a:cubicBezTo>
                    <a:pt x="2697" y="52"/>
                    <a:pt x="2385" y="0"/>
                    <a:pt x="2073" y="0"/>
                  </a:cubicBezTo>
                  <a:close/>
                </a:path>
              </a:pathLst>
            </a:custGeom>
            <a:solidFill>
              <a:srgbClr val="dbd2b4"/>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2" name="Google Shape;2539;p83"/>
            <p:cNvSpPr/>
            <p:nvPr/>
          </p:nvSpPr>
          <p:spPr>
            <a:xfrm>
              <a:off x="6324120" y="2735640"/>
              <a:ext cx="79560" cy="39240"/>
            </a:xfrm>
            <a:custGeom>
              <a:avLst/>
              <a:gdLst>
                <a:gd name="textAreaLeft" fmla="*/ 0 w 79560"/>
                <a:gd name="textAreaRight" fmla="*/ 79920 w 79560"/>
                <a:gd name="textAreaTop" fmla="*/ 0 h 39240"/>
                <a:gd name="textAreaBottom" fmla="*/ 39600 h 39240"/>
              </a:gdLst>
              <a:ahLst/>
              <a:cxnLst/>
              <a:rect l="textAreaLeft" t="textAreaTop" r="textAreaRight" b="textAreaBottom"/>
              <a:pathLst>
                <a:path w="3470" h="1728">
                  <a:moveTo>
                    <a:pt x="1728" y="1"/>
                  </a:moveTo>
                  <a:cubicBezTo>
                    <a:pt x="1432" y="1"/>
                    <a:pt x="1134" y="46"/>
                    <a:pt x="868" y="135"/>
                  </a:cubicBezTo>
                  <a:lnTo>
                    <a:pt x="845" y="158"/>
                  </a:lnTo>
                  <a:cubicBezTo>
                    <a:pt x="366" y="318"/>
                    <a:pt x="92" y="591"/>
                    <a:pt x="1" y="865"/>
                  </a:cubicBezTo>
                  <a:cubicBezTo>
                    <a:pt x="92" y="1139"/>
                    <a:pt x="366" y="1413"/>
                    <a:pt x="822" y="1573"/>
                  </a:cubicBezTo>
                  <a:cubicBezTo>
                    <a:pt x="1096" y="1676"/>
                    <a:pt x="1399" y="1727"/>
                    <a:pt x="1701" y="1727"/>
                  </a:cubicBezTo>
                  <a:cubicBezTo>
                    <a:pt x="2003" y="1727"/>
                    <a:pt x="2306" y="1676"/>
                    <a:pt x="2580" y="1573"/>
                  </a:cubicBezTo>
                  <a:lnTo>
                    <a:pt x="2625" y="1550"/>
                  </a:lnTo>
                  <a:cubicBezTo>
                    <a:pt x="3082" y="1390"/>
                    <a:pt x="3356" y="1139"/>
                    <a:pt x="3470" y="843"/>
                  </a:cubicBezTo>
                  <a:cubicBezTo>
                    <a:pt x="3356" y="569"/>
                    <a:pt x="3082" y="318"/>
                    <a:pt x="2625" y="158"/>
                  </a:cubicBezTo>
                  <a:cubicBezTo>
                    <a:pt x="2355" y="52"/>
                    <a:pt x="2043" y="1"/>
                    <a:pt x="1728" y="1"/>
                  </a:cubicBezTo>
                  <a:close/>
                </a:path>
              </a:pathLst>
            </a:custGeom>
            <a:solidFill>
              <a:srgbClr val="6b4a4a"/>
            </a:solidFill>
            <a:ln w="0">
              <a:noFill/>
            </a:ln>
          </p:spPr>
          <p:style>
            <a:lnRef idx="0"/>
            <a:fillRef idx="0"/>
            <a:effectRef idx="0"/>
            <a:fontRef idx="minor"/>
          </p:style>
          <p:txBody>
            <a:bodyPr tIns="19800" bIns="19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3" name="Google Shape;2540;p83"/>
            <p:cNvSpPr/>
            <p:nvPr/>
          </p:nvSpPr>
          <p:spPr>
            <a:xfrm>
              <a:off x="6393240" y="2761560"/>
              <a:ext cx="30600" cy="38520"/>
            </a:xfrm>
            <a:custGeom>
              <a:avLst/>
              <a:gdLst>
                <a:gd name="textAreaLeft" fmla="*/ 0 w 30600"/>
                <a:gd name="textAreaRight" fmla="*/ 30960 w 30600"/>
                <a:gd name="textAreaTop" fmla="*/ 0 h 38520"/>
                <a:gd name="textAreaBottom" fmla="*/ 38880 h 38520"/>
              </a:gdLst>
              <a:ahLst/>
              <a:cxnLst/>
              <a:rect l="textAreaLeft" t="textAreaTop" r="textAreaRight" b="textAreaBottom"/>
              <a:pathLst>
                <a:path w="1348" h="1697">
                  <a:moveTo>
                    <a:pt x="896" y="0"/>
                  </a:moveTo>
                  <a:cubicBezTo>
                    <a:pt x="420" y="0"/>
                    <a:pt x="178" y="413"/>
                    <a:pt x="115" y="646"/>
                  </a:cubicBezTo>
                  <a:cubicBezTo>
                    <a:pt x="92" y="692"/>
                    <a:pt x="137" y="738"/>
                    <a:pt x="183" y="761"/>
                  </a:cubicBezTo>
                  <a:cubicBezTo>
                    <a:pt x="229" y="761"/>
                    <a:pt x="274" y="738"/>
                    <a:pt x="274" y="692"/>
                  </a:cubicBezTo>
                  <a:cubicBezTo>
                    <a:pt x="274" y="671"/>
                    <a:pt x="436" y="184"/>
                    <a:pt x="893" y="184"/>
                  </a:cubicBezTo>
                  <a:cubicBezTo>
                    <a:pt x="921" y="184"/>
                    <a:pt x="951" y="186"/>
                    <a:pt x="982" y="190"/>
                  </a:cubicBezTo>
                  <a:cubicBezTo>
                    <a:pt x="1142" y="213"/>
                    <a:pt x="1165" y="395"/>
                    <a:pt x="1165" y="487"/>
                  </a:cubicBezTo>
                  <a:cubicBezTo>
                    <a:pt x="1142" y="897"/>
                    <a:pt x="731" y="1491"/>
                    <a:pt x="92" y="1514"/>
                  </a:cubicBezTo>
                  <a:cubicBezTo>
                    <a:pt x="46" y="1514"/>
                    <a:pt x="0" y="1559"/>
                    <a:pt x="0" y="1605"/>
                  </a:cubicBezTo>
                  <a:cubicBezTo>
                    <a:pt x="0" y="1651"/>
                    <a:pt x="46" y="1696"/>
                    <a:pt x="92" y="1696"/>
                  </a:cubicBezTo>
                  <a:cubicBezTo>
                    <a:pt x="845" y="1674"/>
                    <a:pt x="1302" y="966"/>
                    <a:pt x="1324" y="509"/>
                  </a:cubicBezTo>
                  <a:cubicBezTo>
                    <a:pt x="1347" y="236"/>
                    <a:pt x="1210" y="53"/>
                    <a:pt x="1005" y="7"/>
                  </a:cubicBezTo>
                  <a:cubicBezTo>
                    <a:pt x="967" y="3"/>
                    <a:pt x="931" y="0"/>
                    <a:pt x="896" y="0"/>
                  </a:cubicBezTo>
                  <a:close/>
                </a:path>
              </a:pathLst>
            </a:custGeom>
            <a:solidFill>
              <a:srgbClr val="f4ebc9"/>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4" name="Google Shape;2541;p83"/>
            <p:cNvSpPr/>
            <p:nvPr/>
          </p:nvSpPr>
          <p:spPr>
            <a:xfrm>
              <a:off x="5401080" y="3250080"/>
              <a:ext cx="195480" cy="105840"/>
            </a:xfrm>
            <a:custGeom>
              <a:avLst/>
              <a:gdLst>
                <a:gd name="textAreaLeft" fmla="*/ 0 w 195480"/>
                <a:gd name="textAreaRight" fmla="*/ 195840 w 195480"/>
                <a:gd name="textAreaTop" fmla="*/ 0 h 105840"/>
                <a:gd name="textAreaBottom" fmla="*/ 106200 h 105840"/>
              </a:gdLst>
              <a:ahLst/>
              <a:cxnLst/>
              <a:rect l="textAreaLeft" t="textAreaTop" r="textAreaRight" b="textAreaBottom"/>
              <a:pathLst>
                <a:path w="8515" h="4614">
                  <a:moveTo>
                    <a:pt x="4311" y="0"/>
                  </a:moveTo>
                  <a:cubicBezTo>
                    <a:pt x="3698" y="0"/>
                    <a:pt x="3086" y="97"/>
                    <a:pt x="2534" y="289"/>
                  </a:cubicBezTo>
                  <a:lnTo>
                    <a:pt x="2443" y="334"/>
                  </a:lnTo>
                  <a:cubicBezTo>
                    <a:pt x="24" y="1202"/>
                    <a:pt x="1" y="3416"/>
                    <a:pt x="2420" y="4306"/>
                  </a:cubicBezTo>
                  <a:cubicBezTo>
                    <a:pt x="2980" y="4511"/>
                    <a:pt x="3607" y="4614"/>
                    <a:pt x="4235" y="4614"/>
                  </a:cubicBezTo>
                  <a:cubicBezTo>
                    <a:pt x="4863" y="4614"/>
                    <a:pt x="5490" y="4511"/>
                    <a:pt x="6050" y="4306"/>
                  </a:cubicBezTo>
                  <a:lnTo>
                    <a:pt x="6118" y="4283"/>
                  </a:lnTo>
                  <a:cubicBezTo>
                    <a:pt x="8515" y="3393"/>
                    <a:pt x="8515" y="1202"/>
                    <a:pt x="6141" y="311"/>
                  </a:cubicBezTo>
                  <a:cubicBezTo>
                    <a:pt x="5574" y="103"/>
                    <a:pt x="4942" y="0"/>
                    <a:pt x="4311" y="0"/>
                  </a:cubicBezTo>
                  <a:close/>
                </a:path>
              </a:pathLst>
            </a:custGeom>
            <a:solidFill>
              <a:srgbClr val="ccdee5"/>
            </a:solidFill>
            <a:ln w="0">
              <a:noFill/>
            </a:ln>
          </p:spPr>
          <p:style>
            <a:lnRef idx="0"/>
            <a:fillRef idx="0"/>
            <a:effectRef idx="0"/>
            <a:fontRef idx="minor"/>
          </p:style>
          <p:txBody>
            <a:bodyPr tIns="52920" bIns="52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5" name="Google Shape;2542;p83"/>
            <p:cNvSpPr/>
            <p:nvPr/>
          </p:nvSpPr>
          <p:spPr>
            <a:xfrm>
              <a:off x="5437440" y="3312000"/>
              <a:ext cx="120960" cy="31680"/>
            </a:xfrm>
            <a:custGeom>
              <a:avLst/>
              <a:gdLst>
                <a:gd name="textAreaLeft" fmla="*/ 0 w 120960"/>
                <a:gd name="textAreaRight" fmla="*/ 121320 w 120960"/>
                <a:gd name="textAreaTop" fmla="*/ 0 h 31680"/>
                <a:gd name="textAreaBottom" fmla="*/ 32040 h 31680"/>
              </a:gdLst>
              <a:ahLst/>
              <a:cxnLst/>
              <a:rect l="textAreaLeft" t="textAreaTop" r="textAreaRight" b="textAreaBottom"/>
              <a:pathLst>
                <a:path w="5274" h="1394">
                  <a:moveTo>
                    <a:pt x="1" y="1"/>
                  </a:moveTo>
                  <a:cubicBezTo>
                    <a:pt x="161" y="503"/>
                    <a:pt x="617" y="846"/>
                    <a:pt x="1074" y="1051"/>
                  </a:cubicBezTo>
                  <a:cubicBezTo>
                    <a:pt x="1553" y="1256"/>
                    <a:pt x="2055" y="1371"/>
                    <a:pt x="2580" y="1393"/>
                  </a:cubicBezTo>
                  <a:cubicBezTo>
                    <a:pt x="3082" y="1393"/>
                    <a:pt x="3607" y="1302"/>
                    <a:pt x="4086" y="1119"/>
                  </a:cubicBezTo>
                  <a:cubicBezTo>
                    <a:pt x="4566" y="937"/>
                    <a:pt x="5022" y="663"/>
                    <a:pt x="5273" y="206"/>
                  </a:cubicBezTo>
                  <a:lnTo>
                    <a:pt x="5273" y="206"/>
                  </a:lnTo>
                  <a:cubicBezTo>
                    <a:pt x="5000" y="640"/>
                    <a:pt x="4543" y="891"/>
                    <a:pt x="4064" y="1074"/>
                  </a:cubicBezTo>
                  <a:cubicBezTo>
                    <a:pt x="3633" y="1217"/>
                    <a:pt x="3184" y="1306"/>
                    <a:pt x="2734" y="1306"/>
                  </a:cubicBezTo>
                  <a:cubicBezTo>
                    <a:pt x="2683" y="1306"/>
                    <a:pt x="2631" y="1304"/>
                    <a:pt x="2580" y="1302"/>
                  </a:cubicBezTo>
                  <a:cubicBezTo>
                    <a:pt x="2078" y="1302"/>
                    <a:pt x="1553" y="1211"/>
                    <a:pt x="1096" y="1005"/>
                  </a:cubicBezTo>
                  <a:cubicBezTo>
                    <a:pt x="640" y="800"/>
                    <a:pt x="206" y="480"/>
                    <a:pt x="1" y="1"/>
                  </a:cubicBezTo>
                  <a:close/>
                </a:path>
              </a:pathLst>
            </a:custGeom>
            <a:solidFill>
              <a:srgbClr val="bccad3"/>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6" name="Google Shape;2543;p83"/>
            <p:cNvSpPr/>
            <p:nvPr/>
          </p:nvSpPr>
          <p:spPr>
            <a:xfrm>
              <a:off x="5443200" y="3261960"/>
              <a:ext cx="116640" cy="29160"/>
            </a:xfrm>
            <a:custGeom>
              <a:avLst/>
              <a:gdLst>
                <a:gd name="textAreaLeft" fmla="*/ 0 w 116640"/>
                <a:gd name="textAreaRight" fmla="*/ 117000 w 116640"/>
                <a:gd name="textAreaTop" fmla="*/ 0 h 29160"/>
                <a:gd name="textAreaBottom" fmla="*/ 29520 h 29160"/>
              </a:gdLst>
              <a:ahLst/>
              <a:cxnLst/>
              <a:rect l="textAreaLeft" t="textAreaTop" r="textAreaRight" b="textAreaBottom"/>
              <a:pathLst>
                <a:path w="5091" h="1279">
                  <a:moveTo>
                    <a:pt x="2626" y="1"/>
                  </a:moveTo>
                  <a:cubicBezTo>
                    <a:pt x="2146" y="1"/>
                    <a:pt x="1667" y="69"/>
                    <a:pt x="1188" y="229"/>
                  </a:cubicBezTo>
                  <a:cubicBezTo>
                    <a:pt x="731" y="366"/>
                    <a:pt x="298" y="617"/>
                    <a:pt x="1" y="1005"/>
                  </a:cubicBezTo>
                  <a:cubicBezTo>
                    <a:pt x="320" y="640"/>
                    <a:pt x="754" y="412"/>
                    <a:pt x="1211" y="275"/>
                  </a:cubicBezTo>
                  <a:cubicBezTo>
                    <a:pt x="1609" y="155"/>
                    <a:pt x="2025" y="88"/>
                    <a:pt x="2443" y="88"/>
                  </a:cubicBezTo>
                  <a:cubicBezTo>
                    <a:pt x="2504" y="88"/>
                    <a:pt x="2565" y="89"/>
                    <a:pt x="2626" y="92"/>
                  </a:cubicBezTo>
                  <a:cubicBezTo>
                    <a:pt x="3105" y="115"/>
                    <a:pt x="3584" y="183"/>
                    <a:pt x="4018" y="389"/>
                  </a:cubicBezTo>
                  <a:cubicBezTo>
                    <a:pt x="4452" y="571"/>
                    <a:pt x="4863" y="845"/>
                    <a:pt x="5091" y="1279"/>
                  </a:cubicBezTo>
                  <a:cubicBezTo>
                    <a:pt x="4908" y="845"/>
                    <a:pt x="4475" y="526"/>
                    <a:pt x="4041" y="320"/>
                  </a:cubicBezTo>
                  <a:cubicBezTo>
                    <a:pt x="3607" y="138"/>
                    <a:pt x="3105" y="24"/>
                    <a:pt x="2626" y="1"/>
                  </a:cubicBezTo>
                  <a:close/>
                </a:path>
              </a:pathLst>
            </a:custGeom>
            <a:solidFill>
              <a:srgbClr val="bccad3"/>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7" name="Google Shape;2544;p83"/>
            <p:cNvSpPr/>
            <p:nvPr/>
          </p:nvSpPr>
          <p:spPr>
            <a:xfrm>
              <a:off x="5455800" y="3258000"/>
              <a:ext cx="86400" cy="66240"/>
            </a:xfrm>
            <a:custGeom>
              <a:avLst/>
              <a:gdLst>
                <a:gd name="textAreaLeft" fmla="*/ 0 w 86400"/>
                <a:gd name="textAreaRight" fmla="*/ 86760 w 86400"/>
                <a:gd name="textAreaTop" fmla="*/ 0 h 66240"/>
                <a:gd name="textAreaBottom" fmla="*/ 66600 h 66240"/>
              </a:gdLst>
              <a:ahLst/>
              <a:cxnLst/>
              <a:rect l="textAreaLeft" t="textAreaTop" r="textAreaRight" b="textAreaBottom"/>
              <a:pathLst>
                <a:path w="3767" h="2900">
                  <a:moveTo>
                    <a:pt x="1" y="1"/>
                  </a:moveTo>
                  <a:lnTo>
                    <a:pt x="412" y="2078"/>
                  </a:lnTo>
                  <a:cubicBezTo>
                    <a:pt x="480" y="2352"/>
                    <a:pt x="708" y="2603"/>
                    <a:pt x="1142" y="2763"/>
                  </a:cubicBezTo>
                  <a:cubicBezTo>
                    <a:pt x="1370" y="2854"/>
                    <a:pt x="1627" y="2900"/>
                    <a:pt x="1884" y="2900"/>
                  </a:cubicBezTo>
                  <a:cubicBezTo>
                    <a:pt x="2141" y="2900"/>
                    <a:pt x="2397" y="2854"/>
                    <a:pt x="2626" y="2763"/>
                  </a:cubicBezTo>
                  <a:lnTo>
                    <a:pt x="2648" y="2763"/>
                  </a:lnTo>
                  <a:cubicBezTo>
                    <a:pt x="3082" y="2603"/>
                    <a:pt x="3333" y="2329"/>
                    <a:pt x="3379" y="2055"/>
                  </a:cubicBezTo>
                  <a:lnTo>
                    <a:pt x="3767" y="92"/>
                  </a:lnTo>
                  <a:lnTo>
                    <a:pt x="1" y="1"/>
                  </a:lnTo>
                  <a:close/>
                </a:path>
              </a:pathLst>
            </a:custGeom>
            <a:solidFill>
              <a:srgbClr val="f4ebc9"/>
            </a:solidFill>
            <a:ln w="0">
              <a:noFill/>
            </a:ln>
          </p:spPr>
          <p:style>
            <a:lnRef idx="0"/>
            <a:fillRef idx="0"/>
            <a:effectRef idx="0"/>
            <a:fontRef idx="minor"/>
          </p:style>
          <p:txBody>
            <a:bodyPr tIns="33120" bIns="33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8" name="Google Shape;2545;p83"/>
            <p:cNvSpPr/>
            <p:nvPr/>
          </p:nvSpPr>
          <p:spPr>
            <a:xfrm>
              <a:off x="5448600" y="3230280"/>
              <a:ext cx="100800" cy="54360"/>
            </a:xfrm>
            <a:custGeom>
              <a:avLst/>
              <a:gdLst>
                <a:gd name="textAreaLeft" fmla="*/ 0 w 100800"/>
                <a:gd name="textAreaRight" fmla="*/ 101160 w 100800"/>
                <a:gd name="textAreaTop" fmla="*/ 0 h 54360"/>
                <a:gd name="textAreaBottom" fmla="*/ 54720 h 54360"/>
              </a:gdLst>
              <a:ahLst/>
              <a:cxnLst/>
              <a:rect l="textAreaLeft" t="textAreaTop" r="textAreaRight" b="textAreaBottom"/>
              <a:pathLst>
                <a:path w="4406" h="2387">
                  <a:moveTo>
                    <a:pt x="2248" y="1"/>
                  </a:moveTo>
                  <a:cubicBezTo>
                    <a:pt x="1929" y="1"/>
                    <a:pt x="1609" y="52"/>
                    <a:pt x="1324" y="155"/>
                  </a:cubicBezTo>
                  <a:lnTo>
                    <a:pt x="1278" y="178"/>
                  </a:lnTo>
                  <a:cubicBezTo>
                    <a:pt x="23" y="634"/>
                    <a:pt x="0" y="1776"/>
                    <a:pt x="1255" y="2232"/>
                  </a:cubicBezTo>
                  <a:cubicBezTo>
                    <a:pt x="1541" y="2335"/>
                    <a:pt x="1866" y="2386"/>
                    <a:pt x="2191" y="2386"/>
                  </a:cubicBezTo>
                  <a:cubicBezTo>
                    <a:pt x="2517" y="2386"/>
                    <a:pt x="2842" y="2335"/>
                    <a:pt x="3127" y="2232"/>
                  </a:cubicBezTo>
                  <a:lnTo>
                    <a:pt x="3173" y="2209"/>
                  </a:lnTo>
                  <a:cubicBezTo>
                    <a:pt x="4405" y="1753"/>
                    <a:pt x="4405" y="634"/>
                    <a:pt x="3173" y="155"/>
                  </a:cubicBezTo>
                  <a:cubicBezTo>
                    <a:pt x="2887" y="52"/>
                    <a:pt x="2568" y="1"/>
                    <a:pt x="2248" y="1"/>
                  </a:cubicBezTo>
                  <a:close/>
                </a:path>
              </a:pathLst>
            </a:custGeom>
            <a:solidFill>
              <a:srgbClr val="f4ebc9"/>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9" name="Google Shape;2546;p83"/>
            <p:cNvSpPr/>
            <p:nvPr/>
          </p:nvSpPr>
          <p:spPr>
            <a:xfrm>
              <a:off x="5451480" y="3232080"/>
              <a:ext cx="95040" cy="50400"/>
            </a:xfrm>
            <a:custGeom>
              <a:avLst/>
              <a:gdLst>
                <a:gd name="textAreaLeft" fmla="*/ 0 w 95040"/>
                <a:gd name="textAreaRight" fmla="*/ 95400 w 95040"/>
                <a:gd name="textAreaTop" fmla="*/ 0 h 50400"/>
                <a:gd name="textAreaBottom" fmla="*/ 50760 h 50400"/>
              </a:gdLst>
              <a:ahLst/>
              <a:cxnLst/>
              <a:rect l="textAreaLeft" t="textAreaTop" r="textAreaRight" b="textAreaBottom"/>
              <a:pathLst>
                <a:path w="4155" h="2204">
                  <a:moveTo>
                    <a:pt x="2111" y="0"/>
                  </a:moveTo>
                  <a:cubicBezTo>
                    <a:pt x="1809" y="0"/>
                    <a:pt x="1507" y="52"/>
                    <a:pt x="1233" y="155"/>
                  </a:cubicBezTo>
                  <a:lnTo>
                    <a:pt x="1187" y="155"/>
                  </a:lnTo>
                  <a:cubicBezTo>
                    <a:pt x="0" y="565"/>
                    <a:pt x="0" y="1638"/>
                    <a:pt x="1164" y="2049"/>
                  </a:cubicBezTo>
                  <a:cubicBezTo>
                    <a:pt x="1438" y="2152"/>
                    <a:pt x="1746" y="2203"/>
                    <a:pt x="2054" y="2203"/>
                  </a:cubicBezTo>
                  <a:cubicBezTo>
                    <a:pt x="2362" y="2203"/>
                    <a:pt x="2671" y="2152"/>
                    <a:pt x="2945" y="2049"/>
                  </a:cubicBezTo>
                  <a:lnTo>
                    <a:pt x="2990" y="2026"/>
                  </a:lnTo>
                  <a:cubicBezTo>
                    <a:pt x="4154" y="1615"/>
                    <a:pt x="4154" y="565"/>
                    <a:pt x="2990" y="155"/>
                  </a:cubicBezTo>
                  <a:cubicBezTo>
                    <a:pt x="2716" y="52"/>
                    <a:pt x="2414" y="0"/>
                    <a:pt x="2111" y="0"/>
                  </a:cubicBezTo>
                  <a:close/>
                </a:path>
              </a:pathLst>
            </a:custGeom>
            <a:solidFill>
              <a:srgbClr val="dbd2b4"/>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0" name="Google Shape;2547;p83"/>
            <p:cNvSpPr/>
            <p:nvPr/>
          </p:nvSpPr>
          <p:spPr>
            <a:xfrm>
              <a:off x="5459400" y="3242880"/>
              <a:ext cx="79560" cy="39240"/>
            </a:xfrm>
            <a:custGeom>
              <a:avLst/>
              <a:gdLst>
                <a:gd name="textAreaLeft" fmla="*/ 0 w 79560"/>
                <a:gd name="textAreaRight" fmla="*/ 79920 w 79560"/>
                <a:gd name="textAreaTop" fmla="*/ 0 h 39240"/>
                <a:gd name="textAreaBottom" fmla="*/ 39600 h 39240"/>
              </a:gdLst>
              <a:ahLst/>
              <a:cxnLst/>
              <a:rect l="textAreaLeft" t="textAreaTop" r="textAreaRight" b="textAreaBottom"/>
              <a:pathLst>
                <a:path w="3470" h="1728">
                  <a:moveTo>
                    <a:pt x="1743" y="1"/>
                  </a:moveTo>
                  <a:cubicBezTo>
                    <a:pt x="1449" y="1"/>
                    <a:pt x="1156" y="46"/>
                    <a:pt x="891" y="135"/>
                  </a:cubicBezTo>
                  <a:lnTo>
                    <a:pt x="845" y="158"/>
                  </a:lnTo>
                  <a:cubicBezTo>
                    <a:pt x="388" y="318"/>
                    <a:pt x="92" y="592"/>
                    <a:pt x="0" y="865"/>
                  </a:cubicBezTo>
                  <a:cubicBezTo>
                    <a:pt x="92" y="1139"/>
                    <a:pt x="366" y="1413"/>
                    <a:pt x="822" y="1573"/>
                  </a:cubicBezTo>
                  <a:cubicBezTo>
                    <a:pt x="1096" y="1676"/>
                    <a:pt x="1404" y="1727"/>
                    <a:pt x="1712" y="1727"/>
                  </a:cubicBezTo>
                  <a:cubicBezTo>
                    <a:pt x="2020" y="1727"/>
                    <a:pt x="2329" y="1676"/>
                    <a:pt x="2603" y="1573"/>
                  </a:cubicBezTo>
                  <a:lnTo>
                    <a:pt x="2648" y="1550"/>
                  </a:lnTo>
                  <a:cubicBezTo>
                    <a:pt x="3105" y="1390"/>
                    <a:pt x="3379" y="1139"/>
                    <a:pt x="3470" y="865"/>
                  </a:cubicBezTo>
                  <a:cubicBezTo>
                    <a:pt x="3379" y="569"/>
                    <a:pt x="3105" y="318"/>
                    <a:pt x="2648" y="158"/>
                  </a:cubicBezTo>
                  <a:cubicBezTo>
                    <a:pt x="2366" y="52"/>
                    <a:pt x="2054" y="1"/>
                    <a:pt x="1743" y="1"/>
                  </a:cubicBezTo>
                  <a:close/>
                </a:path>
              </a:pathLst>
            </a:custGeom>
            <a:solidFill>
              <a:srgbClr val="6b4a4a"/>
            </a:solidFill>
            <a:ln w="0">
              <a:noFill/>
            </a:ln>
          </p:spPr>
          <p:style>
            <a:lnRef idx="0"/>
            <a:fillRef idx="0"/>
            <a:effectRef idx="0"/>
            <a:fontRef idx="minor"/>
          </p:style>
          <p:txBody>
            <a:bodyPr tIns="19800" bIns="19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1" name="Google Shape;2548;p83"/>
            <p:cNvSpPr/>
            <p:nvPr/>
          </p:nvSpPr>
          <p:spPr>
            <a:xfrm>
              <a:off x="5528880" y="3268800"/>
              <a:ext cx="30600" cy="38520"/>
            </a:xfrm>
            <a:custGeom>
              <a:avLst/>
              <a:gdLst>
                <a:gd name="textAreaLeft" fmla="*/ 0 w 30600"/>
                <a:gd name="textAreaRight" fmla="*/ 30960 w 30600"/>
                <a:gd name="textAreaTop" fmla="*/ 0 h 38520"/>
                <a:gd name="textAreaBottom" fmla="*/ 38880 h 38520"/>
              </a:gdLst>
              <a:ahLst/>
              <a:cxnLst/>
              <a:rect l="textAreaLeft" t="textAreaTop" r="textAreaRight" b="textAreaBottom"/>
              <a:pathLst>
                <a:path w="1348" h="1697">
                  <a:moveTo>
                    <a:pt x="900" y="0"/>
                  </a:moveTo>
                  <a:cubicBezTo>
                    <a:pt x="443" y="0"/>
                    <a:pt x="200" y="413"/>
                    <a:pt x="114" y="646"/>
                  </a:cubicBezTo>
                  <a:cubicBezTo>
                    <a:pt x="114" y="692"/>
                    <a:pt x="137" y="738"/>
                    <a:pt x="183" y="761"/>
                  </a:cubicBezTo>
                  <a:cubicBezTo>
                    <a:pt x="191" y="765"/>
                    <a:pt x="200" y="767"/>
                    <a:pt x="208" y="767"/>
                  </a:cubicBezTo>
                  <a:cubicBezTo>
                    <a:pt x="245" y="767"/>
                    <a:pt x="278" y="729"/>
                    <a:pt x="297" y="692"/>
                  </a:cubicBezTo>
                  <a:cubicBezTo>
                    <a:pt x="297" y="671"/>
                    <a:pt x="439" y="184"/>
                    <a:pt x="893" y="184"/>
                  </a:cubicBezTo>
                  <a:cubicBezTo>
                    <a:pt x="921" y="184"/>
                    <a:pt x="951" y="186"/>
                    <a:pt x="982" y="190"/>
                  </a:cubicBezTo>
                  <a:cubicBezTo>
                    <a:pt x="1164" y="213"/>
                    <a:pt x="1187" y="395"/>
                    <a:pt x="1164" y="487"/>
                  </a:cubicBezTo>
                  <a:cubicBezTo>
                    <a:pt x="1164" y="920"/>
                    <a:pt x="731" y="1514"/>
                    <a:pt x="92" y="1514"/>
                  </a:cubicBezTo>
                  <a:cubicBezTo>
                    <a:pt x="46" y="1537"/>
                    <a:pt x="0" y="1559"/>
                    <a:pt x="0" y="1605"/>
                  </a:cubicBezTo>
                  <a:cubicBezTo>
                    <a:pt x="0" y="1651"/>
                    <a:pt x="46" y="1696"/>
                    <a:pt x="92" y="1696"/>
                  </a:cubicBezTo>
                  <a:cubicBezTo>
                    <a:pt x="868" y="1674"/>
                    <a:pt x="1324" y="966"/>
                    <a:pt x="1347" y="509"/>
                  </a:cubicBezTo>
                  <a:cubicBezTo>
                    <a:pt x="1347" y="236"/>
                    <a:pt x="1233" y="53"/>
                    <a:pt x="1005" y="7"/>
                  </a:cubicBezTo>
                  <a:cubicBezTo>
                    <a:pt x="969" y="3"/>
                    <a:pt x="934" y="0"/>
                    <a:pt x="900" y="0"/>
                  </a:cubicBezTo>
                  <a:close/>
                </a:path>
              </a:pathLst>
            </a:custGeom>
            <a:solidFill>
              <a:srgbClr val="f4ebc9"/>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2" name="Google Shape;2549;p83"/>
            <p:cNvSpPr/>
            <p:nvPr/>
          </p:nvSpPr>
          <p:spPr>
            <a:xfrm>
              <a:off x="6713280" y="3221640"/>
              <a:ext cx="195480" cy="105840"/>
            </a:xfrm>
            <a:custGeom>
              <a:avLst/>
              <a:gdLst>
                <a:gd name="textAreaLeft" fmla="*/ 0 w 195480"/>
                <a:gd name="textAreaRight" fmla="*/ 195840 w 195480"/>
                <a:gd name="textAreaTop" fmla="*/ 0 h 105840"/>
                <a:gd name="textAreaBottom" fmla="*/ 106200 h 105840"/>
              </a:gdLst>
              <a:ahLst/>
              <a:cxnLst/>
              <a:rect l="textAreaLeft" t="textAreaTop" r="textAreaRight" b="textAreaBottom"/>
              <a:pathLst>
                <a:path w="8515" h="4615">
                  <a:moveTo>
                    <a:pt x="4311" y="1"/>
                  </a:moveTo>
                  <a:cubicBezTo>
                    <a:pt x="3698" y="1"/>
                    <a:pt x="3086" y="98"/>
                    <a:pt x="2535" y="289"/>
                  </a:cubicBezTo>
                  <a:lnTo>
                    <a:pt x="2443" y="335"/>
                  </a:lnTo>
                  <a:cubicBezTo>
                    <a:pt x="24" y="1202"/>
                    <a:pt x="1" y="3416"/>
                    <a:pt x="2420" y="4306"/>
                  </a:cubicBezTo>
                  <a:cubicBezTo>
                    <a:pt x="2980" y="4512"/>
                    <a:pt x="3607" y="4614"/>
                    <a:pt x="4235" y="4614"/>
                  </a:cubicBezTo>
                  <a:cubicBezTo>
                    <a:pt x="4863" y="4614"/>
                    <a:pt x="5490" y="4512"/>
                    <a:pt x="6050" y="4306"/>
                  </a:cubicBezTo>
                  <a:lnTo>
                    <a:pt x="6118" y="4283"/>
                  </a:lnTo>
                  <a:cubicBezTo>
                    <a:pt x="8515" y="3393"/>
                    <a:pt x="8515" y="1202"/>
                    <a:pt x="6141" y="312"/>
                  </a:cubicBezTo>
                  <a:cubicBezTo>
                    <a:pt x="5574" y="103"/>
                    <a:pt x="4942" y="1"/>
                    <a:pt x="4311" y="1"/>
                  </a:cubicBezTo>
                  <a:close/>
                </a:path>
              </a:pathLst>
            </a:custGeom>
            <a:solidFill>
              <a:srgbClr val="ccdee5"/>
            </a:solidFill>
            <a:ln w="0">
              <a:noFill/>
            </a:ln>
          </p:spPr>
          <p:style>
            <a:lnRef idx="0"/>
            <a:fillRef idx="0"/>
            <a:effectRef idx="0"/>
            <a:fontRef idx="minor"/>
          </p:style>
          <p:txBody>
            <a:bodyPr tIns="52920" bIns="52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3" name="Google Shape;2550;p83"/>
            <p:cNvSpPr/>
            <p:nvPr/>
          </p:nvSpPr>
          <p:spPr>
            <a:xfrm>
              <a:off x="6749640" y="3283920"/>
              <a:ext cx="120960" cy="31680"/>
            </a:xfrm>
            <a:custGeom>
              <a:avLst/>
              <a:gdLst>
                <a:gd name="textAreaLeft" fmla="*/ 0 w 120960"/>
                <a:gd name="textAreaRight" fmla="*/ 121320 w 120960"/>
                <a:gd name="textAreaTop" fmla="*/ 0 h 31680"/>
                <a:gd name="textAreaBottom" fmla="*/ 32040 h 31680"/>
              </a:gdLst>
              <a:ahLst/>
              <a:cxnLst/>
              <a:rect l="textAreaLeft" t="textAreaTop" r="textAreaRight" b="textAreaBottom"/>
              <a:pathLst>
                <a:path w="5274" h="1393">
                  <a:moveTo>
                    <a:pt x="1" y="0"/>
                  </a:moveTo>
                  <a:cubicBezTo>
                    <a:pt x="161" y="503"/>
                    <a:pt x="617" y="845"/>
                    <a:pt x="1074" y="1050"/>
                  </a:cubicBezTo>
                  <a:cubicBezTo>
                    <a:pt x="1553" y="1256"/>
                    <a:pt x="2055" y="1370"/>
                    <a:pt x="2580" y="1393"/>
                  </a:cubicBezTo>
                  <a:cubicBezTo>
                    <a:pt x="3082" y="1393"/>
                    <a:pt x="3607" y="1301"/>
                    <a:pt x="4087" y="1119"/>
                  </a:cubicBezTo>
                  <a:cubicBezTo>
                    <a:pt x="4566" y="936"/>
                    <a:pt x="5022" y="662"/>
                    <a:pt x="5274" y="206"/>
                  </a:cubicBezTo>
                  <a:lnTo>
                    <a:pt x="5274" y="206"/>
                  </a:lnTo>
                  <a:cubicBezTo>
                    <a:pt x="5000" y="640"/>
                    <a:pt x="4543" y="891"/>
                    <a:pt x="4064" y="1073"/>
                  </a:cubicBezTo>
                  <a:cubicBezTo>
                    <a:pt x="3643" y="1233"/>
                    <a:pt x="3206" y="1306"/>
                    <a:pt x="2766" y="1306"/>
                  </a:cubicBezTo>
                  <a:cubicBezTo>
                    <a:pt x="2704" y="1306"/>
                    <a:pt x="2642" y="1304"/>
                    <a:pt x="2580" y="1301"/>
                  </a:cubicBezTo>
                  <a:cubicBezTo>
                    <a:pt x="2078" y="1301"/>
                    <a:pt x="1553" y="1210"/>
                    <a:pt x="1096" y="1005"/>
                  </a:cubicBezTo>
                  <a:cubicBezTo>
                    <a:pt x="640" y="799"/>
                    <a:pt x="206" y="480"/>
                    <a:pt x="1" y="0"/>
                  </a:cubicBezTo>
                  <a:close/>
                </a:path>
              </a:pathLst>
            </a:custGeom>
            <a:solidFill>
              <a:srgbClr val="bccad3"/>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4" name="Google Shape;2551;p83"/>
            <p:cNvSpPr/>
            <p:nvPr/>
          </p:nvSpPr>
          <p:spPr>
            <a:xfrm>
              <a:off x="6755400" y="3233520"/>
              <a:ext cx="116640" cy="29160"/>
            </a:xfrm>
            <a:custGeom>
              <a:avLst/>
              <a:gdLst>
                <a:gd name="textAreaLeft" fmla="*/ 0 w 116640"/>
                <a:gd name="textAreaRight" fmla="*/ 117000 w 116640"/>
                <a:gd name="textAreaTop" fmla="*/ 0 h 29160"/>
                <a:gd name="textAreaBottom" fmla="*/ 29520 h 29160"/>
              </a:gdLst>
              <a:ahLst/>
              <a:cxnLst/>
              <a:rect l="textAreaLeft" t="textAreaTop" r="textAreaRight" b="textAreaBottom"/>
              <a:pathLst>
                <a:path w="5091" h="1279">
                  <a:moveTo>
                    <a:pt x="2626" y="0"/>
                  </a:moveTo>
                  <a:cubicBezTo>
                    <a:pt x="2147" y="0"/>
                    <a:pt x="1644" y="69"/>
                    <a:pt x="1188" y="228"/>
                  </a:cubicBezTo>
                  <a:cubicBezTo>
                    <a:pt x="731" y="365"/>
                    <a:pt x="298" y="616"/>
                    <a:pt x="1" y="1005"/>
                  </a:cubicBezTo>
                  <a:cubicBezTo>
                    <a:pt x="320" y="639"/>
                    <a:pt x="754" y="411"/>
                    <a:pt x="1211" y="274"/>
                  </a:cubicBezTo>
                  <a:cubicBezTo>
                    <a:pt x="1609" y="155"/>
                    <a:pt x="2025" y="87"/>
                    <a:pt x="2443" y="87"/>
                  </a:cubicBezTo>
                  <a:cubicBezTo>
                    <a:pt x="2504" y="87"/>
                    <a:pt x="2565" y="89"/>
                    <a:pt x="2626" y="92"/>
                  </a:cubicBezTo>
                  <a:cubicBezTo>
                    <a:pt x="3105" y="114"/>
                    <a:pt x="3585" y="206"/>
                    <a:pt x="4018" y="388"/>
                  </a:cubicBezTo>
                  <a:cubicBezTo>
                    <a:pt x="4452" y="571"/>
                    <a:pt x="4863" y="845"/>
                    <a:pt x="5091" y="1278"/>
                  </a:cubicBezTo>
                  <a:cubicBezTo>
                    <a:pt x="4886" y="845"/>
                    <a:pt x="4475" y="525"/>
                    <a:pt x="4041" y="320"/>
                  </a:cubicBezTo>
                  <a:cubicBezTo>
                    <a:pt x="3607" y="137"/>
                    <a:pt x="3105" y="23"/>
                    <a:pt x="2626" y="0"/>
                  </a:cubicBezTo>
                  <a:close/>
                </a:path>
              </a:pathLst>
            </a:custGeom>
            <a:solidFill>
              <a:srgbClr val="bccad3"/>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5" name="Google Shape;2552;p83"/>
            <p:cNvSpPr/>
            <p:nvPr/>
          </p:nvSpPr>
          <p:spPr>
            <a:xfrm>
              <a:off x="6768000" y="3229920"/>
              <a:ext cx="86400" cy="66240"/>
            </a:xfrm>
            <a:custGeom>
              <a:avLst/>
              <a:gdLst>
                <a:gd name="textAreaLeft" fmla="*/ 0 w 86400"/>
                <a:gd name="textAreaRight" fmla="*/ 86760 w 86400"/>
                <a:gd name="textAreaTop" fmla="*/ 0 h 66240"/>
                <a:gd name="textAreaBottom" fmla="*/ 66600 h 66240"/>
              </a:gdLst>
              <a:ahLst/>
              <a:cxnLst/>
              <a:rect l="textAreaLeft" t="textAreaTop" r="textAreaRight" b="textAreaBottom"/>
              <a:pathLst>
                <a:path w="3767" h="2900">
                  <a:moveTo>
                    <a:pt x="1" y="0"/>
                  </a:moveTo>
                  <a:lnTo>
                    <a:pt x="412" y="2078"/>
                  </a:lnTo>
                  <a:cubicBezTo>
                    <a:pt x="480" y="2351"/>
                    <a:pt x="708" y="2625"/>
                    <a:pt x="1142" y="2762"/>
                  </a:cubicBezTo>
                  <a:cubicBezTo>
                    <a:pt x="1370" y="2854"/>
                    <a:pt x="1627" y="2899"/>
                    <a:pt x="1884" y="2899"/>
                  </a:cubicBezTo>
                  <a:cubicBezTo>
                    <a:pt x="2141" y="2899"/>
                    <a:pt x="2397" y="2854"/>
                    <a:pt x="2626" y="2762"/>
                  </a:cubicBezTo>
                  <a:lnTo>
                    <a:pt x="2648" y="2762"/>
                  </a:lnTo>
                  <a:cubicBezTo>
                    <a:pt x="3082" y="2603"/>
                    <a:pt x="3333" y="2329"/>
                    <a:pt x="3379" y="2055"/>
                  </a:cubicBezTo>
                  <a:lnTo>
                    <a:pt x="3767" y="92"/>
                  </a:lnTo>
                  <a:lnTo>
                    <a:pt x="1" y="0"/>
                  </a:lnTo>
                  <a:close/>
                </a:path>
              </a:pathLst>
            </a:custGeom>
            <a:solidFill>
              <a:srgbClr val="f4ebc9"/>
            </a:solidFill>
            <a:ln w="0">
              <a:noFill/>
            </a:ln>
          </p:spPr>
          <p:style>
            <a:lnRef idx="0"/>
            <a:fillRef idx="0"/>
            <a:effectRef idx="0"/>
            <a:fontRef idx="minor"/>
          </p:style>
          <p:txBody>
            <a:bodyPr tIns="33120" bIns="33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6" name="Google Shape;2553;p83"/>
            <p:cNvSpPr/>
            <p:nvPr/>
          </p:nvSpPr>
          <p:spPr>
            <a:xfrm>
              <a:off x="6760440" y="3202200"/>
              <a:ext cx="100800" cy="54720"/>
            </a:xfrm>
            <a:custGeom>
              <a:avLst/>
              <a:gdLst>
                <a:gd name="textAreaLeft" fmla="*/ 0 w 100800"/>
                <a:gd name="textAreaRight" fmla="*/ 101160 w 100800"/>
                <a:gd name="textAreaTop" fmla="*/ 0 h 54720"/>
                <a:gd name="textAreaBottom" fmla="*/ 55080 h 54720"/>
              </a:gdLst>
              <a:ahLst/>
              <a:cxnLst/>
              <a:rect l="textAreaLeft" t="textAreaTop" r="textAreaRight" b="textAreaBottom"/>
              <a:pathLst>
                <a:path w="4406" h="2400">
                  <a:moveTo>
                    <a:pt x="2223" y="0"/>
                  </a:moveTo>
                  <a:cubicBezTo>
                    <a:pt x="1912" y="0"/>
                    <a:pt x="1602" y="51"/>
                    <a:pt x="1324" y="151"/>
                  </a:cubicBezTo>
                  <a:lnTo>
                    <a:pt x="1278" y="174"/>
                  </a:lnTo>
                  <a:cubicBezTo>
                    <a:pt x="23" y="631"/>
                    <a:pt x="0" y="1772"/>
                    <a:pt x="1256" y="2229"/>
                  </a:cubicBezTo>
                  <a:cubicBezTo>
                    <a:pt x="1541" y="2343"/>
                    <a:pt x="1866" y="2400"/>
                    <a:pt x="2191" y="2400"/>
                  </a:cubicBezTo>
                  <a:cubicBezTo>
                    <a:pt x="2517" y="2400"/>
                    <a:pt x="2842" y="2343"/>
                    <a:pt x="3127" y="2229"/>
                  </a:cubicBezTo>
                  <a:lnTo>
                    <a:pt x="3173" y="2206"/>
                  </a:lnTo>
                  <a:cubicBezTo>
                    <a:pt x="4405" y="1749"/>
                    <a:pt x="4405" y="631"/>
                    <a:pt x="3173" y="174"/>
                  </a:cubicBezTo>
                  <a:cubicBezTo>
                    <a:pt x="2880" y="57"/>
                    <a:pt x="2551" y="0"/>
                    <a:pt x="2223" y="0"/>
                  </a:cubicBezTo>
                  <a:close/>
                </a:path>
              </a:pathLst>
            </a:custGeom>
            <a:solidFill>
              <a:srgbClr val="f4ebc9"/>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7" name="Google Shape;2554;p83"/>
            <p:cNvSpPr/>
            <p:nvPr/>
          </p:nvSpPr>
          <p:spPr>
            <a:xfrm>
              <a:off x="6763680" y="3203640"/>
              <a:ext cx="95040" cy="50400"/>
            </a:xfrm>
            <a:custGeom>
              <a:avLst/>
              <a:gdLst>
                <a:gd name="textAreaLeft" fmla="*/ 0 w 95040"/>
                <a:gd name="textAreaRight" fmla="*/ 95400 w 95040"/>
                <a:gd name="textAreaTop" fmla="*/ 0 h 50400"/>
                <a:gd name="textAreaBottom" fmla="*/ 50760 h 50400"/>
              </a:gdLst>
              <a:ahLst/>
              <a:cxnLst/>
              <a:rect l="textAreaLeft" t="textAreaTop" r="textAreaRight" b="textAreaBottom"/>
              <a:pathLst>
                <a:path w="4155" h="2204">
                  <a:moveTo>
                    <a:pt x="2111" y="1"/>
                  </a:moveTo>
                  <a:cubicBezTo>
                    <a:pt x="1809" y="1"/>
                    <a:pt x="1507" y="52"/>
                    <a:pt x="1233" y="155"/>
                  </a:cubicBezTo>
                  <a:lnTo>
                    <a:pt x="1187" y="155"/>
                  </a:lnTo>
                  <a:cubicBezTo>
                    <a:pt x="0" y="566"/>
                    <a:pt x="0" y="1639"/>
                    <a:pt x="1164" y="2049"/>
                  </a:cubicBezTo>
                  <a:cubicBezTo>
                    <a:pt x="1438" y="2152"/>
                    <a:pt x="1746" y="2204"/>
                    <a:pt x="2054" y="2204"/>
                  </a:cubicBezTo>
                  <a:cubicBezTo>
                    <a:pt x="2363" y="2204"/>
                    <a:pt x="2671" y="2152"/>
                    <a:pt x="2945" y="2049"/>
                  </a:cubicBezTo>
                  <a:lnTo>
                    <a:pt x="2990" y="2049"/>
                  </a:lnTo>
                  <a:cubicBezTo>
                    <a:pt x="4154" y="1616"/>
                    <a:pt x="4154" y="566"/>
                    <a:pt x="2990" y="155"/>
                  </a:cubicBezTo>
                  <a:cubicBezTo>
                    <a:pt x="2716" y="52"/>
                    <a:pt x="2414" y="1"/>
                    <a:pt x="2111" y="1"/>
                  </a:cubicBezTo>
                  <a:close/>
                </a:path>
              </a:pathLst>
            </a:custGeom>
            <a:solidFill>
              <a:srgbClr val="dbd2b4"/>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8" name="Google Shape;2555;p83"/>
            <p:cNvSpPr/>
            <p:nvPr/>
          </p:nvSpPr>
          <p:spPr>
            <a:xfrm>
              <a:off x="6771600" y="3214800"/>
              <a:ext cx="79560" cy="39240"/>
            </a:xfrm>
            <a:custGeom>
              <a:avLst/>
              <a:gdLst>
                <a:gd name="textAreaLeft" fmla="*/ 0 w 79560"/>
                <a:gd name="textAreaRight" fmla="*/ 79920 w 79560"/>
                <a:gd name="textAreaTop" fmla="*/ 0 h 39240"/>
                <a:gd name="textAreaBottom" fmla="*/ 39600 h 39240"/>
              </a:gdLst>
              <a:ahLst/>
              <a:cxnLst/>
              <a:rect l="textAreaLeft" t="textAreaTop" r="textAreaRight" b="textAreaBottom"/>
              <a:pathLst>
                <a:path w="3470" h="1727">
                  <a:moveTo>
                    <a:pt x="1743" y="0"/>
                  </a:moveTo>
                  <a:cubicBezTo>
                    <a:pt x="1449" y="0"/>
                    <a:pt x="1157" y="46"/>
                    <a:pt x="891" y="134"/>
                  </a:cubicBezTo>
                  <a:lnTo>
                    <a:pt x="845" y="157"/>
                  </a:lnTo>
                  <a:cubicBezTo>
                    <a:pt x="389" y="317"/>
                    <a:pt x="92" y="591"/>
                    <a:pt x="1" y="865"/>
                  </a:cubicBezTo>
                  <a:cubicBezTo>
                    <a:pt x="92" y="1162"/>
                    <a:pt x="366" y="1413"/>
                    <a:pt x="822" y="1572"/>
                  </a:cubicBezTo>
                  <a:cubicBezTo>
                    <a:pt x="1096" y="1675"/>
                    <a:pt x="1404" y="1727"/>
                    <a:pt x="1712" y="1727"/>
                  </a:cubicBezTo>
                  <a:cubicBezTo>
                    <a:pt x="2021" y="1727"/>
                    <a:pt x="2329" y="1675"/>
                    <a:pt x="2603" y="1572"/>
                  </a:cubicBezTo>
                  <a:lnTo>
                    <a:pt x="2648" y="1572"/>
                  </a:lnTo>
                  <a:cubicBezTo>
                    <a:pt x="3105" y="1390"/>
                    <a:pt x="3379" y="1139"/>
                    <a:pt x="3470" y="865"/>
                  </a:cubicBezTo>
                  <a:cubicBezTo>
                    <a:pt x="3379" y="568"/>
                    <a:pt x="3105" y="317"/>
                    <a:pt x="2648" y="157"/>
                  </a:cubicBezTo>
                  <a:cubicBezTo>
                    <a:pt x="2366" y="52"/>
                    <a:pt x="2054" y="0"/>
                    <a:pt x="1743" y="0"/>
                  </a:cubicBezTo>
                  <a:close/>
                </a:path>
              </a:pathLst>
            </a:custGeom>
            <a:solidFill>
              <a:srgbClr val="6b4a4a"/>
            </a:solidFill>
            <a:ln w="0">
              <a:noFill/>
            </a:ln>
          </p:spPr>
          <p:style>
            <a:lnRef idx="0"/>
            <a:fillRef idx="0"/>
            <a:effectRef idx="0"/>
            <a:fontRef idx="minor"/>
          </p:style>
          <p:txBody>
            <a:bodyPr tIns="19800" bIns="19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9" name="Google Shape;2556;p83"/>
            <p:cNvSpPr/>
            <p:nvPr/>
          </p:nvSpPr>
          <p:spPr>
            <a:xfrm>
              <a:off x="6840720" y="3240720"/>
              <a:ext cx="30600" cy="38520"/>
            </a:xfrm>
            <a:custGeom>
              <a:avLst/>
              <a:gdLst>
                <a:gd name="textAreaLeft" fmla="*/ 0 w 30600"/>
                <a:gd name="textAreaRight" fmla="*/ 30960 w 30600"/>
                <a:gd name="textAreaTop" fmla="*/ 0 h 38520"/>
                <a:gd name="textAreaBottom" fmla="*/ 38880 h 38520"/>
              </a:gdLst>
              <a:ahLst/>
              <a:cxnLst/>
              <a:rect l="textAreaLeft" t="textAreaTop" r="textAreaRight" b="textAreaBottom"/>
              <a:pathLst>
                <a:path w="1348" h="1693">
                  <a:moveTo>
                    <a:pt x="929" y="0"/>
                  </a:moveTo>
                  <a:cubicBezTo>
                    <a:pt x="453" y="0"/>
                    <a:pt x="201" y="404"/>
                    <a:pt x="115" y="643"/>
                  </a:cubicBezTo>
                  <a:cubicBezTo>
                    <a:pt x="115" y="689"/>
                    <a:pt x="137" y="734"/>
                    <a:pt x="183" y="757"/>
                  </a:cubicBezTo>
                  <a:cubicBezTo>
                    <a:pt x="191" y="761"/>
                    <a:pt x="200" y="763"/>
                    <a:pt x="208" y="763"/>
                  </a:cubicBezTo>
                  <a:cubicBezTo>
                    <a:pt x="245" y="763"/>
                    <a:pt x="279" y="726"/>
                    <a:pt x="297" y="689"/>
                  </a:cubicBezTo>
                  <a:cubicBezTo>
                    <a:pt x="297" y="667"/>
                    <a:pt x="439" y="180"/>
                    <a:pt x="893" y="180"/>
                  </a:cubicBezTo>
                  <a:cubicBezTo>
                    <a:pt x="922" y="180"/>
                    <a:pt x="951" y="182"/>
                    <a:pt x="982" y="186"/>
                  </a:cubicBezTo>
                  <a:cubicBezTo>
                    <a:pt x="1165" y="209"/>
                    <a:pt x="1187" y="392"/>
                    <a:pt x="1165" y="483"/>
                  </a:cubicBezTo>
                  <a:cubicBezTo>
                    <a:pt x="1142" y="917"/>
                    <a:pt x="731" y="1510"/>
                    <a:pt x="92" y="1510"/>
                  </a:cubicBezTo>
                  <a:cubicBezTo>
                    <a:pt x="46" y="1533"/>
                    <a:pt x="0" y="1556"/>
                    <a:pt x="0" y="1602"/>
                  </a:cubicBezTo>
                  <a:cubicBezTo>
                    <a:pt x="0" y="1647"/>
                    <a:pt x="46" y="1693"/>
                    <a:pt x="92" y="1693"/>
                  </a:cubicBezTo>
                  <a:cubicBezTo>
                    <a:pt x="868" y="1670"/>
                    <a:pt x="1324" y="962"/>
                    <a:pt x="1347" y="506"/>
                  </a:cubicBezTo>
                  <a:cubicBezTo>
                    <a:pt x="1347" y="232"/>
                    <a:pt x="1233" y="49"/>
                    <a:pt x="1005" y="4"/>
                  </a:cubicBezTo>
                  <a:cubicBezTo>
                    <a:pt x="979" y="2"/>
                    <a:pt x="954" y="0"/>
                    <a:pt x="929" y="0"/>
                  </a:cubicBezTo>
                  <a:close/>
                </a:path>
              </a:pathLst>
            </a:custGeom>
            <a:solidFill>
              <a:srgbClr val="f4ebc9"/>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0" name="Google Shape;2557;p83"/>
            <p:cNvSpPr/>
            <p:nvPr/>
          </p:nvSpPr>
          <p:spPr>
            <a:xfrm>
              <a:off x="6337080" y="2916000"/>
              <a:ext cx="474120" cy="273960"/>
            </a:xfrm>
            <a:custGeom>
              <a:avLst/>
              <a:gdLst>
                <a:gd name="textAreaLeft" fmla="*/ 0 w 474120"/>
                <a:gd name="textAreaRight" fmla="*/ 474480 w 474120"/>
                <a:gd name="textAreaTop" fmla="*/ 0 h 273960"/>
                <a:gd name="textAreaBottom" fmla="*/ 274320 h 273960"/>
              </a:gdLst>
              <a:ahLst/>
              <a:cxnLst/>
              <a:rect l="textAreaLeft" t="textAreaTop" r="textAreaRight" b="textAreaBottom"/>
              <a:pathLst>
                <a:path w="20635" h="11939">
                  <a:moveTo>
                    <a:pt x="12417" y="1"/>
                  </a:moveTo>
                  <a:lnTo>
                    <a:pt x="0" y="7122"/>
                  </a:lnTo>
                  <a:lnTo>
                    <a:pt x="8263" y="11939"/>
                  </a:lnTo>
                  <a:lnTo>
                    <a:pt x="20634" y="4794"/>
                  </a:lnTo>
                  <a:lnTo>
                    <a:pt x="12417" y="1"/>
                  </a:ln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1" name="Google Shape;2558;p83"/>
            <p:cNvSpPr/>
            <p:nvPr/>
          </p:nvSpPr>
          <p:spPr>
            <a:xfrm>
              <a:off x="6337080" y="3079800"/>
              <a:ext cx="189720" cy="182880"/>
            </a:xfrm>
            <a:custGeom>
              <a:avLst/>
              <a:gdLst>
                <a:gd name="textAreaLeft" fmla="*/ 0 w 189720"/>
                <a:gd name="textAreaRight" fmla="*/ 190080 w 189720"/>
                <a:gd name="textAreaTop" fmla="*/ 0 h 182880"/>
                <a:gd name="textAreaBottom" fmla="*/ 183240 h 182880"/>
              </a:gdLst>
              <a:ahLst/>
              <a:cxnLst/>
              <a:rect l="textAreaLeft" t="textAreaTop" r="textAreaRight" b="textAreaBottom"/>
              <a:pathLst>
                <a:path w="8263" h="7967">
                  <a:moveTo>
                    <a:pt x="0" y="0"/>
                  </a:moveTo>
                  <a:lnTo>
                    <a:pt x="0" y="3173"/>
                  </a:lnTo>
                  <a:lnTo>
                    <a:pt x="8240" y="7966"/>
                  </a:lnTo>
                  <a:lnTo>
                    <a:pt x="8263" y="4817"/>
                  </a:lnTo>
                  <a:lnTo>
                    <a:pt x="0" y="0"/>
                  </a:lnTo>
                  <a:close/>
                </a:path>
              </a:pathLst>
            </a:custGeom>
            <a:solidFill>
              <a:srgbClr val="f7f4e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2" name="Google Shape;2559;p83"/>
            <p:cNvSpPr/>
            <p:nvPr/>
          </p:nvSpPr>
          <p:spPr>
            <a:xfrm>
              <a:off x="6526440" y="3026160"/>
              <a:ext cx="284400" cy="236160"/>
            </a:xfrm>
            <a:custGeom>
              <a:avLst/>
              <a:gdLst>
                <a:gd name="textAreaLeft" fmla="*/ 0 w 284400"/>
                <a:gd name="textAreaRight" fmla="*/ 284760 w 284400"/>
                <a:gd name="textAreaTop" fmla="*/ 0 h 236160"/>
                <a:gd name="textAreaBottom" fmla="*/ 236520 h 236160"/>
              </a:gdLst>
              <a:ahLst/>
              <a:cxnLst/>
              <a:rect l="textAreaLeft" t="textAreaTop" r="textAreaRight" b="textAreaBottom"/>
              <a:pathLst>
                <a:path w="12395" h="10295">
                  <a:moveTo>
                    <a:pt x="12394" y="0"/>
                  </a:moveTo>
                  <a:lnTo>
                    <a:pt x="23" y="7145"/>
                  </a:lnTo>
                  <a:lnTo>
                    <a:pt x="0" y="10294"/>
                  </a:lnTo>
                  <a:lnTo>
                    <a:pt x="12394" y="2831"/>
                  </a:lnTo>
                  <a:lnTo>
                    <a:pt x="12394" y="0"/>
                  </a:lnTo>
                  <a:close/>
                </a:path>
              </a:pathLst>
            </a:custGeom>
            <a:solidFill>
              <a:srgbClr val="f7f4e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3" name="Google Shape;2560;p83"/>
            <p:cNvSpPr/>
            <p:nvPr/>
          </p:nvSpPr>
          <p:spPr>
            <a:xfrm>
              <a:off x="6615360" y="2931120"/>
              <a:ext cx="169200" cy="94680"/>
            </a:xfrm>
            <a:custGeom>
              <a:avLst/>
              <a:gdLst>
                <a:gd name="textAreaLeft" fmla="*/ 0 w 169200"/>
                <a:gd name="textAreaRight" fmla="*/ 169560 w 169200"/>
                <a:gd name="textAreaTop" fmla="*/ 0 h 94680"/>
                <a:gd name="textAreaBottom" fmla="*/ 95040 h 94680"/>
              </a:gdLst>
              <a:ahLst/>
              <a:cxnLst/>
              <a:rect l="textAreaLeft" t="textAreaTop" r="textAreaRight" b="textAreaBottom"/>
              <a:pathLst>
                <a:path w="7374" h="4133">
                  <a:moveTo>
                    <a:pt x="1" y="1"/>
                  </a:moveTo>
                  <a:lnTo>
                    <a:pt x="1" y="1"/>
                  </a:lnTo>
                  <a:cubicBezTo>
                    <a:pt x="1210" y="731"/>
                    <a:pt x="2443" y="1416"/>
                    <a:pt x="3675" y="2124"/>
                  </a:cubicBezTo>
                  <a:cubicBezTo>
                    <a:pt x="4908" y="2786"/>
                    <a:pt x="6118" y="3493"/>
                    <a:pt x="7373" y="4132"/>
                  </a:cubicBezTo>
                  <a:cubicBezTo>
                    <a:pt x="6163" y="3402"/>
                    <a:pt x="4931" y="2740"/>
                    <a:pt x="3721" y="2032"/>
                  </a:cubicBezTo>
                  <a:cubicBezTo>
                    <a:pt x="2489" y="1348"/>
                    <a:pt x="1256" y="663"/>
                    <a:pt x="1" y="1"/>
                  </a:cubicBezTo>
                  <a:close/>
                </a:path>
              </a:pathLst>
            </a:custGeom>
            <a:solidFill>
              <a:schemeClr val="lt1"/>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4" name="Google Shape;2561;p83"/>
            <p:cNvSpPr/>
            <p:nvPr/>
          </p:nvSpPr>
          <p:spPr>
            <a:xfrm>
              <a:off x="6603840" y="2940120"/>
              <a:ext cx="168480" cy="94680"/>
            </a:xfrm>
            <a:custGeom>
              <a:avLst/>
              <a:gdLst>
                <a:gd name="textAreaLeft" fmla="*/ 0 w 168480"/>
                <a:gd name="textAreaRight" fmla="*/ 168840 w 168480"/>
                <a:gd name="textAreaTop" fmla="*/ 0 h 94680"/>
                <a:gd name="textAreaBottom" fmla="*/ 95040 h 94680"/>
              </a:gdLst>
              <a:ahLst/>
              <a:cxnLst/>
              <a:rect l="textAreaLeft" t="textAreaTop" r="textAreaRight" b="textAreaBottom"/>
              <a:pathLst>
                <a:path w="7351" h="4133">
                  <a:moveTo>
                    <a:pt x="0" y="1"/>
                  </a:moveTo>
                  <a:cubicBezTo>
                    <a:pt x="1210" y="731"/>
                    <a:pt x="2443" y="1416"/>
                    <a:pt x="3652" y="2124"/>
                  </a:cubicBezTo>
                  <a:cubicBezTo>
                    <a:pt x="4885" y="2786"/>
                    <a:pt x="6118" y="3493"/>
                    <a:pt x="7350" y="4132"/>
                  </a:cubicBezTo>
                  <a:cubicBezTo>
                    <a:pt x="6140" y="3425"/>
                    <a:pt x="4908" y="2740"/>
                    <a:pt x="3698" y="2032"/>
                  </a:cubicBezTo>
                  <a:cubicBezTo>
                    <a:pt x="2466" y="1370"/>
                    <a:pt x="1256" y="663"/>
                    <a:pt x="0" y="1"/>
                  </a:cubicBezTo>
                  <a:close/>
                </a:path>
              </a:pathLst>
            </a:custGeom>
            <a:solidFill>
              <a:schemeClr val="lt1"/>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5" name="Google Shape;2562;p83"/>
            <p:cNvSpPr/>
            <p:nvPr/>
          </p:nvSpPr>
          <p:spPr>
            <a:xfrm>
              <a:off x="6589440" y="2948760"/>
              <a:ext cx="168480" cy="94680"/>
            </a:xfrm>
            <a:custGeom>
              <a:avLst/>
              <a:gdLst>
                <a:gd name="textAreaLeft" fmla="*/ 0 w 168480"/>
                <a:gd name="textAreaRight" fmla="*/ 168840 w 168480"/>
                <a:gd name="textAreaTop" fmla="*/ 0 h 94680"/>
                <a:gd name="textAreaBottom" fmla="*/ 95040 h 94680"/>
              </a:gdLst>
              <a:ahLst/>
              <a:cxnLst/>
              <a:rect l="textAreaLeft" t="textAreaTop" r="textAreaRight" b="textAreaBottom"/>
              <a:pathLst>
                <a:path w="7350" h="4132">
                  <a:moveTo>
                    <a:pt x="0" y="0"/>
                  </a:moveTo>
                  <a:cubicBezTo>
                    <a:pt x="1210" y="730"/>
                    <a:pt x="2442" y="1392"/>
                    <a:pt x="3652" y="2100"/>
                  </a:cubicBezTo>
                  <a:cubicBezTo>
                    <a:pt x="4885" y="2785"/>
                    <a:pt x="6117" y="3470"/>
                    <a:pt x="7350" y="4131"/>
                  </a:cubicBezTo>
                  <a:cubicBezTo>
                    <a:pt x="6163" y="3401"/>
                    <a:pt x="4930" y="2716"/>
                    <a:pt x="3698" y="2032"/>
                  </a:cubicBezTo>
                  <a:cubicBezTo>
                    <a:pt x="2465" y="1347"/>
                    <a:pt x="1256" y="639"/>
                    <a:pt x="0" y="0"/>
                  </a:cubicBezTo>
                  <a:close/>
                </a:path>
              </a:pathLst>
            </a:custGeom>
            <a:solidFill>
              <a:schemeClr val="lt1"/>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6" name="Google Shape;2563;p83"/>
            <p:cNvSpPr/>
            <p:nvPr/>
          </p:nvSpPr>
          <p:spPr>
            <a:xfrm>
              <a:off x="6575040" y="2955240"/>
              <a:ext cx="168480" cy="94680"/>
            </a:xfrm>
            <a:custGeom>
              <a:avLst/>
              <a:gdLst>
                <a:gd name="textAreaLeft" fmla="*/ 0 w 168480"/>
                <a:gd name="textAreaRight" fmla="*/ 168840 w 168480"/>
                <a:gd name="textAreaTop" fmla="*/ 0 h 94680"/>
                <a:gd name="textAreaBottom" fmla="*/ 95040 h 94680"/>
              </a:gdLst>
              <a:ahLst/>
              <a:cxnLst/>
              <a:rect l="textAreaLeft" t="textAreaTop" r="textAreaRight" b="textAreaBottom"/>
              <a:pathLst>
                <a:path w="7350" h="4133">
                  <a:moveTo>
                    <a:pt x="0" y="1"/>
                  </a:moveTo>
                  <a:cubicBezTo>
                    <a:pt x="1210" y="708"/>
                    <a:pt x="2442" y="1393"/>
                    <a:pt x="3652" y="2101"/>
                  </a:cubicBezTo>
                  <a:cubicBezTo>
                    <a:pt x="4885" y="2785"/>
                    <a:pt x="6094" y="3470"/>
                    <a:pt x="7350" y="4132"/>
                  </a:cubicBezTo>
                  <a:cubicBezTo>
                    <a:pt x="6140" y="3402"/>
                    <a:pt x="4907" y="2717"/>
                    <a:pt x="3698" y="2009"/>
                  </a:cubicBezTo>
                  <a:cubicBezTo>
                    <a:pt x="2465" y="1348"/>
                    <a:pt x="1233" y="640"/>
                    <a:pt x="0" y="1"/>
                  </a:cubicBezTo>
                  <a:close/>
                </a:path>
              </a:pathLst>
            </a:custGeom>
            <a:solidFill>
              <a:schemeClr val="lt1"/>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7" name="Google Shape;2564;p83"/>
            <p:cNvSpPr/>
            <p:nvPr/>
          </p:nvSpPr>
          <p:spPr>
            <a:xfrm>
              <a:off x="6536520" y="2980080"/>
              <a:ext cx="168480" cy="94680"/>
            </a:xfrm>
            <a:custGeom>
              <a:avLst/>
              <a:gdLst>
                <a:gd name="textAreaLeft" fmla="*/ 0 w 168480"/>
                <a:gd name="textAreaRight" fmla="*/ 168840 w 168480"/>
                <a:gd name="textAreaTop" fmla="*/ 0 h 94680"/>
                <a:gd name="textAreaBottom" fmla="*/ 95040 h 94680"/>
              </a:gdLst>
              <a:ahLst/>
              <a:cxnLst/>
              <a:rect l="textAreaLeft" t="textAreaTop" r="textAreaRight" b="textAreaBottom"/>
              <a:pathLst>
                <a:path w="7351" h="4132">
                  <a:moveTo>
                    <a:pt x="1" y="1"/>
                  </a:moveTo>
                  <a:cubicBezTo>
                    <a:pt x="1211" y="731"/>
                    <a:pt x="2420" y="1393"/>
                    <a:pt x="3653" y="2101"/>
                  </a:cubicBezTo>
                  <a:cubicBezTo>
                    <a:pt x="4885" y="2785"/>
                    <a:pt x="6095" y="3470"/>
                    <a:pt x="7351" y="4132"/>
                  </a:cubicBezTo>
                  <a:cubicBezTo>
                    <a:pt x="6141" y="3402"/>
                    <a:pt x="4908" y="2717"/>
                    <a:pt x="3698" y="2032"/>
                  </a:cubicBezTo>
                  <a:cubicBezTo>
                    <a:pt x="2466" y="1347"/>
                    <a:pt x="1233" y="663"/>
                    <a:pt x="1" y="1"/>
                  </a:cubicBezTo>
                  <a:close/>
                </a:path>
              </a:pathLst>
            </a:custGeom>
            <a:solidFill>
              <a:schemeClr val="lt1"/>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8" name="Google Shape;2565;p83"/>
            <p:cNvSpPr/>
            <p:nvPr/>
          </p:nvSpPr>
          <p:spPr>
            <a:xfrm>
              <a:off x="6563880" y="2963880"/>
              <a:ext cx="168480" cy="94680"/>
            </a:xfrm>
            <a:custGeom>
              <a:avLst/>
              <a:gdLst>
                <a:gd name="textAreaLeft" fmla="*/ 0 w 168480"/>
                <a:gd name="textAreaRight" fmla="*/ 168840 w 168480"/>
                <a:gd name="textAreaTop" fmla="*/ 0 h 94680"/>
                <a:gd name="textAreaBottom" fmla="*/ 95040 h 94680"/>
              </a:gdLst>
              <a:ahLst/>
              <a:cxnLst/>
              <a:rect l="textAreaLeft" t="textAreaTop" r="textAreaRight" b="textAreaBottom"/>
              <a:pathLst>
                <a:path w="7351" h="4132">
                  <a:moveTo>
                    <a:pt x="1" y="0"/>
                  </a:moveTo>
                  <a:lnTo>
                    <a:pt x="1" y="0"/>
                  </a:lnTo>
                  <a:cubicBezTo>
                    <a:pt x="1210" y="708"/>
                    <a:pt x="2443" y="1392"/>
                    <a:pt x="3653" y="2100"/>
                  </a:cubicBezTo>
                  <a:cubicBezTo>
                    <a:pt x="4885" y="2762"/>
                    <a:pt x="6118" y="3469"/>
                    <a:pt x="7350" y="4131"/>
                  </a:cubicBezTo>
                  <a:cubicBezTo>
                    <a:pt x="6164" y="3401"/>
                    <a:pt x="4931" y="2716"/>
                    <a:pt x="3698" y="2009"/>
                  </a:cubicBezTo>
                  <a:cubicBezTo>
                    <a:pt x="2466" y="1347"/>
                    <a:pt x="1256" y="639"/>
                    <a:pt x="1" y="0"/>
                  </a:cubicBezTo>
                  <a:close/>
                </a:path>
              </a:pathLst>
            </a:custGeom>
            <a:solidFill>
              <a:schemeClr val="lt1"/>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9" name="Google Shape;2566;p83"/>
            <p:cNvSpPr/>
            <p:nvPr/>
          </p:nvSpPr>
          <p:spPr>
            <a:xfrm>
              <a:off x="6549840" y="2972160"/>
              <a:ext cx="168480" cy="94680"/>
            </a:xfrm>
            <a:custGeom>
              <a:avLst/>
              <a:gdLst>
                <a:gd name="textAreaLeft" fmla="*/ 0 w 168480"/>
                <a:gd name="textAreaRight" fmla="*/ 168840 w 168480"/>
                <a:gd name="textAreaTop" fmla="*/ 0 h 94680"/>
                <a:gd name="textAreaBottom" fmla="*/ 95040 h 94680"/>
              </a:gdLst>
              <a:ahLst/>
              <a:cxnLst/>
              <a:rect l="textAreaLeft" t="textAreaTop" r="textAreaRight" b="textAreaBottom"/>
              <a:pathLst>
                <a:path w="7351" h="4132">
                  <a:moveTo>
                    <a:pt x="0" y="0"/>
                  </a:moveTo>
                  <a:cubicBezTo>
                    <a:pt x="1210" y="731"/>
                    <a:pt x="2443" y="1415"/>
                    <a:pt x="3652" y="2100"/>
                  </a:cubicBezTo>
                  <a:cubicBezTo>
                    <a:pt x="4885" y="2785"/>
                    <a:pt x="6118" y="3470"/>
                    <a:pt x="7350" y="4132"/>
                  </a:cubicBezTo>
                  <a:cubicBezTo>
                    <a:pt x="6140" y="3401"/>
                    <a:pt x="4908" y="2739"/>
                    <a:pt x="3698" y="2032"/>
                  </a:cubicBezTo>
                  <a:cubicBezTo>
                    <a:pt x="2466" y="1347"/>
                    <a:pt x="1256" y="662"/>
                    <a:pt x="0" y="0"/>
                  </a:cubicBezTo>
                  <a:close/>
                </a:path>
              </a:pathLst>
            </a:custGeom>
            <a:solidFill>
              <a:schemeClr val="lt1"/>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0" name="Google Shape;2567;p83"/>
            <p:cNvSpPr/>
            <p:nvPr/>
          </p:nvSpPr>
          <p:spPr>
            <a:xfrm>
              <a:off x="6521400" y="2988360"/>
              <a:ext cx="168480" cy="94680"/>
            </a:xfrm>
            <a:custGeom>
              <a:avLst/>
              <a:gdLst>
                <a:gd name="textAreaLeft" fmla="*/ 0 w 168480"/>
                <a:gd name="textAreaRight" fmla="*/ 168840 w 168480"/>
                <a:gd name="textAreaTop" fmla="*/ 0 h 94680"/>
                <a:gd name="textAreaBottom" fmla="*/ 95040 h 94680"/>
              </a:gdLst>
              <a:ahLst/>
              <a:cxnLst/>
              <a:rect l="textAreaLeft" t="textAreaTop" r="textAreaRight" b="textAreaBottom"/>
              <a:pathLst>
                <a:path w="7351" h="4133">
                  <a:moveTo>
                    <a:pt x="1" y="1"/>
                  </a:moveTo>
                  <a:cubicBezTo>
                    <a:pt x="1211" y="731"/>
                    <a:pt x="2443" y="1393"/>
                    <a:pt x="3653" y="2101"/>
                  </a:cubicBezTo>
                  <a:cubicBezTo>
                    <a:pt x="4885" y="2785"/>
                    <a:pt x="6118" y="3470"/>
                    <a:pt x="7351" y="4132"/>
                  </a:cubicBezTo>
                  <a:cubicBezTo>
                    <a:pt x="6164" y="3402"/>
                    <a:pt x="4931" y="2717"/>
                    <a:pt x="3699" y="2032"/>
                  </a:cubicBezTo>
                  <a:cubicBezTo>
                    <a:pt x="2466" y="1347"/>
                    <a:pt x="1256" y="663"/>
                    <a:pt x="1" y="1"/>
                  </a:cubicBezTo>
                  <a:close/>
                </a:path>
              </a:pathLst>
            </a:custGeom>
            <a:solidFill>
              <a:schemeClr val="lt1"/>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1" name="Google Shape;2568;p83"/>
            <p:cNvSpPr/>
            <p:nvPr/>
          </p:nvSpPr>
          <p:spPr>
            <a:xfrm>
              <a:off x="6343560" y="3297600"/>
              <a:ext cx="522360" cy="302400"/>
            </a:xfrm>
            <a:custGeom>
              <a:avLst/>
              <a:gdLst>
                <a:gd name="textAreaLeft" fmla="*/ 0 w 522360"/>
                <a:gd name="textAreaRight" fmla="*/ 522720 w 522360"/>
                <a:gd name="textAreaTop" fmla="*/ 0 h 302400"/>
                <a:gd name="textAreaBottom" fmla="*/ 302760 h 302400"/>
              </a:gdLst>
              <a:ahLst/>
              <a:cxnLst/>
              <a:rect l="textAreaLeft" t="textAreaTop" r="textAreaRight" b="textAreaBottom"/>
              <a:pathLst>
                <a:path w="22735" h="13172">
                  <a:moveTo>
                    <a:pt x="14197" y="1"/>
                  </a:moveTo>
                  <a:lnTo>
                    <a:pt x="0" y="8081"/>
                  </a:lnTo>
                  <a:lnTo>
                    <a:pt x="8628" y="13171"/>
                  </a:lnTo>
                  <a:lnTo>
                    <a:pt x="22734" y="4817"/>
                  </a:lnTo>
                  <a:lnTo>
                    <a:pt x="14197" y="1"/>
                  </a:lnTo>
                  <a:close/>
                </a:path>
              </a:pathLst>
            </a:custGeom>
            <a:solidFill>
              <a:srgbClr val="383a3a"/>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2" name="Google Shape;2569;p83"/>
            <p:cNvSpPr/>
            <p:nvPr/>
          </p:nvSpPr>
          <p:spPr>
            <a:xfrm>
              <a:off x="6343560" y="3063960"/>
              <a:ext cx="326160" cy="419040"/>
            </a:xfrm>
            <a:custGeom>
              <a:avLst/>
              <a:gdLst>
                <a:gd name="textAreaLeft" fmla="*/ 0 w 326160"/>
                <a:gd name="textAreaRight" fmla="*/ 326520 w 326160"/>
                <a:gd name="textAreaTop" fmla="*/ 0 h 419040"/>
                <a:gd name="textAreaBottom" fmla="*/ 419400 h 419040"/>
              </a:gdLst>
              <a:ahLst/>
              <a:cxnLst/>
              <a:rect l="textAreaLeft" t="textAreaTop" r="textAreaRight" b="textAreaBottom"/>
              <a:pathLst>
                <a:path w="14198" h="18239">
                  <a:moveTo>
                    <a:pt x="14083" y="1"/>
                  </a:moveTo>
                  <a:lnTo>
                    <a:pt x="0" y="8286"/>
                  </a:lnTo>
                  <a:lnTo>
                    <a:pt x="0" y="18238"/>
                  </a:lnTo>
                  <a:lnTo>
                    <a:pt x="14197" y="10158"/>
                  </a:lnTo>
                  <a:lnTo>
                    <a:pt x="14083" y="1"/>
                  </a:lnTo>
                  <a:close/>
                </a:path>
              </a:pathLst>
            </a:custGeom>
            <a:solidFill>
              <a:srgbClr val="383a3a"/>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3" name="Google Shape;2570;p83"/>
            <p:cNvSpPr/>
            <p:nvPr/>
          </p:nvSpPr>
          <p:spPr>
            <a:xfrm>
              <a:off x="6364080" y="3097440"/>
              <a:ext cx="285120" cy="359640"/>
            </a:xfrm>
            <a:custGeom>
              <a:avLst/>
              <a:gdLst>
                <a:gd name="textAreaLeft" fmla="*/ 0 w 285120"/>
                <a:gd name="textAreaRight" fmla="*/ 285480 w 285120"/>
                <a:gd name="textAreaTop" fmla="*/ 0 h 359640"/>
                <a:gd name="textAreaBottom" fmla="*/ 360000 h 359640"/>
              </a:gdLst>
              <a:ahLst/>
              <a:cxnLst/>
              <a:rect l="textAreaLeft" t="textAreaTop" r="textAreaRight" b="textAreaBottom"/>
              <a:pathLst>
                <a:path w="12418" h="15659">
                  <a:moveTo>
                    <a:pt x="12326" y="0"/>
                  </a:moveTo>
                  <a:lnTo>
                    <a:pt x="0" y="7213"/>
                  </a:lnTo>
                  <a:lnTo>
                    <a:pt x="0" y="15659"/>
                  </a:lnTo>
                  <a:lnTo>
                    <a:pt x="12417" y="8560"/>
                  </a:lnTo>
                  <a:lnTo>
                    <a:pt x="12326"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4" name="Google Shape;2571;p83"/>
            <p:cNvSpPr/>
            <p:nvPr/>
          </p:nvSpPr>
          <p:spPr>
            <a:xfrm>
              <a:off x="6364080" y="3263400"/>
              <a:ext cx="285120" cy="193680"/>
            </a:xfrm>
            <a:custGeom>
              <a:avLst/>
              <a:gdLst>
                <a:gd name="textAreaLeft" fmla="*/ 0 w 285120"/>
                <a:gd name="textAreaRight" fmla="*/ 285480 w 285120"/>
                <a:gd name="textAreaTop" fmla="*/ 0 h 193680"/>
                <a:gd name="textAreaBottom" fmla="*/ 194040 h 193680"/>
              </a:gdLst>
              <a:ahLst/>
              <a:cxnLst/>
              <a:rect l="textAreaLeft" t="textAreaTop" r="textAreaRight" b="textAreaBottom"/>
              <a:pathLst>
                <a:path w="12418" h="8446">
                  <a:moveTo>
                    <a:pt x="0" y="0"/>
                  </a:moveTo>
                  <a:lnTo>
                    <a:pt x="0" y="8446"/>
                  </a:lnTo>
                  <a:lnTo>
                    <a:pt x="12417" y="1347"/>
                  </a:lnTo>
                  <a:lnTo>
                    <a:pt x="0" y="0"/>
                  </a:lnTo>
                  <a:close/>
                </a:path>
              </a:pathLst>
            </a:custGeom>
            <a:solidFill>
              <a:srgbClr val="d5d9d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5" name="Google Shape;2572;p83"/>
            <p:cNvSpPr/>
            <p:nvPr/>
          </p:nvSpPr>
          <p:spPr>
            <a:xfrm>
              <a:off x="6541920" y="3408120"/>
              <a:ext cx="324000" cy="201240"/>
            </a:xfrm>
            <a:custGeom>
              <a:avLst/>
              <a:gdLst>
                <a:gd name="textAreaLeft" fmla="*/ 0 w 324000"/>
                <a:gd name="textAreaRight" fmla="*/ 324360 w 324000"/>
                <a:gd name="textAreaTop" fmla="*/ 0 h 201240"/>
                <a:gd name="textAreaBottom" fmla="*/ 201600 h 201240"/>
              </a:gdLst>
              <a:ahLst/>
              <a:cxnLst/>
              <a:rect l="textAreaLeft" t="textAreaTop" r="textAreaRight" b="textAreaBottom"/>
              <a:pathLst>
                <a:path w="14107" h="8765">
                  <a:moveTo>
                    <a:pt x="14106" y="0"/>
                  </a:moveTo>
                  <a:lnTo>
                    <a:pt x="0" y="8354"/>
                  </a:lnTo>
                  <a:lnTo>
                    <a:pt x="0" y="8765"/>
                  </a:lnTo>
                  <a:lnTo>
                    <a:pt x="14106" y="411"/>
                  </a:lnTo>
                  <a:lnTo>
                    <a:pt x="14106" y="0"/>
                  </a:lnTo>
                  <a:close/>
                </a:path>
              </a:pathLst>
            </a:custGeom>
            <a:solidFill>
              <a:srgbClr val="27282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6" name="Google Shape;2573;p83"/>
            <p:cNvSpPr/>
            <p:nvPr/>
          </p:nvSpPr>
          <p:spPr>
            <a:xfrm>
              <a:off x="6343560" y="3483360"/>
              <a:ext cx="198000" cy="126000"/>
            </a:xfrm>
            <a:custGeom>
              <a:avLst/>
              <a:gdLst>
                <a:gd name="textAreaLeft" fmla="*/ 0 w 198000"/>
                <a:gd name="textAreaRight" fmla="*/ 198360 w 198000"/>
                <a:gd name="textAreaTop" fmla="*/ 0 h 126000"/>
                <a:gd name="textAreaBottom" fmla="*/ 126360 h 126000"/>
              </a:gdLst>
              <a:ahLst/>
              <a:cxnLst/>
              <a:rect l="textAreaLeft" t="textAreaTop" r="textAreaRight" b="textAreaBottom"/>
              <a:pathLst>
                <a:path w="8629" h="5501">
                  <a:moveTo>
                    <a:pt x="0" y="0"/>
                  </a:moveTo>
                  <a:lnTo>
                    <a:pt x="0" y="411"/>
                  </a:lnTo>
                  <a:lnTo>
                    <a:pt x="8628" y="5501"/>
                  </a:lnTo>
                  <a:lnTo>
                    <a:pt x="8628" y="5090"/>
                  </a:lnTo>
                  <a:lnTo>
                    <a:pt x="0" y="0"/>
                  </a:lnTo>
                  <a:close/>
                </a:path>
              </a:pathLst>
            </a:custGeom>
            <a:solidFill>
              <a:srgbClr val="272828"/>
            </a:solidFill>
            <a:ln w="0">
              <a:noFill/>
            </a:ln>
          </p:spPr>
          <p:style>
            <a:lnRef idx="0"/>
            <a:fillRef idx="0"/>
            <a:effectRef idx="0"/>
            <a:fontRef idx="minor"/>
          </p:style>
          <p:txBody>
            <a:bodyPr tIns="63000" bIns="63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7" name="Google Shape;2574;p83"/>
            <p:cNvSpPr/>
            <p:nvPr/>
          </p:nvSpPr>
          <p:spPr>
            <a:xfrm>
              <a:off x="6338880" y="3059640"/>
              <a:ext cx="327960" cy="194400"/>
            </a:xfrm>
            <a:custGeom>
              <a:avLst/>
              <a:gdLst>
                <a:gd name="textAreaLeft" fmla="*/ 0 w 327960"/>
                <a:gd name="textAreaRight" fmla="*/ 328320 w 327960"/>
                <a:gd name="textAreaTop" fmla="*/ 0 h 194400"/>
                <a:gd name="textAreaBottom" fmla="*/ 194760 h 194400"/>
              </a:gdLst>
              <a:ahLst/>
              <a:cxnLst/>
              <a:rect l="textAreaLeft" t="textAreaTop" r="textAreaRight" b="textAreaBottom"/>
              <a:pathLst>
                <a:path w="14290" h="8469">
                  <a:moveTo>
                    <a:pt x="14061" y="0"/>
                  </a:moveTo>
                  <a:lnTo>
                    <a:pt x="1" y="8286"/>
                  </a:lnTo>
                  <a:lnTo>
                    <a:pt x="206" y="8468"/>
                  </a:lnTo>
                  <a:lnTo>
                    <a:pt x="14289" y="183"/>
                  </a:lnTo>
                  <a:lnTo>
                    <a:pt x="14061" y="0"/>
                  </a:lnTo>
                  <a:close/>
                </a:path>
              </a:pathLst>
            </a:custGeom>
            <a:solidFill>
              <a:srgbClr val="4b4c4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8" name="Google Shape;2575;p83"/>
            <p:cNvSpPr/>
            <p:nvPr/>
          </p:nvSpPr>
          <p:spPr>
            <a:xfrm>
              <a:off x="6337800" y="3250080"/>
              <a:ext cx="5400" cy="241920"/>
            </a:xfrm>
            <a:custGeom>
              <a:avLst/>
              <a:gdLst>
                <a:gd name="textAreaLeft" fmla="*/ 0 w 5400"/>
                <a:gd name="textAreaRight" fmla="*/ 5760 w 5400"/>
                <a:gd name="textAreaTop" fmla="*/ 0 h 241920"/>
                <a:gd name="textAreaBottom" fmla="*/ 242280 h 241920"/>
              </a:gdLst>
              <a:ahLst/>
              <a:cxnLst/>
              <a:rect l="textAreaLeft" t="textAreaTop" r="textAreaRight" b="textAreaBottom"/>
              <a:pathLst>
                <a:path w="253" h="10546">
                  <a:moveTo>
                    <a:pt x="47" y="1"/>
                  </a:moveTo>
                  <a:lnTo>
                    <a:pt x="1" y="10318"/>
                  </a:lnTo>
                  <a:lnTo>
                    <a:pt x="252" y="10546"/>
                  </a:lnTo>
                  <a:lnTo>
                    <a:pt x="252" y="183"/>
                  </a:lnTo>
                  <a:lnTo>
                    <a:pt x="47" y="1"/>
                  </a:lnTo>
                  <a:close/>
                </a:path>
              </a:pathLst>
            </a:custGeom>
            <a:solidFill>
              <a:srgbClr val="27282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9" name="Google Shape;2576;p83"/>
            <p:cNvSpPr/>
            <p:nvPr/>
          </p:nvSpPr>
          <p:spPr>
            <a:xfrm>
              <a:off x="6355080" y="3301560"/>
              <a:ext cx="306000" cy="174960"/>
            </a:xfrm>
            <a:custGeom>
              <a:avLst/>
              <a:gdLst>
                <a:gd name="textAreaLeft" fmla="*/ 0 w 306000"/>
                <a:gd name="textAreaRight" fmla="*/ 306360 w 306000"/>
                <a:gd name="textAreaTop" fmla="*/ 0 h 174960"/>
                <a:gd name="textAreaBottom" fmla="*/ 175320 h 174960"/>
              </a:gdLst>
              <a:ahLst/>
              <a:cxnLst/>
              <a:rect l="textAreaLeft" t="textAreaTop" r="textAreaRight" b="textAreaBottom"/>
              <a:pathLst>
                <a:path w="13331" h="7625">
                  <a:moveTo>
                    <a:pt x="13330" y="0"/>
                  </a:moveTo>
                  <a:lnTo>
                    <a:pt x="13330" y="0"/>
                  </a:lnTo>
                  <a:cubicBezTo>
                    <a:pt x="12212" y="617"/>
                    <a:pt x="11093" y="1233"/>
                    <a:pt x="9975" y="1849"/>
                  </a:cubicBezTo>
                  <a:lnTo>
                    <a:pt x="6620" y="3744"/>
                  </a:lnTo>
                  <a:lnTo>
                    <a:pt x="3310" y="5661"/>
                  </a:lnTo>
                  <a:cubicBezTo>
                    <a:pt x="2191" y="6300"/>
                    <a:pt x="1096" y="6962"/>
                    <a:pt x="0" y="7624"/>
                  </a:cubicBezTo>
                  <a:cubicBezTo>
                    <a:pt x="1141" y="7008"/>
                    <a:pt x="2260" y="6392"/>
                    <a:pt x="3378" y="5775"/>
                  </a:cubicBezTo>
                  <a:lnTo>
                    <a:pt x="6711" y="3881"/>
                  </a:lnTo>
                  <a:lnTo>
                    <a:pt x="10043" y="1963"/>
                  </a:lnTo>
                  <a:cubicBezTo>
                    <a:pt x="11139" y="1324"/>
                    <a:pt x="12235" y="662"/>
                    <a:pt x="13330" y="0"/>
                  </a:cubicBezTo>
                  <a:close/>
                </a:path>
              </a:pathLst>
            </a:custGeom>
            <a:solidFill>
              <a:srgbClr val="272828"/>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0" name="Google Shape;2577;p83"/>
            <p:cNvSpPr/>
            <p:nvPr/>
          </p:nvSpPr>
          <p:spPr>
            <a:xfrm>
              <a:off x="6505560" y="3161160"/>
              <a:ext cx="7920" cy="10800"/>
            </a:xfrm>
            <a:custGeom>
              <a:avLst/>
              <a:gdLst>
                <a:gd name="textAreaLeft" fmla="*/ 0 w 7920"/>
                <a:gd name="textAreaRight" fmla="*/ 8280 w 7920"/>
                <a:gd name="textAreaTop" fmla="*/ 0 h 10800"/>
                <a:gd name="textAreaBottom" fmla="*/ 11160 h 10800"/>
              </a:gdLst>
              <a:ahLst/>
              <a:cxnLst/>
              <a:rect l="textAreaLeft" t="textAreaTop" r="textAreaRight" b="textAreaBottom"/>
              <a:pathLst>
                <a:path w="366" h="480">
                  <a:moveTo>
                    <a:pt x="183" y="0"/>
                  </a:moveTo>
                  <a:cubicBezTo>
                    <a:pt x="69" y="0"/>
                    <a:pt x="0" y="114"/>
                    <a:pt x="0" y="229"/>
                  </a:cubicBezTo>
                  <a:cubicBezTo>
                    <a:pt x="0" y="366"/>
                    <a:pt x="69" y="480"/>
                    <a:pt x="183" y="480"/>
                  </a:cubicBezTo>
                  <a:cubicBezTo>
                    <a:pt x="274" y="480"/>
                    <a:pt x="365" y="366"/>
                    <a:pt x="365" y="229"/>
                  </a:cubicBezTo>
                  <a:cubicBezTo>
                    <a:pt x="365" y="114"/>
                    <a:pt x="274" y="0"/>
                    <a:pt x="183" y="0"/>
                  </a:cubicBezTo>
                  <a:close/>
                </a:path>
              </a:pathLst>
            </a:custGeom>
            <a:solidFill>
              <a:srgbClr val="4b4c4c"/>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1" name="Google Shape;2578;p83"/>
            <p:cNvSpPr/>
            <p:nvPr/>
          </p:nvSpPr>
          <p:spPr>
            <a:xfrm>
              <a:off x="6384960" y="3321000"/>
              <a:ext cx="439920" cy="255240"/>
            </a:xfrm>
            <a:custGeom>
              <a:avLst/>
              <a:gdLst>
                <a:gd name="textAreaLeft" fmla="*/ 0 w 439920"/>
                <a:gd name="textAreaRight" fmla="*/ 440280 w 439920"/>
                <a:gd name="textAreaTop" fmla="*/ 0 h 255240"/>
                <a:gd name="textAreaBottom" fmla="*/ 255600 h 255240"/>
              </a:gdLst>
              <a:ahLst/>
              <a:cxnLst/>
              <a:rect l="textAreaLeft" t="textAreaTop" r="textAreaRight" b="textAreaBottom"/>
              <a:pathLst>
                <a:path w="19151" h="11116">
                  <a:moveTo>
                    <a:pt x="11938" y="0"/>
                  </a:moveTo>
                  <a:lnTo>
                    <a:pt x="0" y="6825"/>
                  </a:lnTo>
                  <a:lnTo>
                    <a:pt x="7259" y="11116"/>
                  </a:lnTo>
                  <a:lnTo>
                    <a:pt x="19151" y="4063"/>
                  </a:lnTo>
                  <a:lnTo>
                    <a:pt x="11938" y="0"/>
                  </a:lnTo>
                  <a:close/>
                </a:path>
              </a:pathLst>
            </a:custGeom>
            <a:solidFill>
              <a:srgbClr val="4b4c4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2" name="Google Shape;2579;p83"/>
            <p:cNvSpPr/>
            <p:nvPr/>
          </p:nvSpPr>
          <p:spPr>
            <a:xfrm>
              <a:off x="6396120" y="3328560"/>
              <a:ext cx="420480" cy="236880"/>
            </a:xfrm>
            <a:custGeom>
              <a:avLst/>
              <a:gdLst>
                <a:gd name="textAreaLeft" fmla="*/ 0 w 420480"/>
                <a:gd name="textAreaRight" fmla="*/ 420840 w 420480"/>
                <a:gd name="textAreaTop" fmla="*/ 0 h 236880"/>
                <a:gd name="textAreaBottom" fmla="*/ 237240 h 236880"/>
              </a:gdLst>
              <a:ahLst/>
              <a:cxnLst/>
              <a:rect l="textAreaLeft" t="textAreaTop" r="textAreaRight" b="textAreaBottom"/>
              <a:pathLst>
                <a:path w="18307" h="10318">
                  <a:moveTo>
                    <a:pt x="11550" y="434"/>
                  </a:moveTo>
                  <a:cubicBezTo>
                    <a:pt x="11778" y="571"/>
                    <a:pt x="12030" y="708"/>
                    <a:pt x="12258" y="845"/>
                  </a:cubicBezTo>
                  <a:cubicBezTo>
                    <a:pt x="12075" y="959"/>
                    <a:pt x="11893" y="1051"/>
                    <a:pt x="11710" y="1142"/>
                  </a:cubicBezTo>
                  <a:cubicBezTo>
                    <a:pt x="11459" y="1028"/>
                    <a:pt x="11231" y="891"/>
                    <a:pt x="10980" y="777"/>
                  </a:cubicBezTo>
                  <a:cubicBezTo>
                    <a:pt x="11162" y="663"/>
                    <a:pt x="11368" y="548"/>
                    <a:pt x="11550" y="434"/>
                  </a:cubicBezTo>
                  <a:close/>
                  <a:moveTo>
                    <a:pt x="10957" y="777"/>
                  </a:moveTo>
                  <a:cubicBezTo>
                    <a:pt x="11185" y="914"/>
                    <a:pt x="11413" y="1051"/>
                    <a:pt x="11642" y="1187"/>
                  </a:cubicBezTo>
                  <a:cubicBezTo>
                    <a:pt x="11459" y="1279"/>
                    <a:pt x="11276" y="1393"/>
                    <a:pt x="11094" y="1484"/>
                  </a:cubicBezTo>
                  <a:cubicBezTo>
                    <a:pt x="10843" y="1370"/>
                    <a:pt x="10614" y="1233"/>
                    <a:pt x="10386" y="1119"/>
                  </a:cubicBezTo>
                  <a:cubicBezTo>
                    <a:pt x="10569" y="1005"/>
                    <a:pt x="10774" y="891"/>
                    <a:pt x="10957" y="777"/>
                  </a:cubicBezTo>
                  <a:close/>
                  <a:moveTo>
                    <a:pt x="12258" y="868"/>
                  </a:moveTo>
                  <a:cubicBezTo>
                    <a:pt x="12372" y="914"/>
                    <a:pt x="12486" y="982"/>
                    <a:pt x="12600" y="1051"/>
                  </a:cubicBezTo>
                  <a:lnTo>
                    <a:pt x="12897" y="1233"/>
                  </a:lnTo>
                  <a:cubicBezTo>
                    <a:pt x="12737" y="1324"/>
                    <a:pt x="12555" y="1416"/>
                    <a:pt x="12372" y="1530"/>
                  </a:cubicBezTo>
                  <a:lnTo>
                    <a:pt x="12212" y="1416"/>
                  </a:lnTo>
                  <a:cubicBezTo>
                    <a:pt x="12052" y="1347"/>
                    <a:pt x="11893" y="1256"/>
                    <a:pt x="11733" y="1165"/>
                  </a:cubicBezTo>
                  <a:cubicBezTo>
                    <a:pt x="11915" y="1073"/>
                    <a:pt x="12098" y="959"/>
                    <a:pt x="12258" y="868"/>
                  </a:cubicBezTo>
                  <a:close/>
                  <a:moveTo>
                    <a:pt x="14198" y="1256"/>
                  </a:moveTo>
                  <a:cubicBezTo>
                    <a:pt x="14015" y="1347"/>
                    <a:pt x="13833" y="1439"/>
                    <a:pt x="13673" y="1553"/>
                  </a:cubicBezTo>
                  <a:cubicBezTo>
                    <a:pt x="13856" y="1461"/>
                    <a:pt x="14038" y="1347"/>
                    <a:pt x="14198" y="1256"/>
                  </a:cubicBezTo>
                  <a:close/>
                  <a:moveTo>
                    <a:pt x="10363" y="1142"/>
                  </a:moveTo>
                  <a:cubicBezTo>
                    <a:pt x="10569" y="1279"/>
                    <a:pt x="10797" y="1393"/>
                    <a:pt x="11025" y="1530"/>
                  </a:cubicBezTo>
                  <a:cubicBezTo>
                    <a:pt x="10843" y="1621"/>
                    <a:pt x="10660" y="1735"/>
                    <a:pt x="10477" y="1827"/>
                  </a:cubicBezTo>
                  <a:cubicBezTo>
                    <a:pt x="10249" y="1712"/>
                    <a:pt x="10021" y="1598"/>
                    <a:pt x="9793" y="1461"/>
                  </a:cubicBezTo>
                  <a:cubicBezTo>
                    <a:pt x="9975" y="1347"/>
                    <a:pt x="10158" y="1256"/>
                    <a:pt x="10363" y="1142"/>
                  </a:cubicBezTo>
                  <a:close/>
                  <a:moveTo>
                    <a:pt x="11664" y="1210"/>
                  </a:moveTo>
                  <a:cubicBezTo>
                    <a:pt x="11847" y="1302"/>
                    <a:pt x="12007" y="1393"/>
                    <a:pt x="12166" y="1507"/>
                  </a:cubicBezTo>
                  <a:lnTo>
                    <a:pt x="12281" y="1576"/>
                  </a:lnTo>
                  <a:cubicBezTo>
                    <a:pt x="12121" y="1667"/>
                    <a:pt x="11938" y="1758"/>
                    <a:pt x="11756" y="1849"/>
                  </a:cubicBezTo>
                  <a:lnTo>
                    <a:pt x="11573" y="1758"/>
                  </a:lnTo>
                  <a:cubicBezTo>
                    <a:pt x="11413" y="1667"/>
                    <a:pt x="11276" y="1598"/>
                    <a:pt x="11139" y="1530"/>
                  </a:cubicBezTo>
                  <a:cubicBezTo>
                    <a:pt x="11322" y="1416"/>
                    <a:pt x="11482" y="1302"/>
                    <a:pt x="11664" y="1210"/>
                  </a:cubicBezTo>
                  <a:close/>
                  <a:moveTo>
                    <a:pt x="12920" y="1233"/>
                  </a:moveTo>
                  <a:lnTo>
                    <a:pt x="13559" y="1598"/>
                  </a:lnTo>
                  <a:cubicBezTo>
                    <a:pt x="13399" y="1690"/>
                    <a:pt x="13216" y="1804"/>
                    <a:pt x="13057" y="1895"/>
                  </a:cubicBezTo>
                  <a:lnTo>
                    <a:pt x="12418" y="1530"/>
                  </a:lnTo>
                  <a:cubicBezTo>
                    <a:pt x="12577" y="1439"/>
                    <a:pt x="12760" y="1347"/>
                    <a:pt x="12920" y="1233"/>
                  </a:cubicBezTo>
                  <a:close/>
                  <a:moveTo>
                    <a:pt x="9747" y="1484"/>
                  </a:moveTo>
                  <a:cubicBezTo>
                    <a:pt x="9975" y="1621"/>
                    <a:pt x="10181" y="1735"/>
                    <a:pt x="10409" y="1872"/>
                  </a:cubicBezTo>
                  <a:cubicBezTo>
                    <a:pt x="10226" y="1964"/>
                    <a:pt x="10044" y="2078"/>
                    <a:pt x="9861" y="2169"/>
                  </a:cubicBezTo>
                  <a:cubicBezTo>
                    <a:pt x="9633" y="2055"/>
                    <a:pt x="9405" y="1941"/>
                    <a:pt x="9176" y="1827"/>
                  </a:cubicBezTo>
                  <a:lnTo>
                    <a:pt x="9199" y="1827"/>
                  </a:lnTo>
                  <a:cubicBezTo>
                    <a:pt x="9382" y="1712"/>
                    <a:pt x="9564" y="1598"/>
                    <a:pt x="9747" y="1484"/>
                  </a:cubicBezTo>
                  <a:close/>
                  <a:moveTo>
                    <a:pt x="11071" y="1553"/>
                  </a:moveTo>
                  <a:cubicBezTo>
                    <a:pt x="11231" y="1644"/>
                    <a:pt x="11368" y="1735"/>
                    <a:pt x="11527" y="1827"/>
                  </a:cubicBezTo>
                  <a:lnTo>
                    <a:pt x="11664" y="1918"/>
                  </a:lnTo>
                  <a:cubicBezTo>
                    <a:pt x="11505" y="2009"/>
                    <a:pt x="11322" y="2100"/>
                    <a:pt x="11139" y="2192"/>
                  </a:cubicBezTo>
                  <a:lnTo>
                    <a:pt x="10934" y="2078"/>
                  </a:lnTo>
                  <a:cubicBezTo>
                    <a:pt x="10797" y="2009"/>
                    <a:pt x="10660" y="1941"/>
                    <a:pt x="10546" y="1872"/>
                  </a:cubicBezTo>
                  <a:cubicBezTo>
                    <a:pt x="10706" y="1758"/>
                    <a:pt x="10888" y="1667"/>
                    <a:pt x="11071" y="1553"/>
                  </a:cubicBezTo>
                  <a:close/>
                  <a:moveTo>
                    <a:pt x="12326" y="1598"/>
                  </a:moveTo>
                  <a:lnTo>
                    <a:pt x="12943" y="1941"/>
                  </a:lnTo>
                  <a:cubicBezTo>
                    <a:pt x="12783" y="2032"/>
                    <a:pt x="12600" y="2146"/>
                    <a:pt x="12418" y="2237"/>
                  </a:cubicBezTo>
                  <a:lnTo>
                    <a:pt x="11801" y="1895"/>
                  </a:lnTo>
                  <a:cubicBezTo>
                    <a:pt x="11984" y="1781"/>
                    <a:pt x="12144" y="1690"/>
                    <a:pt x="12326" y="1598"/>
                  </a:cubicBezTo>
                  <a:close/>
                  <a:moveTo>
                    <a:pt x="13582" y="1621"/>
                  </a:moveTo>
                  <a:lnTo>
                    <a:pt x="14221" y="1986"/>
                  </a:lnTo>
                  <a:cubicBezTo>
                    <a:pt x="14061" y="2078"/>
                    <a:pt x="13878" y="2169"/>
                    <a:pt x="13719" y="2260"/>
                  </a:cubicBezTo>
                  <a:lnTo>
                    <a:pt x="13080" y="1918"/>
                  </a:lnTo>
                  <a:cubicBezTo>
                    <a:pt x="13239" y="1804"/>
                    <a:pt x="13422" y="1712"/>
                    <a:pt x="13582" y="1621"/>
                  </a:cubicBezTo>
                  <a:close/>
                  <a:moveTo>
                    <a:pt x="9154" y="1849"/>
                  </a:moveTo>
                  <a:cubicBezTo>
                    <a:pt x="9359" y="1964"/>
                    <a:pt x="9564" y="2100"/>
                    <a:pt x="9793" y="2215"/>
                  </a:cubicBezTo>
                  <a:cubicBezTo>
                    <a:pt x="9770" y="2215"/>
                    <a:pt x="9770" y="2215"/>
                    <a:pt x="9770" y="2237"/>
                  </a:cubicBezTo>
                  <a:lnTo>
                    <a:pt x="9245" y="2511"/>
                  </a:lnTo>
                  <a:cubicBezTo>
                    <a:pt x="9017" y="2397"/>
                    <a:pt x="8811" y="2283"/>
                    <a:pt x="8583" y="2169"/>
                  </a:cubicBezTo>
                  <a:lnTo>
                    <a:pt x="9154" y="1849"/>
                  </a:lnTo>
                  <a:close/>
                  <a:moveTo>
                    <a:pt x="10477" y="1918"/>
                  </a:moveTo>
                  <a:cubicBezTo>
                    <a:pt x="10614" y="1986"/>
                    <a:pt x="10751" y="2078"/>
                    <a:pt x="10888" y="2146"/>
                  </a:cubicBezTo>
                  <a:lnTo>
                    <a:pt x="11048" y="2260"/>
                  </a:lnTo>
                  <a:cubicBezTo>
                    <a:pt x="10888" y="2352"/>
                    <a:pt x="10706" y="2443"/>
                    <a:pt x="10523" y="2534"/>
                  </a:cubicBezTo>
                  <a:lnTo>
                    <a:pt x="10295" y="2420"/>
                  </a:lnTo>
                  <a:cubicBezTo>
                    <a:pt x="10158" y="2352"/>
                    <a:pt x="10044" y="2283"/>
                    <a:pt x="9930" y="2215"/>
                  </a:cubicBezTo>
                  <a:cubicBezTo>
                    <a:pt x="10112" y="2123"/>
                    <a:pt x="10295" y="2009"/>
                    <a:pt x="10477" y="1918"/>
                  </a:cubicBezTo>
                  <a:close/>
                  <a:moveTo>
                    <a:pt x="11733" y="1941"/>
                  </a:moveTo>
                  <a:lnTo>
                    <a:pt x="12326" y="2283"/>
                  </a:lnTo>
                  <a:cubicBezTo>
                    <a:pt x="12166" y="2374"/>
                    <a:pt x="11984" y="2466"/>
                    <a:pt x="11801" y="2580"/>
                  </a:cubicBezTo>
                  <a:lnTo>
                    <a:pt x="11208" y="2237"/>
                  </a:lnTo>
                  <a:cubicBezTo>
                    <a:pt x="11390" y="2146"/>
                    <a:pt x="11550" y="2032"/>
                    <a:pt x="11733" y="1941"/>
                  </a:cubicBezTo>
                  <a:close/>
                  <a:moveTo>
                    <a:pt x="12988" y="1964"/>
                  </a:moveTo>
                  <a:lnTo>
                    <a:pt x="13604" y="2329"/>
                  </a:lnTo>
                  <a:cubicBezTo>
                    <a:pt x="13445" y="2420"/>
                    <a:pt x="13262" y="2511"/>
                    <a:pt x="13102" y="2603"/>
                  </a:cubicBezTo>
                  <a:lnTo>
                    <a:pt x="12486" y="2260"/>
                  </a:lnTo>
                  <a:cubicBezTo>
                    <a:pt x="12646" y="2169"/>
                    <a:pt x="12806" y="2055"/>
                    <a:pt x="12988" y="1964"/>
                  </a:cubicBezTo>
                  <a:close/>
                  <a:moveTo>
                    <a:pt x="14244" y="1986"/>
                  </a:moveTo>
                  <a:lnTo>
                    <a:pt x="14403" y="2078"/>
                  </a:lnTo>
                  <a:lnTo>
                    <a:pt x="14883" y="2352"/>
                  </a:lnTo>
                  <a:cubicBezTo>
                    <a:pt x="14723" y="2443"/>
                    <a:pt x="14540" y="2534"/>
                    <a:pt x="14381" y="2625"/>
                  </a:cubicBezTo>
                  <a:lnTo>
                    <a:pt x="14015" y="2420"/>
                  </a:lnTo>
                  <a:lnTo>
                    <a:pt x="13741" y="2283"/>
                  </a:lnTo>
                  <a:cubicBezTo>
                    <a:pt x="13901" y="2192"/>
                    <a:pt x="14084" y="2078"/>
                    <a:pt x="14244" y="1986"/>
                  </a:cubicBezTo>
                  <a:close/>
                  <a:moveTo>
                    <a:pt x="16343" y="2283"/>
                  </a:moveTo>
                  <a:lnTo>
                    <a:pt x="16343" y="2283"/>
                  </a:lnTo>
                  <a:cubicBezTo>
                    <a:pt x="16115" y="2420"/>
                    <a:pt x="15887" y="2534"/>
                    <a:pt x="15659" y="2671"/>
                  </a:cubicBezTo>
                  <a:cubicBezTo>
                    <a:pt x="15887" y="2557"/>
                    <a:pt x="16115" y="2420"/>
                    <a:pt x="16343" y="2283"/>
                  </a:cubicBezTo>
                  <a:close/>
                  <a:moveTo>
                    <a:pt x="8537" y="2192"/>
                  </a:moveTo>
                  <a:cubicBezTo>
                    <a:pt x="8743" y="2306"/>
                    <a:pt x="8971" y="2443"/>
                    <a:pt x="9176" y="2557"/>
                  </a:cubicBezTo>
                  <a:lnTo>
                    <a:pt x="8629" y="2854"/>
                  </a:lnTo>
                  <a:cubicBezTo>
                    <a:pt x="8400" y="2740"/>
                    <a:pt x="8195" y="2625"/>
                    <a:pt x="7967" y="2511"/>
                  </a:cubicBezTo>
                  <a:lnTo>
                    <a:pt x="8537" y="2192"/>
                  </a:lnTo>
                  <a:close/>
                  <a:moveTo>
                    <a:pt x="9861" y="2260"/>
                  </a:moveTo>
                  <a:cubicBezTo>
                    <a:pt x="9998" y="2329"/>
                    <a:pt x="10112" y="2420"/>
                    <a:pt x="10249" y="2489"/>
                  </a:cubicBezTo>
                  <a:lnTo>
                    <a:pt x="10432" y="2603"/>
                  </a:lnTo>
                  <a:lnTo>
                    <a:pt x="9907" y="2899"/>
                  </a:lnTo>
                  <a:lnTo>
                    <a:pt x="9633" y="2740"/>
                  </a:lnTo>
                  <a:cubicBezTo>
                    <a:pt x="9542" y="2671"/>
                    <a:pt x="9427" y="2625"/>
                    <a:pt x="9336" y="2580"/>
                  </a:cubicBezTo>
                  <a:lnTo>
                    <a:pt x="9793" y="2306"/>
                  </a:lnTo>
                  <a:cubicBezTo>
                    <a:pt x="9815" y="2283"/>
                    <a:pt x="9838" y="2283"/>
                    <a:pt x="9861" y="2260"/>
                  </a:cubicBezTo>
                  <a:close/>
                  <a:moveTo>
                    <a:pt x="11117" y="2283"/>
                  </a:moveTo>
                  <a:lnTo>
                    <a:pt x="11710" y="2625"/>
                  </a:lnTo>
                  <a:cubicBezTo>
                    <a:pt x="11527" y="2717"/>
                    <a:pt x="11368" y="2808"/>
                    <a:pt x="11185" y="2922"/>
                  </a:cubicBezTo>
                  <a:lnTo>
                    <a:pt x="10614" y="2580"/>
                  </a:lnTo>
                  <a:cubicBezTo>
                    <a:pt x="10774" y="2489"/>
                    <a:pt x="10957" y="2397"/>
                    <a:pt x="11117" y="2283"/>
                  </a:cubicBezTo>
                  <a:close/>
                  <a:moveTo>
                    <a:pt x="12372" y="2329"/>
                  </a:moveTo>
                  <a:lnTo>
                    <a:pt x="12988" y="2671"/>
                  </a:lnTo>
                  <a:cubicBezTo>
                    <a:pt x="12806" y="2762"/>
                    <a:pt x="12646" y="2854"/>
                    <a:pt x="12486" y="2945"/>
                  </a:cubicBezTo>
                  <a:lnTo>
                    <a:pt x="11870" y="2603"/>
                  </a:lnTo>
                  <a:cubicBezTo>
                    <a:pt x="12052" y="2511"/>
                    <a:pt x="12212" y="2420"/>
                    <a:pt x="12372" y="2329"/>
                  </a:cubicBezTo>
                  <a:close/>
                  <a:moveTo>
                    <a:pt x="13650" y="2352"/>
                  </a:moveTo>
                  <a:lnTo>
                    <a:pt x="13970" y="2534"/>
                  </a:lnTo>
                  <a:lnTo>
                    <a:pt x="14266" y="2694"/>
                  </a:lnTo>
                  <a:cubicBezTo>
                    <a:pt x="14107" y="2785"/>
                    <a:pt x="13924" y="2877"/>
                    <a:pt x="13764" y="2968"/>
                  </a:cubicBezTo>
                  <a:lnTo>
                    <a:pt x="13376" y="2762"/>
                  </a:lnTo>
                  <a:lnTo>
                    <a:pt x="13148" y="2625"/>
                  </a:lnTo>
                  <a:cubicBezTo>
                    <a:pt x="13308" y="2534"/>
                    <a:pt x="13468" y="2443"/>
                    <a:pt x="13650" y="2352"/>
                  </a:cubicBezTo>
                  <a:close/>
                  <a:moveTo>
                    <a:pt x="14906" y="2374"/>
                  </a:moveTo>
                  <a:lnTo>
                    <a:pt x="15545" y="2717"/>
                  </a:lnTo>
                  <a:cubicBezTo>
                    <a:pt x="15385" y="2808"/>
                    <a:pt x="15202" y="2922"/>
                    <a:pt x="15042" y="3014"/>
                  </a:cubicBezTo>
                  <a:lnTo>
                    <a:pt x="14403" y="2648"/>
                  </a:lnTo>
                  <a:cubicBezTo>
                    <a:pt x="14586" y="2557"/>
                    <a:pt x="14746" y="2466"/>
                    <a:pt x="14906" y="2374"/>
                  </a:cubicBezTo>
                  <a:close/>
                  <a:moveTo>
                    <a:pt x="7944" y="2534"/>
                  </a:moveTo>
                  <a:cubicBezTo>
                    <a:pt x="8149" y="2648"/>
                    <a:pt x="8355" y="2785"/>
                    <a:pt x="8560" y="2899"/>
                  </a:cubicBezTo>
                  <a:lnTo>
                    <a:pt x="8012" y="3219"/>
                  </a:lnTo>
                  <a:cubicBezTo>
                    <a:pt x="7807" y="3082"/>
                    <a:pt x="7579" y="2968"/>
                    <a:pt x="7373" y="2854"/>
                  </a:cubicBezTo>
                  <a:lnTo>
                    <a:pt x="7944" y="2534"/>
                  </a:lnTo>
                  <a:close/>
                  <a:moveTo>
                    <a:pt x="9268" y="2603"/>
                  </a:moveTo>
                  <a:cubicBezTo>
                    <a:pt x="9382" y="2671"/>
                    <a:pt x="9496" y="2740"/>
                    <a:pt x="9610" y="2808"/>
                  </a:cubicBezTo>
                  <a:lnTo>
                    <a:pt x="9815" y="2945"/>
                  </a:lnTo>
                  <a:lnTo>
                    <a:pt x="9313" y="3242"/>
                  </a:lnTo>
                  <a:lnTo>
                    <a:pt x="8994" y="3059"/>
                  </a:lnTo>
                  <a:cubicBezTo>
                    <a:pt x="8902" y="3014"/>
                    <a:pt x="8811" y="2968"/>
                    <a:pt x="8720" y="2922"/>
                  </a:cubicBezTo>
                  <a:lnTo>
                    <a:pt x="9268" y="2603"/>
                  </a:lnTo>
                  <a:close/>
                  <a:moveTo>
                    <a:pt x="10523" y="2648"/>
                  </a:moveTo>
                  <a:lnTo>
                    <a:pt x="11094" y="2968"/>
                  </a:lnTo>
                  <a:lnTo>
                    <a:pt x="10592" y="3265"/>
                  </a:lnTo>
                  <a:lnTo>
                    <a:pt x="9998" y="2945"/>
                  </a:lnTo>
                  <a:lnTo>
                    <a:pt x="10523" y="2648"/>
                  </a:lnTo>
                  <a:close/>
                  <a:moveTo>
                    <a:pt x="11778" y="2671"/>
                  </a:moveTo>
                  <a:lnTo>
                    <a:pt x="12372" y="3014"/>
                  </a:lnTo>
                  <a:cubicBezTo>
                    <a:pt x="12212" y="3082"/>
                    <a:pt x="12052" y="3173"/>
                    <a:pt x="11893" y="3265"/>
                  </a:cubicBezTo>
                  <a:lnTo>
                    <a:pt x="11870" y="3287"/>
                  </a:lnTo>
                  <a:lnTo>
                    <a:pt x="11276" y="2968"/>
                  </a:lnTo>
                  <a:cubicBezTo>
                    <a:pt x="11459" y="2877"/>
                    <a:pt x="11619" y="2762"/>
                    <a:pt x="11778" y="2671"/>
                  </a:cubicBezTo>
                  <a:close/>
                  <a:moveTo>
                    <a:pt x="13034" y="2694"/>
                  </a:moveTo>
                  <a:lnTo>
                    <a:pt x="13331" y="2854"/>
                  </a:lnTo>
                  <a:lnTo>
                    <a:pt x="13650" y="3036"/>
                  </a:lnTo>
                  <a:cubicBezTo>
                    <a:pt x="13468" y="3128"/>
                    <a:pt x="13308" y="3219"/>
                    <a:pt x="13148" y="3310"/>
                  </a:cubicBezTo>
                  <a:lnTo>
                    <a:pt x="12737" y="3082"/>
                  </a:lnTo>
                  <a:lnTo>
                    <a:pt x="12555" y="2991"/>
                  </a:lnTo>
                  <a:cubicBezTo>
                    <a:pt x="12714" y="2877"/>
                    <a:pt x="12874" y="2785"/>
                    <a:pt x="13034" y="2694"/>
                  </a:cubicBezTo>
                  <a:close/>
                  <a:moveTo>
                    <a:pt x="14312" y="2717"/>
                  </a:moveTo>
                  <a:lnTo>
                    <a:pt x="14928" y="3059"/>
                  </a:lnTo>
                  <a:cubicBezTo>
                    <a:pt x="14769" y="3150"/>
                    <a:pt x="14586" y="3265"/>
                    <a:pt x="14426" y="3356"/>
                  </a:cubicBezTo>
                  <a:lnTo>
                    <a:pt x="13810" y="3014"/>
                  </a:lnTo>
                  <a:cubicBezTo>
                    <a:pt x="13970" y="2899"/>
                    <a:pt x="14129" y="2808"/>
                    <a:pt x="14312" y="2717"/>
                  </a:cubicBezTo>
                  <a:close/>
                  <a:moveTo>
                    <a:pt x="15567" y="2740"/>
                  </a:moveTo>
                  <a:lnTo>
                    <a:pt x="16207" y="3082"/>
                  </a:lnTo>
                  <a:cubicBezTo>
                    <a:pt x="16207" y="3082"/>
                    <a:pt x="16207" y="3082"/>
                    <a:pt x="16229" y="3105"/>
                  </a:cubicBezTo>
                  <a:cubicBezTo>
                    <a:pt x="16047" y="3196"/>
                    <a:pt x="15864" y="3287"/>
                    <a:pt x="15682" y="3379"/>
                  </a:cubicBezTo>
                  <a:lnTo>
                    <a:pt x="15065" y="3036"/>
                  </a:lnTo>
                  <a:cubicBezTo>
                    <a:pt x="15248" y="2945"/>
                    <a:pt x="15408" y="2831"/>
                    <a:pt x="15567" y="2740"/>
                  </a:cubicBezTo>
                  <a:close/>
                  <a:moveTo>
                    <a:pt x="7328" y="2877"/>
                  </a:moveTo>
                  <a:cubicBezTo>
                    <a:pt x="7533" y="3014"/>
                    <a:pt x="7738" y="3128"/>
                    <a:pt x="7944" y="3242"/>
                  </a:cubicBezTo>
                  <a:lnTo>
                    <a:pt x="7396" y="3561"/>
                  </a:lnTo>
                  <a:cubicBezTo>
                    <a:pt x="7191" y="3447"/>
                    <a:pt x="6985" y="3333"/>
                    <a:pt x="6757" y="3219"/>
                  </a:cubicBezTo>
                  <a:lnTo>
                    <a:pt x="7328" y="2877"/>
                  </a:lnTo>
                  <a:close/>
                  <a:moveTo>
                    <a:pt x="8651" y="2968"/>
                  </a:moveTo>
                  <a:cubicBezTo>
                    <a:pt x="8766" y="3014"/>
                    <a:pt x="8857" y="3082"/>
                    <a:pt x="8948" y="3150"/>
                  </a:cubicBezTo>
                  <a:lnTo>
                    <a:pt x="9222" y="3287"/>
                  </a:lnTo>
                  <a:lnTo>
                    <a:pt x="8697" y="3584"/>
                  </a:lnTo>
                  <a:lnTo>
                    <a:pt x="8355" y="3402"/>
                  </a:lnTo>
                  <a:cubicBezTo>
                    <a:pt x="8286" y="3356"/>
                    <a:pt x="8195" y="3310"/>
                    <a:pt x="8126" y="3265"/>
                  </a:cubicBezTo>
                  <a:lnTo>
                    <a:pt x="8651" y="2968"/>
                  </a:lnTo>
                  <a:close/>
                  <a:moveTo>
                    <a:pt x="9907" y="2991"/>
                  </a:moveTo>
                  <a:lnTo>
                    <a:pt x="10477" y="3310"/>
                  </a:lnTo>
                  <a:lnTo>
                    <a:pt x="9975" y="3607"/>
                  </a:lnTo>
                  <a:lnTo>
                    <a:pt x="9405" y="3287"/>
                  </a:lnTo>
                  <a:lnTo>
                    <a:pt x="9907" y="2991"/>
                  </a:lnTo>
                  <a:close/>
                  <a:moveTo>
                    <a:pt x="11185" y="3014"/>
                  </a:moveTo>
                  <a:lnTo>
                    <a:pt x="11756" y="3356"/>
                  </a:lnTo>
                  <a:lnTo>
                    <a:pt x="11253" y="3630"/>
                  </a:lnTo>
                  <a:lnTo>
                    <a:pt x="10683" y="3310"/>
                  </a:lnTo>
                  <a:lnTo>
                    <a:pt x="11185" y="3014"/>
                  </a:lnTo>
                  <a:close/>
                  <a:moveTo>
                    <a:pt x="12440" y="3036"/>
                  </a:moveTo>
                  <a:lnTo>
                    <a:pt x="12669" y="3173"/>
                  </a:lnTo>
                  <a:lnTo>
                    <a:pt x="13034" y="3379"/>
                  </a:lnTo>
                  <a:cubicBezTo>
                    <a:pt x="12897" y="3447"/>
                    <a:pt x="12737" y="3538"/>
                    <a:pt x="12600" y="3607"/>
                  </a:cubicBezTo>
                  <a:lnTo>
                    <a:pt x="12532" y="3653"/>
                  </a:lnTo>
                  <a:lnTo>
                    <a:pt x="12098" y="3402"/>
                  </a:lnTo>
                  <a:lnTo>
                    <a:pt x="11938" y="3333"/>
                  </a:lnTo>
                  <a:cubicBezTo>
                    <a:pt x="12121" y="3242"/>
                    <a:pt x="12281" y="3150"/>
                    <a:pt x="12440" y="3036"/>
                  </a:cubicBezTo>
                  <a:close/>
                  <a:moveTo>
                    <a:pt x="13696" y="3059"/>
                  </a:moveTo>
                  <a:lnTo>
                    <a:pt x="14312" y="3402"/>
                  </a:lnTo>
                  <a:cubicBezTo>
                    <a:pt x="14152" y="3493"/>
                    <a:pt x="13970" y="3607"/>
                    <a:pt x="13787" y="3698"/>
                  </a:cubicBezTo>
                  <a:lnTo>
                    <a:pt x="13216" y="3356"/>
                  </a:lnTo>
                  <a:cubicBezTo>
                    <a:pt x="13376" y="3265"/>
                    <a:pt x="13536" y="3173"/>
                    <a:pt x="13696" y="3059"/>
                  </a:cubicBezTo>
                  <a:close/>
                  <a:moveTo>
                    <a:pt x="14974" y="3082"/>
                  </a:moveTo>
                  <a:lnTo>
                    <a:pt x="15590" y="3447"/>
                  </a:lnTo>
                  <a:cubicBezTo>
                    <a:pt x="15431" y="3538"/>
                    <a:pt x="15248" y="3630"/>
                    <a:pt x="15065" y="3721"/>
                  </a:cubicBezTo>
                  <a:lnTo>
                    <a:pt x="14472" y="3379"/>
                  </a:lnTo>
                  <a:cubicBezTo>
                    <a:pt x="14632" y="3287"/>
                    <a:pt x="14814" y="3196"/>
                    <a:pt x="14974" y="3082"/>
                  </a:cubicBezTo>
                  <a:close/>
                  <a:moveTo>
                    <a:pt x="16252" y="3105"/>
                  </a:moveTo>
                  <a:cubicBezTo>
                    <a:pt x="16458" y="3219"/>
                    <a:pt x="16686" y="3333"/>
                    <a:pt x="16891" y="3470"/>
                  </a:cubicBezTo>
                  <a:cubicBezTo>
                    <a:pt x="16709" y="3561"/>
                    <a:pt x="16526" y="3675"/>
                    <a:pt x="16344" y="3767"/>
                  </a:cubicBezTo>
                  <a:cubicBezTo>
                    <a:pt x="16161" y="3675"/>
                    <a:pt x="15978" y="3561"/>
                    <a:pt x="15819" y="3447"/>
                  </a:cubicBezTo>
                  <a:lnTo>
                    <a:pt x="15727" y="3402"/>
                  </a:lnTo>
                  <a:cubicBezTo>
                    <a:pt x="15910" y="3310"/>
                    <a:pt x="16070" y="3219"/>
                    <a:pt x="16252" y="3105"/>
                  </a:cubicBezTo>
                  <a:close/>
                  <a:moveTo>
                    <a:pt x="6734" y="3242"/>
                  </a:moveTo>
                  <a:cubicBezTo>
                    <a:pt x="6939" y="3356"/>
                    <a:pt x="7145" y="3470"/>
                    <a:pt x="7328" y="3584"/>
                  </a:cubicBezTo>
                  <a:lnTo>
                    <a:pt x="6803" y="3904"/>
                  </a:lnTo>
                  <a:cubicBezTo>
                    <a:pt x="6574" y="3790"/>
                    <a:pt x="6369" y="3675"/>
                    <a:pt x="6163" y="3561"/>
                  </a:cubicBezTo>
                  <a:lnTo>
                    <a:pt x="6209" y="3538"/>
                  </a:lnTo>
                  <a:lnTo>
                    <a:pt x="6734" y="3242"/>
                  </a:lnTo>
                  <a:close/>
                  <a:moveTo>
                    <a:pt x="8058" y="3310"/>
                  </a:moveTo>
                  <a:cubicBezTo>
                    <a:pt x="8126" y="3356"/>
                    <a:pt x="8218" y="3424"/>
                    <a:pt x="8309" y="3470"/>
                  </a:cubicBezTo>
                  <a:lnTo>
                    <a:pt x="8606" y="3630"/>
                  </a:lnTo>
                  <a:lnTo>
                    <a:pt x="8081" y="3927"/>
                  </a:lnTo>
                  <a:lnTo>
                    <a:pt x="7853" y="3812"/>
                  </a:lnTo>
                  <a:cubicBezTo>
                    <a:pt x="7738" y="3744"/>
                    <a:pt x="7624" y="3675"/>
                    <a:pt x="7510" y="3607"/>
                  </a:cubicBezTo>
                  <a:lnTo>
                    <a:pt x="8058" y="3310"/>
                  </a:lnTo>
                  <a:close/>
                  <a:moveTo>
                    <a:pt x="9313" y="3333"/>
                  </a:moveTo>
                  <a:lnTo>
                    <a:pt x="9861" y="3653"/>
                  </a:lnTo>
                  <a:lnTo>
                    <a:pt x="9359" y="3949"/>
                  </a:lnTo>
                  <a:lnTo>
                    <a:pt x="8788" y="3630"/>
                  </a:lnTo>
                  <a:lnTo>
                    <a:pt x="9313" y="3333"/>
                  </a:lnTo>
                  <a:close/>
                  <a:moveTo>
                    <a:pt x="10569" y="3379"/>
                  </a:moveTo>
                  <a:lnTo>
                    <a:pt x="11139" y="3698"/>
                  </a:lnTo>
                  <a:lnTo>
                    <a:pt x="10637" y="3972"/>
                  </a:lnTo>
                  <a:lnTo>
                    <a:pt x="10067" y="3653"/>
                  </a:lnTo>
                  <a:lnTo>
                    <a:pt x="10569" y="3379"/>
                  </a:lnTo>
                  <a:close/>
                  <a:moveTo>
                    <a:pt x="11847" y="3402"/>
                  </a:moveTo>
                  <a:lnTo>
                    <a:pt x="12030" y="3516"/>
                  </a:lnTo>
                  <a:lnTo>
                    <a:pt x="12418" y="3721"/>
                  </a:lnTo>
                  <a:lnTo>
                    <a:pt x="11915" y="3995"/>
                  </a:lnTo>
                  <a:lnTo>
                    <a:pt x="11459" y="3744"/>
                  </a:lnTo>
                  <a:lnTo>
                    <a:pt x="11345" y="3675"/>
                  </a:lnTo>
                  <a:lnTo>
                    <a:pt x="11847" y="3402"/>
                  </a:lnTo>
                  <a:close/>
                  <a:moveTo>
                    <a:pt x="13102" y="3424"/>
                  </a:moveTo>
                  <a:lnTo>
                    <a:pt x="13696" y="3744"/>
                  </a:lnTo>
                  <a:cubicBezTo>
                    <a:pt x="13582" y="3812"/>
                    <a:pt x="13445" y="3881"/>
                    <a:pt x="13308" y="3972"/>
                  </a:cubicBezTo>
                  <a:lnTo>
                    <a:pt x="13171" y="4041"/>
                  </a:lnTo>
                  <a:lnTo>
                    <a:pt x="12600" y="3721"/>
                  </a:lnTo>
                  <a:lnTo>
                    <a:pt x="12646" y="3698"/>
                  </a:lnTo>
                  <a:cubicBezTo>
                    <a:pt x="12806" y="3607"/>
                    <a:pt x="12943" y="3516"/>
                    <a:pt x="13102" y="3424"/>
                  </a:cubicBezTo>
                  <a:close/>
                  <a:moveTo>
                    <a:pt x="14381" y="3447"/>
                  </a:moveTo>
                  <a:lnTo>
                    <a:pt x="14974" y="3790"/>
                  </a:lnTo>
                  <a:cubicBezTo>
                    <a:pt x="14814" y="3881"/>
                    <a:pt x="14632" y="3972"/>
                    <a:pt x="14449" y="4063"/>
                  </a:cubicBezTo>
                  <a:lnTo>
                    <a:pt x="13878" y="3744"/>
                  </a:lnTo>
                  <a:cubicBezTo>
                    <a:pt x="14038" y="3630"/>
                    <a:pt x="14198" y="3538"/>
                    <a:pt x="14381" y="3447"/>
                  </a:cubicBezTo>
                  <a:close/>
                  <a:moveTo>
                    <a:pt x="15636" y="3470"/>
                  </a:moveTo>
                  <a:lnTo>
                    <a:pt x="15773" y="3538"/>
                  </a:lnTo>
                  <a:cubicBezTo>
                    <a:pt x="15933" y="3630"/>
                    <a:pt x="16115" y="3721"/>
                    <a:pt x="16275" y="3812"/>
                  </a:cubicBezTo>
                  <a:cubicBezTo>
                    <a:pt x="16092" y="3904"/>
                    <a:pt x="15910" y="4018"/>
                    <a:pt x="15727" y="4109"/>
                  </a:cubicBezTo>
                  <a:cubicBezTo>
                    <a:pt x="15545" y="3995"/>
                    <a:pt x="15362" y="3881"/>
                    <a:pt x="15179" y="3790"/>
                  </a:cubicBezTo>
                  <a:lnTo>
                    <a:pt x="15134" y="3767"/>
                  </a:lnTo>
                  <a:cubicBezTo>
                    <a:pt x="15294" y="3653"/>
                    <a:pt x="15476" y="3561"/>
                    <a:pt x="15636" y="3470"/>
                  </a:cubicBezTo>
                  <a:close/>
                  <a:moveTo>
                    <a:pt x="16914" y="3470"/>
                  </a:moveTo>
                  <a:cubicBezTo>
                    <a:pt x="17142" y="3584"/>
                    <a:pt x="17371" y="3698"/>
                    <a:pt x="17576" y="3835"/>
                  </a:cubicBezTo>
                  <a:cubicBezTo>
                    <a:pt x="17393" y="3927"/>
                    <a:pt x="17188" y="4041"/>
                    <a:pt x="16983" y="4155"/>
                  </a:cubicBezTo>
                  <a:cubicBezTo>
                    <a:pt x="16777" y="4041"/>
                    <a:pt x="16595" y="3904"/>
                    <a:pt x="16389" y="3790"/>
                  </a:cubicBezTo>
                  <a:cubicBezTo>
                    <a:pt x="16572" y="3675"/>
                    <a:pt x="16732" y="3584"/>
                    <a:pt x="16914" y="3470"/>
                  </a:cubicBezTo>
                  <a:close/>
                  <a:moveTo>
                    <a:pt x="6118" y="3584"/>
                  </a:moveTo>
                  <a:cubicBezTo>
                    <a:pt x="6323" y="3698"/>
                    <a:pt x="6529" y="3812"/>
                    <a:pt x="6734" y="3949"/>
                  </a:cubicBezTo>
                  <a:lnTo>
                    <a:pt x="6186" y="4246"/>
                  </a:lnTo>
                  <a:cubicBezTo>
                    <a:pt x="5981" y="4132"/>
                    <a:pt x="5753" y="4018"/>
                    <a:pt x="5547" y="3904"/>
                  </a:cubicBezTo>
                  <a:lnTo>
                    <a:pt x="6118" y="3584"/>
                  </a:lnTo>
                  <a:close/>
                  <a:moveTo>
                    <a:pt x="7442" y="3653"/>
                  </a:moveTo>
                  <a:cubicBezTo>
                    <a:pt x="7579" y="3721"/>
                    <a:pt x="7693" y="3812"/>
                    <a:pt x="7830" y="3881"/>
                  </a:cubicBezTo>
                  <a:lnTo>
                    <a:pt x="7989" y="3972"/>
                  </a:lnTo>
                  <a:lnTo>
                    <a:pt x="7464" y="4269"/>
                  </a:lnTo>
                  <a:lnTo>
                    <a:pt x="7213" y="4132"/>
                  </a:lnTo>
                  <a:cubicBezTo>
                    <a:pt x="7122" y="4063"/>
                    <a:pt x="7008" y="4018"/>
                    <a:pt x="6917" y="3972"/>
                  </a:cubicBezTo>
                  <a:lnTo>
                    <a:pt x="7442" y="3653"/>
                  </a:lnTo>
                  <a:close/>
                  <a:moveTo>
                    <a:pt x="8697" y="3698"/>
                  </a:moveTo>
                  <a:lnTo>
                    <a:pt x="9268" y="3995"/>
                  </a:lnTo>
                  <a:lnTo>
                    <a:pt x="8743" y="4292"/>
                  </a:lnTo>
                  <a:lnTo>
                    <a:pt x="8195" y="3972"/>
                  </a:lnTo>
                  <a:lnTo>
                    <a:pt x="8697" y="3698"/>
                  </a:lnTo>
                  <a:close/>
                  <a:moveTo>
                    <a:pt x="9975" y="3721"/>
                  </a:moveTo>
                  <a:lnTo>
                    <a:pt x="10523" y="4041"/>
                  </a:lnTo>
                  <a:lnTo>
                    <a:pt x="10021" y="4315"/>
                  </a:lnTo>
                  <a:lnTo>
                    <a:pt x="9473" y="3995"/>
                  </a:lnTo>
                  <a:lnTo>
                    <a:pt x="9975" y="3721"/>
                  </a:lnTo>
                  <a:close/>
                  <a:moveTo>
                    <a:pt x="11231" y="3744"/>
                  </a:moveTo>
                  <a:lnTo>
                    <a:pt x="11390" y="3835"/>
                  </a:lnTo>
                  <a:lnTo>
                    <a:pt x="11801" y="4063"/>
                  </a:lnTo>
                  <a:lnTo>
                    <a:pt x="11299" y="4360"/>
                  </a:lnTo>
                  <a:lnTo>
                    <a:pt x="10797" y="4063"/>
                  </a:lnTo>
                  <a:lnTo>
                    <a:pt x="10728" y="4041"/>
                  </a:lnTo>
                  <a:lnTo>
                    <a:pt x="11231" y="3744"/>
                  </a:lnTo>
                  <a:close/>
                  <a:moveTo>
                    <a:pt x="12509" y="3767"/>
                  </a:moveTo>
                  <a:lnTo>
                    <a:pt x="13080" y="4086"/>
                  </a:lnTo>
                  <a:lnTo>
                    <a:pt x="12577" y="4383"/>
                  </a:lnTo>
                  <a:lnTo>
                    <a:pt x="12007" y="4063"/>
                  </a:lnTo>
                  <a:lnTo>
                    <a:pt x="12509" y="3767"/>
                  </a:lnTo>
                  <a:close/>
                  <a:moveTo>
                    <a:pt x="13764" y="3790"/>
                  </a:moveTo>
                  <a:lnTo>
                    <a:pt x="14358" y="4109"/>
                  </a:lnTo>
                  <a:cubicBezTo>
                    <a:pt x="14244" y="4178"/>
                    <a:pt x="14129" y="4246"/>
                    <a:pt x="14015" y="4315"/>
                  </a:cubicBezTo>
                  <a:lnTo>
                    <a:pt x="13833" y="4406"/>
                  </a:lnTo>
                  <a:lnTo>
                    <a:pt x="13262" y="4086"/>
                  </a:lnTo>
                  <a:lnTo>
                    <a:pt x="13353" y="4041"/>
                  </a:lnTo>
                  <a:cubicBezTo>
                    <a:pt x="13490" y="3949"/>
                    <a:pt x="13627" y="3881"/>
                    <a:pt x="13764" y="3790"/>
                  </a:cubicBezTo>
                  <a:close/>
                  <a:moveTo>
                    <a:pt x="15042" y="3812"/>
                  </a:moveTo>
                  <a:lnTo>
                    <a:pt x="15134" y="3858"/>
                  </a:lnTo>
                  <a:cubicBezTo>
                    <a:pt x="15294" y="3949"/>
                    <a:pt x="15476" y="4041"/>
                    <a:pt x="15659" y="4155"/>
                  </a:cubicBezTo>
                  <a:cubicBezTo>
                    <a:pt x="15476" y="4246"/>
                    <a:pt x="15294" y="4360"/>
                    <a:pt x="15111" y="4452"/>
                  </a:cubicBezTo>
                  <a:cubicBezTo>
                    <a:pt x="14906" y="4337"/>
                    <a:pt x="14723" y="4223"/>
                    <a:pt x="14540" y="4109"/>
                  </a:cubicBezTo>
                  <a:cubicBezTo>
                    <a:pt x="14700" y="4018"/>
                    <a:pt x="14883" y="3904"/>
                    <a:pt x="15042" y="3812"/>
                  </a:cubicBezTo>
                  <a:close/>
                  <a:moveTo>
                    <a:pt x="16321" y="3835"/>
                  </a:moveTo>
                  <a:cubicBezTo>
                    <a:pt x="16526" y="3949"/>
                    <a:pt x="16754" y="4063"/>
                    <a:pt x="16960" y="4178"/>
                  </a:cubicBezTo>
                  <a:cubicBezTo>
                    <a:pt x="16754" y="4269"/>
                    <a:pt x="16572" y="4383"/>
                    <a:pt x="16366" y="4497"/>
                  </a:cubicBezTo>
                  <a:cubicBezTo>
                    <a:pt x="16184" y="4383"/>
                    <a:pt x="15978" y="4269"/>
                    <a:pt x="15773" y="4155"/>
                  </a:cubicBezTo>
                  <a:cubicBezTo>
                    <a:pt x="15955" y="4041"/>
                    <a:pt x="16138" y="3927"/>
                    <a:pt x="16321" y="3835"/>
                  </a:cubicBezTo>
                  <a:close/>
                  <a:moveTo>
                    <a:pt x="5502" y="3927"/>
                  </a:moveTo>
                  <a:cubicBezTo>
                    <a:pt x="5707" y="4041"/>
                    <a:pt x="5912" y="4178"/>
                    <a:pt x="6118" y="4292"/>
                  </a:cubicBezTo>
                  <a:lnTo>
                    <a:pt x="5593" y="4588"/>
                  </a:lnTo>
                  <a:cubicBezTo>
                    <a:pt x="5365" y="4474"/>
                    <a:pt x="5159" y="4360"/>
                    <a:pt x="4931" y="4246"/>
                  </a:cubicBezTo>
                  <a:lnTo>
                    <a:pt x="5502" y="3927"/>
                  </a:lnTo>
                  <a:close/>
                  <a:moveTo>
                    <a:pt x="6848" y="3995"/>
                  </a:moveTo>
                  <a:cubicBezTo>
                    <a:pt x="6962" y="4063"/>
                    <a:pt x="7054" y="4132"/>
                    <a:pt x="7191" y="4200"/>
                  </a:cubicBezTo>
                  <a:lnTo>
                    <a:pt x="7373" y="4315"/>
                  </a:lnTo>
                  <a:lnTo>
                    <a:pt x="6871" y="4611"/>
                  </a:lnTo>
                  <a:lnTo>
                    <a:pt x="6574" y="4452"/>
                  </a:lnTo>
                  <a:cubicBezTo>
                    <a:pt x="6483" y="4406"/>
                    <a:pt x="6392" y="4360"/>
                    <a:pt x="6300" y="4315"/>
                  </a:cubicBezTo>
                  <a:lnTo>
                    <a:pt x="6803" y="4018"/>
                  </a:lnTo>
                  <a:lnTo>
                    <a:pt x="6848" y="3995"/>
                  </a:lnTo>
                  <a:close/>
                  <a:moveTo>
                    <a:pt x="8104" y="4041"/>
                  </a:moveTo>
                  <a:lnTo>
                    <a:pt x="8651" y="4360"/>
                  </a:lnTo>
                  <a:lnTo>
                    <a:pt x="8172" y="4611"/>
                  </a:lnTo>
                  <a:lnTo>
                    <a:pt x="8126" y="4634"/>
                  </a:lnTo>
                  <a:lnTo>
                    <a:pt x="7579" y="4337"/>
                  </a:lnTo>
                  <a:lnTo>
                    <a:pt x="8104" y="4041"/>
                  </a:lnTo>
                  <a:close/>
                  <a:moveTo>
                    <a:pt x="9359" y="4063"/>
                  </a:moveTo>
                  <a:lnTo>
                    <a:pt x="9907" y="4383"/>
                  </a:lnTo>
                  <a:lnTo>
                    <a:pt x="9405" y="4657"/>
                  </a:lnTo>
                  <a:lnTo>
                    <a:pt x="8857" y="4360"/>
                  </a:lnTo>
                  <a:lnTo>
                    <a:pt x="9359" y="4063"/>
                  </a:lnTo>
                  <a:close/>
                  <a:moveTo>
                    <a:pt x="10637" y="4086"/>
                  </a:moveTo>
                  <a:lnTo>
                    <a:pt x="10751" y="4178"/>
                  </a:lnTo>
                  <a:lnTo>
                    <a:pt x="11185" y="4406"/>
                  </a:lnTo>
                  <a:lnTo>
                    <a:pt x="10683" y="4703"/>
                  </a:lnTo>
                  <a:lnTo>
                    <a:pt x="10158" y="4406"/>
                  </a:lnTo>
                  <a:lnTo>
                    <a:pt x="10135" y="4383"/>
                  </a:lnTo>
                  <a:lnTo>
                    <a:pt x="10637" y="4086"/>
                  </a:lnTo>
                  <a:close/>
                  <a:moveTo>
                    <a:pt x="11893" y="4109"/>
                  </a:moveTo>
                  <a:lnTo>
                    <a:pt x="12463" y="4429"/>
                  </a:lnTo>
                  <a:lnTo>
                    <a:pt x="11961" y="4725"/>
                  </a:lnTo>
                  <a:lnTo>
                    <a:pt x="11390" y="4406"/>
                  </a:lnTo>
                  <a:lnTo>
                    <a:pt x="11893" y="4109"/>
                  </a:lnTo>
                  <a:close/>
                  <a:moveTo>
                    <a:pt x="13171" y="4132"/>
                  </a:moveTo>
                  <a:lnTo>
                    <a:pt x="13741" y="4474"/>
                  </a:lnTo>
                  <a:lnTo>
                    <a:pt x="13216" y="4748"/>
                  </a:lnTo>
                  <a:lnTo>
                    <a:pt x="12669" y="4429"/>
                  </a:lnTo>
                  <a:lnTo>
                    <a:pt x="13171" y="4132"/>
                  </a:lnTo>
                  <a:close/>
                  <a:moveTo>
                    <a:pt x="14449" y="4155"/>
                  </a:moveTo>
                  <a:lnTo>
                    <a:pt x="14495" y="4178"/>
                  </a:lnTo>
                  <a:cubicBezTo>
                    <a:pt x="14677" y="4292"/>
                    <a:pt x="14860" y="4383"/>
                    <a:pt x="15042" y="4497"/>
                  </a:cubicBezTo>
                  <a:cubicBezTo>
                    <a:pt x="14951" y="4543"/>
                    <a:pt x="14837" y="4588"/>
                    <a:pt x="14746" y="4657"/>
                  </a:cubicBezTo>
                  <a:lnTo>
                    <a:pt x="14495" y="4794"/>
                  </a:lnTo>
                  <a:cubicBezTo>
                    <a:pt x="14289" y="4680"/>
                    <a:pt x="14107" y="4566"/>
                    <a:pt x="13924" y="4474"/>
                  </a:cubicBezTo>
                  <a:lnTo>
                    <a:pt x="14061" y="4383"/>
                  </a:lnTo>
                  <a:cubicBezTo>
                    <a:pt x="14198" y="4315"/>
                    <a:pt x="14312" y="4246"/>
                    <a:pt x="14449" y="4155"/>
                  </a:cubicBezTo>
                  <a:close/>
                  <a:moveTo>
                    <a:pt x="15727" y="4178"/>
                  </a:moveTo>
                  <a:cubicBezTo>
                    <a:pt x="15933" y="4292"/>
                    <a:pt x="16138" y="4406"/>
                    <a:pt x="16344" y="4520"/>
                  </a:cubicBezTo>
                  <a:cubicBezTo>
                    <a:pt x="16138" y="4611"/>
                    <a:pt x="15955" y="4725"/>
                    <a:pt x="15750" y="4840"/>
                  </a:cubicBezTo>
                  <a:cubicBezTo>
                    <a:pt x="15567" y="4725"/>
                    <a:pt x="15362" y="4611"/>
                    <a:pt x="15179" y="4497"/>
                  </a:cubicBezTo>
                  <a:cubicBezTo>
                    <a:pt x="15362" y="4383"/>
                    <a:pt x="15545" y="4292"/>
                    <a:pt x="15727" y="4178"/>
                  </a:cubicBezTo>
                  <a:close/>
                  <a:moveTo>
                    <a:pt x="4885" y="4269"/>
                  </a:moveTo>
                  <a:cubicBezTo>
                    <a:pt x="5091" y="4383"/>
                    <a:pt x="5296" y="4520"/>
                    <a:pt x="5502" y="4634"/>
                  </a:cubicBezTo>
                  <a:lnTo>
                    <a:pt x="4977" y="4954"/>
                  </a:lnTo>
                  <a:cubicBezTo>
                    <a:pt x="4748" y="4840"/>
                    <a:pt x="4543" y="4703"/>
                    <a:pt x="4315" y="4588"/>
                  </a:cubicBezTo>
                  <a:lnTo>
                    <a:pt x="4885" y="4269"/>
                  </a:lnTo>
                  <a:close/>
                  <a:moveTo>
                    <a:pt x="6232" y="4360"/>
                  </a:moveTo>
                  <a:cubicBezTo>
                    <a:pt x="6323" y="4406"/>
                    <a:pt x="6437" y="4474"/>
                    <a:pt x="6529" y="4543"/>
                  </a:cubicBezTo>
                  <a:lnTo>
                    <a:pt x="6780" y="4657"/>
                  </a:lnTo>
                  <a:lnTo>
                    <a:pt x="6255" y="4954"/>
                  </a:lnTo>
                  <a:lnTo>
                    <a:pt x="5935" y="4794"/>
                  </a:lnTo>
                  <a:cubicBezTo>
                    <a:pt x="5844" y="4748"/>
                    <a:pt x="5775" y="4703"/>
                    <a:pt x="5684" y="4657"/>
                  </a:cubicBezTo>
                  <a:lnTo>
                    <a:pt x="6232" y="4360"/>
                  </a:lnTo>
                  <a:close/>
                  <a:moveTo>
                    <a:pt x="7487" y="4383"/>
                  </a:moveTo>
                  <a:lnTo>
                    <a:pt x="8035" y="4703"/>
                  </a:lnTo>
                  <a:lnTo>
                    <a:pt x="7533" y="4976"/>
                  </a:lnTo>
                  <a:lnTo>
                    <a:pt x="6962" y="4680"/>
                  </a:lnTo>
                  <a:lnTo>
                    <a:pt x="7487" y="4383"/>
                  </a:lnTo>
                  <a:close/>
                  <a:moveTo>
                    <a:pt x="8766" y="4406"/>
                  </a:moveTo>
                  <a:lnTo>
                    <a:pt x="9313" y="4725"/>
                  </a:lnTo>
                  <a:lnTo>
                    <a:pt x="8880" y="4954"/>
                  </a:lnTo>
                  <a:lnTo>
                    <a:pt x="8811" y="5022"/>
                  </a:lnTo>
                  <a:lnTo>
                    <a:pt x="8241" y="4703"/>
                  </a:lnTo>
                  <a:lnTo>
                    <a:pt x="8766" y="4406"/>
                  </a:lnTo>
                  <a:close/>
                  <a:moveTo>
                    <a:pt x="10021" y="4452"/>
                  </a:moveTo>
                  <a:lnTo>
                    <a:pt x="10112" y="4497"/>
                  </a:lnTo>
                  <a:lnTo>
                    <a:pt x="10592" y="4748"/>
                  </a:lnTo>
                  <a:lnTo>
                    <a:pt x="10067" y="5045"/>
                  </a:lnTo>
                  <a:lnTo>
                    <a:pt x="9679" y="4817"/>
                  </a:lnTo>
                  <a:lnTo>
                    <a:pt x="9519" y="4725"/>
                  </a:lnTo>
                  <a:lnTo>
                    <a:pt x="10021" y="4452"/>
                  </a:lnTo>
                  <a:close/>
                  <a:moveTo>
                    <a:pt x="11299" y="4474"/>
                  </a:moveTo>
                  <a:lnTo>
                    <a:pt x="11870" y="4771"/>
                  </a:lnTo>
                  <a:lnTo>
                    <a:pt x="11345" y="5068"/>
                  </a:lnTo>
                  <a:lnTo>
                    <a:pt x="10797" y="4748"/>
                  </a:lnTo>
                  <a:lnTo>
                    <a:pt x="11299" y="4474"/>
                  </a:lnTo>
                  <a:close/>
                  <a:moveTo>
                    <a:pt x="12577" y="4497"/>
                  </a:moveTo>
                  <a:lnTo>
                    <a:pt x="13148" y="4817"/>
                  </a:lnTo>
                  <a:lnTo>
                    <a:pt x="12623" y="5113"/>
                  </a:lnTo>
                  <a:cubicBezTo>
                    <a:pt x="12600" y="5091"/>
                    <a:pt x="12600" y="5091"/>
                    <a:pt x="12600" y="5091"/>
                  </a:cubicBezTo>
                  <a:lnTo>
                    <a:pt x="12052" y="4794"/>
                  </a:lnTo>
                  <a:lnTo>
                    <a:pt x="12577" y="4497"/>
                  </a:lnTo>
                  <a:close/>
                  <a:moveTo>
                    <a:pt x="13833" y="4520"/>
                  </a:moveTo>
                  <a:cubicBezTo>
                    <a:pt x="14038" y="4611"/>
                    <a:pt x="14244" y="4725"/>
                    <a:pt x="14426" y="4840"/>
                  </a:cubicBezTo>
                  <a:lnTo>
                    <a:pt x="13878" y="5136"/>
                  </a:lnTo>
                  <a:cubicBezTo>
                    <a:pt x="13696" y="5022"/>
                    <a:pt x="13513" y="4931"/>
                    <a:pt x="13331" y="4817"/>
                  </a:cubicBezTo>
                  <a:lnTo>
                    <a:pt x="13833" y="4520"/>
                  </a:lnTo>
                  <a:close/>
                  <a:moveTo>
                    <a:pt x="15134" y="4520"/>
                  </a:moveTo>
                  <a:cubicBezTo>
                    <a:pt x="15316" y="4634"/>
                    <a:pt x="15522" y="4748"/>
                    <a:pt x="15727" y="4862"/>
                  </a:cubicBezTo>
                  <a:cubicBezTo>
                    <a:pt x="15567" y="4931"/>
                    <a:pt x="15431" y="5022"/>
                    <a:pt x="15271" y="5091"/>
                  </a:cubicBezTo>
                  <a:lnTo>
                    <a:pt x="15134" y="5182"/>
                  </a:lnTo>
                  <a:cubicBezTo>
                    <a:pt x="14951" y="5068"/>
                    <a:pt x="14769" y="4954"/>
                    <a:pt x="14563" y="4840"/>
                  </a:cubicBezTo>
                  <a:lnTo>
                    <a:pt x="14791" y="4725"/>
                  </a:lnTo>
                  <a:cubicBezTo>
                    <a:pt x="14906" y="4657"/>
                    <a:pt x="14997" y="4588"/>
                    <a:pt x="15134" y="4520"/>
                  </a:cubicBezTo>
                  <a:close/>
                  <a:moveTo>
                    <a:pt x="4292" y="4611"/>
                  </a:moveTo>
                  <a:cubicBezTo>
                    <a:pt x="4497" y="4748"/>
                    <a:pt x="4703" y="4862"/>
                    <a:pt x="4908" y="4976"/>
                  </a:cubicBezTo>
                  <a:lnTo>
                    <a:pt x="4406" y="5273"/>
                  </a:lnTo>
                  <a:cubicBezTo>
                    <a:pt x="4200" y="5159"/>
                    <a:pt x="3972" y="5022"/>
                    <a:pt x="3767" y="4908"/>
                  </a:cubicBezTo>
                  <a:lnTo>
                    <a:pt x="4292" y="4611"/>
                  </a:lnTo>
                  <a:close/>
                  <a:moveTo>
                    <a:pt x="5616" y="4703"/>
                  </a:moveTo>
                  <a:cubicBezTo>
                    <a:pt x="5707" y="4748"/>
                    <a:pt x="5798" y="4817"/>
                    <a:pt x="5890" y="4862"/>
                  </a:cubicBezTo>
                  <a:lnTo>
                    <a:pt x="6163" y="5022"/>
                  </a:lnTo>
                  <a:lnTo>
                    <a:pt x="5638" y="5319"/>
                  </a:lnTo>
                  <a:lnTo>
                    <a:pt x="5479" y="5205"/>
                  </a:lnTo>
                  <a:cubicBezTo>
                    <a:pt x="5342" y="5136"/>
                    <a:pt x="5205" y="5068"/>
                    <a:pt x="5068" y="4999"/>
                  </a:cubicBezTo>
                  <a:lnTo>
                    <a:pt x="5616" y="4703"/>
                  </a:lnTo>
                  <a:close/>
                  <a:moveTo>
                    <a:pt x="6871" y="4725"/>
                  </a:moveTo>
                  <a:lnTo>
                    <a:pt x="7419" y="5045"/>
                  </a:lnTo>
                  <a:lnTo>
                    <a:pt x="6917" y="5342"/>
                  </a:lnTo>
                  <a:lnTo>
                    <a:pt x="6369" y="5022"/>
                  </a:lnTo>
                  <a:lnTo>
                    <a:pt x="6871" y="4725"/>
                  </a:lnTo>
                  <a:close/>
                  <a:moveTo>
                    <a:pt x="8149" y="4771"/>
                  </a:moveTo>
                  <a:lnTo>
                    <a:pt x="8697" y="5068"/>
                  </a:lnTo>
                  <a:lnTo>
                    <a:pt x="8195" y="5365"/>
                  </a:lnTo>
                  <a:lnTo>
                    <a:pt x="7647" y="5045"/>
                  </a:lnTo>
                  <a:lnTo>
                    <a:pt x="8149" y="4771"/>
                  </a:lnTo>
                  <a:close/>
                  <a:moveTo>
                    <a:pt x="9405" y="4794"/>
                  </a:moveTo>
                  <a:lnTo>
                    <a:pt x="9610" y="4908"/>
                  </a:lnTo>
                  <a:lnTo>
                    <a:pt x="9975" y="5091"/>
                  </a:lnTo>
                  <a:lnTo>
                    <a:pt x="9610" y="5319"/>
                  </a:lnTo>
                  <a:lnTo>
                    <a:pt x="9473" y="5387"/>
                  </a:lnTo>
                  <a:lnTo>
                    <a:pt x="9039" y="5136"/>
                  </a:lnTo>
                  <a:lnTo>
                    <a:pt x="8925" y="5068"/>
                  </a:lnTo>
                  <a:lnTo>
                    <a:pt x="8948" y="5068"/>
                  </a:lnTo>
                  <a:lnTo>
                    <a:pt x="9405" y="4794"/>
                  </a:lnTo>
                  <a:close/>
                  <a:moveTo>
                    <a:pt x="10683" y="4817"/>
                  </a:moveTo>
                  <a:lnTo>
                    <a:pt x="11253" y="5136"/>
                  </a:lnTo>
                  <a:lnTo>
                    <a:pt x="10728" y="5410"/>
                  </a:lnTo>
                  <a:lnTo>
                    <a:pt x="10181" y="5091"/>
                  </a:lnTo>
                  <a:lnTo>
                    <a:pt x="10683" y="4817"/>
                  </a:lnTo>
                  <a:close/>
                  <a:moveTo>
                    <a:pt x="11961" y="4840"/>
                  </a:moveTo>
                  <a:lnTo>
                    <a:pt x="12532" y="5159"/>
                  </a:lnTo>
                  <a:lnTo>
                    <a:pt x="12007" y="5456"/>
                  </a:lnTo>
                  <a:cubicBezTo>
                    <a:pt x="11984" y="5433"/>
                    <a:pt x="11984" y="5433"/>
                    <a:pt x="11961" y="5433"/>
                  </a:cubicBezTo>
                  <a:lnTo>
                    <a:pt x="11459" y="5136"/>
                  </a:lnTo>
                  <a:lnTo>
                    <a:pt x="11961" y="4840"/>
                  </a:lnTo>
                  <a:close/>
                  <a:moveTo>
                    <a:pt x="13239" y="4862"/>
                  </a:moveTo>
                  <a:cubicBezTo>
                    <a:pt x="13422" y="4976"/>
                    <a:pt x="13627" y="5068"/>
                    <a:pt x="13810" y="5182"/>
                  </a:cubicBezTo>
                  <a:lnTo>
                    <a:pt x="13262" y="5479"/>
                  </a:lnTo>
                  <a:cubicBezTo>
                    <a:pt x="13080" y="5387"/>
                    <a:pt x="12897" y="5273"/>
                    <a:pt x="12714" y="5159"/>
                  </a:cubicBezTo>
                  <a:lnTo>
                    <a:pt x="13239" y="4862"/>
                  </a:lnTo>
                  <a:close/>
                  <a:moveTo>
                    <a:pt x="14517" y="4885"/>
                  </a:moveTo>
                  <a:cubicBezTo>
                    <a:pt x="14723" y="4976"/>
                    <a:pt x="14906" y="5091"/>
                    <a:pt x="15111" y="5205"/>
                  </a:cubicBezTo>
                  <a:lnTo>
                    <a:pt x="14517" y="5524"/>
                  </a:lnTo>
                  <a:cubicBezTo>
                    <a:pt x="14335" y="5410"/>
                    <a:pt x="14152" y="5296"/>
                    <a:pt x="13970" y="5205"/>
                  </a:cubicBezTo>
                  <a:lnTo>
                    <a:pt x="14517" y="4885"/>
                  </a:lnTo>
                  <a:close/>
                  <a:moveTo>
                    <a:pt x="3721" y="4931"/>
                  </a:moveTo>
                  <a:cubicBezTo>
                    <a:pt x="3949" y="5045"/>
                    <a:pt x="4155" y="5182"/>
                    <a:pt x="4360" y="5296"/>
                  </a:cubicBezTo>
                  <a:lnTo>
                    <a:pt x="3812" y="5616"/>
                  </a:lnTo>
                  <a:cubicBezTo>
                    <a:pt x="3584" y="5501"/>
                    <a:pt x="3356" y="5365"/>
                    <a:pt x="3150" y="5250"/>
                  </a:cubicBezTo>
                  <a:cubicBezTo>
                    <a:pt x="3173" y="5250"/>
                    <a:pt x="3173" y="5228"/>
                    <a:pt x="3196" y="5228"/>
                  </a:cubicBezTo>
                  <a:lnTo>
                    <a:pt x="3721" y="4931"/>
                  </a:lnTo>
                  <a:close/>
                  <a:moveTo>
                    <a:pt x="4999" y="5045"/>
                  </a:moveTo>
                  <a:cubicBezTo>
                    <a:pt x="5136" y="5113"/>
                    <a:pt x="5296" y="5205"/>
                    <a:pt x="5433" y="5296"/>
                  </a:cubicBezTo>
                  <a:lnTo>
                    <a:pt x="5570" y="5365"/>
                  </a:lnTo>
                  <a:lnTo>
                    <a:pt x="5091" y="5638"/>
                  </a:lnTo>
                  <a:lnTo>
                    <a:pt x="5022" y="5593"/>
                  </a:lnTo>
                  <a:cubicBezTo>
                    <a:pt x="4862" y="5501"/>
                    <a:pt x="4680" y="5410"/>
                    <a:pt x="4520" y="5319"/>
                  </a:cubicBezTo>
                  <a:lnTo>
                    <a:pt x="4999" y="5045"/>
                  </a:lnTo>
                  <a:close/>
                  <a:moveTo>
                    <a:pt x="6278" y="5068"/>
                  </a:moveTo>
                  <a:lnTo>
                    <a:pt x="6825" y="5387"/>
                  </a:lnTo>
                  <a:lnTo>
                    <a:pt x="6323" y="5684"/>
                  </a:lnTo>
                  <a:lnTo>
                    <a:pt x="5753" y="5365"/>
                  </a:lnTo>
                  <a:lnTo>
                    <a:pt x="6278" y="5068"/>
                  </a:lnTo>
                  <a:close/>
                  <a:moveTo>
                    <a:pt x="7533" y="5113"/>
                  </a:moveTo>
                  <a:lnTo>
                    <a:pt x="8081" y="5433"/>
                  </a:lnTo>
                  <a:lnTo>
                    <a:pt x="7601" y="5707"/>
                  </a:lnTo>
                  <a:lnTo>
                    <a:pt x="7031" y="5387"/>
                  </a:lnTo>
                  <a:lnTo>
                    <a:pt x="7533" y="5113"/>
                  </a:lnTo>
                  <a:close/>
                  <a:moveTo>
                    <a:pt x="8811" y="5136"/>
                  </a:moveTo>
                  <a:lnTo>
                    <a:pt x="8971" y="5228"/>
                  </a:lnTo>
                  <a:lnTo>
                    <a:pt x="9359" y="5456"/>
                  </a:lnTo>
                  <a:lnTo>
                    <a:pt x="8857" y="5730"/>
                  </a:lnTo>
                  <a:lnTo>
                    <a:pt x="8377" y="5456"/>
                  </a:lnTo>
                  <a:lnTo>
                    <a:pt x="8309" y="5410"/>
                  </a:lnTo>
                  <a:lnTo>
                    <a:pt x="8811" y="5136"/>
                  </a:lnTo>
                  <a:close/>
                  <a:moveTo>
                    <a:pt x="10089" y="5159"/>
                  </a:moveTo>
                  <a:lnTo>
                    <a:pt x="10637" y="5479"/>
                  </a:lnTo>
                  <a:lnTo>
                    <a:pt x="10318" y="5661"/>
                  </a:lnTo>
                  <a:lnTo>
                    <a:pt x="10135" y="5753"/>
                  </a:lnTo>
                  <a:lnTo>
                    <a:pt x="9587" y="5456"/>
                  </a:lnTo>
                  <a:lnTo>
                    <a:pt x="9656" y="5410"/>
                  </a:lnTo>
                  <a:lnTo>
                    <a:pt x="10089" y="5159"/>
                  </a:lnTo>
                  <a:close/>
                  <a:moveTo>
                    <a:pt x="11345" y="5182"/>
                  </a:moveTo>
                  <a:lnTo>
                    <a:pt x="11915" y="5501"/>
                  </a:lnTo>
                  <a:lnTo>
                    <a:pt x="11390" y="5798"/>
                  </a:lnTo>
                  <a:lnTo>
                    <a:pt x="10843" y="5479"/>
                  </a:lnTo>
                  <a:lnTo>
                    <a:pt x="11345" y="5182"/>
                  </a:lnTo>
                  <a:close/>
                  <a:moveTo>
                    <a:pt x="12623" y="5205"/>
                  </a:moveTo>
                  <a:cubicBezTo>
                    <a:pt x="12828" y="5319"/>
                    <a:pt x="13011" y="5410"/>
                    <a:pt x="13216" y="5524"/>
                  </a:cubicBezTo>
                  <a:lnTo>
                    <a:pt x="12646" y="5821"/>
                  </a:lnTo>
                  <a:cubicBezTo>
                    <a:pt x="12463" y="5730"/>
                    <a:pt x="12281" y="5616"/>
                    <a:pt x="12098" y="5501"/>
                  </a:cubicBezTo>
                  <a:lnTo>
                    <a:pt x="12623" y="5205"/>
                  </a:lnTo>
                  <a:close/>
                  <a:moveTo>
                    <a:pt x="13924" y="5228"/>
                  </a:moveTo>
                  <a:cubicBezTo>
                    <a:pt x="14107" y="5319"/>
                    <a:pt x="14312" y="5433"/>
                    <a:pt x="14495" y="5547"/>
                  </a:cubicBezTo>
                  <a:lnTo>
                    <a:pt x="13901" y="5867"/>
                  </a:lnTo>
                  <a:cubicBezTo>
                    <a:pt x="13719" y="5753"/>
                    <a:pt x="13536" y="5661"/>
                    <a:pt x="13353" y="5547"/>
                  </a:cubicBezTo>
                  <a:lnTo>
                    <a:pt x="13924" y="5228"/>
                  </a:lnTo>
                  <a:close/>
                  <a:moveTo>
                    <a:pt x="3128" y="5273"/>
                  </a:moveTo>
                  <a:cubicBezTo>
                    <a:pt x="3333" y="5387"/>
                    <a:pt x="3539" y="5524"/>
                    <a:pt x="3744" y="5638"/>
                  </a:cubicBezTo>
                  <a:cubicBezTo>
                    <a:pt x="3561" y="5753"/>
                    <a:pt x="3402" y="5867"/>
                    <a:pt x="3219" y="5958"/>
                  </a:cubicBezTo>
                  <a:cubicBezTo>
                    <a:pt x="2991" y="5844"/>
                    <a:pt x="2762" y="5730"/>
                    <a:pt x="2534" y="5593"/>
                  </a:cubicBezTo>
                  <a:cubicBezTo>
                    <a:pt x="2717" y="5479"/>
                    <a:pt x="2922" y="5387"/>
                    <a:pt x="3128" y="5273"/>
                  </a:cubicBezTo>
                  <a:close/>
                  <a:moveTo>
                    <a:pt x="4452" y="5342"/>
                  </a:moveTo>
                  <a:cubicBezTo>
                    <a:pt x="4634" y="5456"/>
                    <a:pt x="4817" y="5570"/>
                    <a:pt x="4977" y="5661"/>
                  </a:cubicBezTo>
                  <a:lnTo>
                    <a:pt x="4999" y="5684"/>
                  </a:lnTo>
                  <a:lnTo>
                    <a:pt x="4497" y="5981"/>
                  </a:lnTo>
                  <a:lnTo>
                    <a:pt x="4383" y="5935"/>
                  </a:lnTo>
                  <a:cubicBezTo>
                    <a:pt x="4223" y="5844"/>
                    <a:pt x="4064" y="5753"/>
                    <a:pt x="3904" y="5661"/>
                  </a:cubicBezTo>
                  <a:lnTo>
                    <a:pt x="4452" y="5342"/>
                  </a:lnTo>
                  <a:close/>
                  <a:moveTo>
                    <a:pt x="5661" y="5410"/>
                  </a:moveTo>
                  <a:lnTo>
                    <a:pt x="6209" y="5730"/>
                  </a:lnTo>
                  <a:lnTo>
                    <a:pt x="5753" y="6004"/>
                  </a:lnTo>
                  <a:lnTo>
                    <a:pt x="5182" y="5684"/>
                  </a:lnTo>
                  <a:lnTo>
                    <a:pt x="5661" y="5410"/>
                  </a:lnTo>
                  <a:close/>
                  <a:moveTo>
                    <a:pt x="6917" y="5456"/>
                  </a:moveTo>
                  <a:lnTo>
                    <a:pt x="7487" y="5775"/>
                  </a:lnTo>
                  <a:lnTo>
                    <a:pt x="6985" y="6049"/>
                  </a:lnTo>
                  <a:lnTo>
                    <a:pt x="6415" y="5730"/>
                  </a:lnTo>
                  <a:lnTo>
                    <a:pt x="6917" y="5456"/>
                  </a:lnTo>
                  <a:close/>
                  <a:moveTo>
                    <a:pt x="8195" y="5479"/>
                  </a:moveTo>
                  <a:lnTo>
                    <a:pt x="8332" y="5570"/>
                  </a:lnTo>
                  <a:lnTo>
                    <a:pt x="8743" y="5798"/>
                  </a:lnTo>
                  <a:lnTo>
                    <a:pt x="8263" y="6072"/>
                  </a:lnTo>
                  <a:lnTo>
                    <a:pt x="7738" y="5798"/>
                  </a:lnTo>
                  <a:lnTo>
                    <a:pt x="7693" y="5753"/>
                  </a:lnTo>
                  <a:lnTo>
                    <a:pt x="8195" y="5479"/>
                  </a:lnTo>
                  <a:close/>
                  <a:moveTo>
                    <a:pt x="9473" y="5501"/>
                  </a:moveTo>
                  <a:lnTo>
                    <a:pt x="10021" y="5821"/>
                  </a:lnTo>
                  <a:lnTo>
                    <a:pt x="9519" y="6118"/>
                  </a:lnTo>
                  <a:lnTo>
                    <a:pt x="8971" y="5798"/>
                  </a:lnTo>
                  <a:lnTo>
                    <a:pt x="9473" y="5501"/>
                  </a:lnTo>
                  <a:close/>
                  <a:moveTo>
                    <a:pt x="10751" y="5524"/>
                  </a:moveTo>
                  <a:lnTo>
                    <a:pt x="11299" y="5844"/>
                  </a:lnTo>
                  <a:lnTo>
                    <a:pt x="11025" y="6004"/>
                  </a:lnTo>
                  <a:lnTo>
                    <a:pt x="10774" y="6141"/>
                  </a:lnTo>
                  <a:lnTo>
                    <a:pt x="10226" y="5821"/>
                  </a:lnTo>
                  <a:lnTo>
                    <a:pt x="10363" y="5753"/>
                  </a:lnTo>
                  <a:lnTo>
                    <a:pt x="10751" y="5524"/>
                  </a:lnTo>
                  <a:close/>
                  <a:moveTo>
                    <a:pt x="12030" y="5547"/>
                  </a:moveTo>
                  <a:cubicBezTo>
                    <a:pt x="12212" y="5661"/>
                    <a:pt x="12418" y="5753"/>
                    <a:pt x="12600" y="5867"/>
                  </a:cubicBezTo>
                  <a:lnTo>
                    <a:pt x="12052" y="6186"/>
                  </a:lnTo>
                  <a:cubicBezTo>
                    <a:pt x="11870" y="6072"/>
                    <a:pt x="11687" y="5958"/>
                    <a:pt x="11505" y="5867"/>
                  </a:cubicBezTo>
                  <a:lnTo>
                    <a:pt x="12030" y="5547"/>
                  </a:lnTo>
                  <a:close/>
                  <a:moveTo>
                    <a:pt x="13308" y="5570"/>
                  </a:moveTo>
                  <a:cubicBezTo>
                    <a:pt x="13513" y="5684"/>
                    <a:pt x="13696" y="5775"/>
                    <a:pt x="13878" y="5889"/>
                  </a:cubicBezTo>
                  <a:lnTo>
                    <a:pt x="13308" y="6209"/>
                  </a:lnTo>
                  <a:cubicBezTo>
                    <a:pt x="13125" y="6118"/>
                    <a:pt x="12943" y="6004"/>
                    <a:pt x="12760" y="5889"/>
                  </a:cubicBezTo>
                  <a:lnTo>
                    <a:pt x="13308" y="5570"/>
                  </a:lnTo>
                  <a:close/>
                  <a:moveTo>
                    <a:pt x="2489" y="5616"/>
                  </a:moveTo>
                  <a:cubicBezTo>
                    <a:pt x="2717" y="5753"/>
                    <a:pt x="2922" y="5867"/>
                    <a:pt x="3150" y="6004"/>
                  </a:cubicBezTo>
                  <a:cubicBezTo>
                    <a:pt x="2968" y="6095"/>
                    <a:pt x="2785" y="6209"/>
                    <a:pt x="2603" y="6323"/>
                  </a:cubicBezTo>
                  <a:cubicBezTo>
                    <a:pt x="2374" y="6186"/>
                    <a:pt x="2146" y="6072"/>
                    <a:pt x="1918" y="5935"/>
                  </a:cubicBezTo>
                  <a:cubicBezTo>
                    <a:pt x="2101" y="5821"/>
                    <a:pt x="2306" y="5730"/>
                    <a:pt x="2489" y="5616"/>
                  </a:cubicBezTo>
                  <a:close/>
                  <a:moveTo>
                    <a:pt x="3835" y="5707"/>
                  </a:moveTo>
                  <a:cubicBezTo>
                    <a:pt x="3995" y="5798"/>
                    <a:pt x="4178" y="5889"/>
                    <a:pt x="4337" y="6004"/>
                  </a:cubicBezTo>
                  <a:lnTo>
                    <a:pt x="4406" y="6026"/>
                  </a:lnTo>
                  <a:cubicBezTo>
                    <a:pt x="4223" y="6141"/>
                    <a:pt x="4064" y="6232"/>
                    <a:pt x="3881" y="6323"/>
                  </a:cubicBezTo>
                  <a:lnTo>
                    <a:pt x="3744" y="6255"/>
                  </a:lnTo>
                  <a:cubicBezTo>
                    <a:pt x="3584" y="6163"/>
                    <a:pt x="3447" y="6095"/>
                    <a:pt x="3287" y="6004"/>
                  </a:cubicBezTo>
                  <a:cubicBezTo>
                    <a:pt x="3447" y="5912"/>
                    <a:pt x="3630" y="5821"/>
                    <a:pt x="3812" y="5707"/>
                  </a:cubicBezTo>
                  <a:close/>
                  <a:moveTo>
                    <a:pt x="5091" y="5730"/>
                  </a:moveTo>
                  <a:lnTo>
                    <a:pt x="5661" y="6049"/>
                  </a:lnTo>
                  <a:lnTo>
                    <a:pt x="5182" y="6323"/>
                  </a:lnTo>
                  <a:lnTo>
                    <a:pt x="5159" y="6346"/>
                  </a:lnTo>
                  <a:lnTo>
                    <a:pt x="4566" y="6026"/>
                  </a:lnTo>
                  <a:lnTo>
                    <a:pt x="5091" y="5730"/>
                  </a:lnTo>
                  <a:close/>
                  <a:moveTo>
                    <a:pt x="6323" y="5798"/>
                  </a:moveTo>
                  <a:lnTo>
                    <a:pt x="6871" y="6118"/>
                  </a:lnTo>
                  <a:lnTo>
                    <a:pt x="6437" y="6369"/>
                  </a:lnTo>
                  <a:lnTo>
                    <a:pt x="5844" y="6049"/>
                  </a:lnTo>
                  <a:lnTo>
                    <a:pt x="6323" y="5798"/>
                  </a:lnTo>
                  <a:close/>
                  <a:moveTo>
                    <a:pt x="7579" y="5821"/>
                  </a:moveTo>
                  <a:lnTo>
                    <a:pt x="7693" y="5889"/>
                  </a:lnTo>
                  <a:lnTo>
                    <a:pt x="8149" y="6141"/>
                  </a:lnTo>
                  <a:lnTo>
                    <a:pt x="7647" y="6437"/>
                  </a:lnTo>
                  <a:lnTo>
                    <a:pt x="7282" y="6209"/>
                  </a:lnTo>
                  <a:lnTo>
                    <a:pt x="7076" y="6118"/>
                  </a:lnTo>
                  <a:lnTo>
                    <a:pt x="7579" y="5821"/>
                  </a:lnTo>
                  <a:close/>
                  <a:moveTo>
                    <a:pt x="8857" y="5844"/>
                  </a:moveTo>
                  <a:lnTo>
                    <a:pt x="9427" y="6163"/>
                  </a:lnTo>
                  <a:lnTo>
                    <a:pt x="8902" y="6460"/>
                  </a:lnTo>
                  <a:lnTo>
                    <a:pt x="8355" y="6141"/>
                  </a:lnTo>
                  <a:lnTo>
                    <a:pt x="8857" y="5844"/>
                  </a:lnTo>
                  <a:close/>
                  <a:moveTo>
                    <a:pt x="10135" y="5889"/>
                  </a:moveTo>
                  <a:lnTo>
                    <a:pt x="10706" y="6186"/>
                  </a:lnTo>
                  <a:lnTo>
                    <a:pt x="10181" y="6483"/>
                  </a:lnTo>
                  <a:lnTo>
                    <a:pt x="9633" y="6163"/>
                  </a:lnTo>
                  <a:lnTo>
                    <a:pt x="10135" y="5889"/>
                  </a:lnTo>
                  <a:close/>
                  <a:moveTo>
                    <a:pt x="11413" y="5912"/>
                  </a:moveTo>
                  <a:cubicBezTo>
                    <a:pt x="11619" y="6004"/>
                    <a:pt x="11801" y="6118"/>
                    <a:pt x="11984" y="6209"/>
                  </a:cubicBezTo>
                  <a:lnTo>
                    <a:pt x="11733" y="6346"/>
                  </a:lnTo>
                  <a:lnTo>
                    <a:pt x="11436" y="6529"/>
                  </a:lnTo>
                  <a:cubicBezTo>
                    <a:pt x="11253" y="6414"/>
                    <a:pt x="11071" y="6300"/>
                    <a:pt x="10888" y="6209"/>
                  </a:cubicBezTo>
                  <a:lnTo>
                    <a:pt x="11071" y="6095"/>
                  </a:lnTo>
                  <a:lnTo>
                    <a:pt x="11413" y="5912"/>
                  </a:lnTo>
                  <a:close/>
                  <a:moveTo>
                    <a:pt x="12714" y="5912"/>
                  </a:moveTo>
                  <a:cubicBezTo>
                    <a:pt x="12897" y="6026"/>
                    <a:pt x="13080" y="6118"/>
                    <a:pt x="13285" y="6232"/>
                  </a:cubicBezTo>
                  <a:lnTo>
                    <a:pt x="12691" y="6551"/>
                  </a:lnTo>
                  <a:cubicBezTo>
                    <a:pt x="12509" y="6460"/>
                    <a:pt x="12326" y="6346"/>
                    <a:pt x="12144" y="6232"/>
                  </a:cubicBezTo>
                  <a:lnTo>
                    <a:pt x="12714" y="5912"/>
                  </a:lnTo>
                  <a:close/>
                  <a:moveTo>
                    <a:pt x="1872" y="5958"/>
                  </a:moveTo>
                  <a:cubicBezTo>
                    <a:pt x="2101" y="6095"/>
                    <a:pt x="2329" y="6232"/>
                    <a:pt x="2557" y="6346"/>
                  </a:cubicBezTo>
                  <a:cubicBezTo>
                    <a:pt x="2374" y="6460"/>
                    <a:pt x="2192" y="6551"/>
                    <a:pt x="2009" y="6666"/>
                  </a:cubicBezTo>
                  <a:cubicBezTo>
                    <a:pt x="1781" y="6529"/>
                    <a:pt x="1530" y="6414"/>
                    <a:pt x="1302" y="6278"/>
                  </a:cubicBezTo>
                  <a:cubicBezTo>
                    <a:pt x="1484" y="6163"/>
                    <a:pt x="1690" y="6072"/>
                    <a:pt x="1872" y="5958"/>
                  </a:cubicBezTo>
                  <a:close/>
                  <a:moveTo>
                    <a:pt x="3219" y="6049"/>
                  </a:moveTo>
                  <a:cubicBezTo>
                    <a:pt x="3379" y="6141"/>
                    <a:pt x="3539" y="6232"/>
                    <a:pt x="3698" y="6323"/>
                  </a:cubicBezTo>
                  <a:lnTo>
                    <a:pt x="3790" y="6392"/>
                  </a:lnTo>
                  <a:cubicBezTo>
                    <a:pt x="3630" y="6483"/>
                    <a:pt x="3470" y="6574"/>
                    <a:pt x="3287" y="6688"/>
                  </a:cubicBezTo>
                  <a:lnTo>
                    <a:pt x="3105" y="6574"/>
                  </a:lnTo>
                  <a:cubicBezTo>
                    <a:pt x="2968" y="6506"/>
                    <a:pt x="2808" y="6414"/>
                    <a:pt x="2671" y="6346"/>
                  </a:cubicBezTo>
                  <a:cubicBezTo>
                    <a:pt x="2854" y="6232"/>
                    <a:pt x="3036" y="6141"/>
                    <a:pt x="3219" y="6049"/>
                  </a:cubicBezTo>
                  <a:close/>
                  <a:moveTo>
                    <a:pt x="4474" y="6072"/>
                  </a:moveTo>
                  <a:lnTo>
                    <a:pt x="5068" y="6414"/>
                  </a:lnTo>
                  <a:cubicBezTo>
                    <a:pt x="4885" y="6506"/>
                    <a:pt x="4725" y="6597"/>
                    <a:pt x="4566" y="6711"/>
                  </a:cubicBezTo>
                  <a:lnTo>
                    <a:pt x="3949" y="6369"/>
                  </a:lnTo>
                  <a:cubicBezTo>
                    <a:pt x="4132" y="6278"/>
                    <a:pt x="4315" y="6186"/>
                    <a:pt x="4474" y="6072"/>
                  </a:cubicBezTo>
                  <a:close/>
                  <a:moveTo>
                    <a:pt x="5753" y="6118"/>
                  </a:moveTo>
                  <a:lnTo>
                    <a:pt x="6323" y="6437"/>
                  </a:lnTo>
                  <a:lnTo>
                    <a:pt x="5890" y="6688"/>
                  </a:lnTo>
                  <a:cubicBezTo>
                    <a:pt x="5867" y="6688"/>
                    <a:pt x="5844" y="6711"/>
                    <a:pt x="5821" y="6711"/>
                  </a:cubicBezTo>
                  <a:lnTo>
                    <a:pt x="5250" y="6392"/>
                  </a:lnTo>
                  <a:lnTo>
                    <a:pt x="5753" y="6118"/>
                  </a:lnTo>
                  <a:close/>
                  <a:moveTo>
                    <a:pt x="6962" y="6163"/>
                  </a:moveTo>
                  <a:lnTo>
                    <a:pt x="7236" y="6323"/>
                  </a:lnTo>
                  <a:lnTo>
                    <a:pt x="7533" y="6483"/>
                  </a:lnTo>
                  <a:lnTo>
                    <a:pt x="7099" y="6757"/>
                  </a:lnTo>
                  <a:lnTo>
                    <a:pt x="6848" y="6597"/>
                  </a:lnTo>
                  <a:lnTo>
                    <a:pt x="6529" y="6414"/>
                  </a:lnTo>
                  <a:lnTo>
                    <a:pt x="6962" y="6163"/>
                  </a:lnTo>
                  <a:close/>
                  <a:moveTo>
                    <a:pt x="8241" y="6209"/>
                  </a:moveTo>
                  <a:lnTo>
                    <a:pt x="8811" y="6506"/>
                  </a:lnTo>
                  <a:lnTo>
                    <a:pt x="8309" y="6803"/>
                  </a:lnTo>
                  <a:lnTo>
                    <a:pt x="7738" y="6483"/>
                  </a:lnTo>
                  <a:lnTo>
                    <a:pt x="8241" y="6209"/>
                  </a:lnTo>
                  <a:close/>
                  <a:moveTo>
                    <a:pt x="9519" y="6232"/>
                  </a:moveTo>
                  <a:lnTo>
                    <a:pt x="10089" y="6529"/>
                  </a:lnTo>
                  <a:lnTo>
                    <a:pt x="9564" y="6825"/>
                  </a:lnTo>
                  <a:lnTo>
                    <a:pt x="9542" y="6825"/>
                  </a:lnTo>
                  <a:lnTo>
                    <a:pt x="9017" y="6506"/>
                  </a:lnTo>
                  <a:lnTo>
                    <a:pt x="9519" y="6232"/>
                  </a:lnTo>
                  <a:close/>
                  <a:moveTo>
                    <a:pt x="10820" y="6255"/>
                  </a:moveTo>
                  <a:cubicBezTo>
                    <a:pt x="11002" y="6346"/>
                    <a:pt x="11185" y="6460"/>
                    <a:pt x="11368" y="6551"/>
                  </a:cubicBezTo>
                  <a:lnTo>
                    <a:pt x="10820" y="6871"/>
                  </a:lnTo>
                  <a:cubicBezTo>
                    <a:pt x="10637" y="6757"/>
                    <a:pt x="10455" y="6666"/>
                    <a:pt x="10272" y="6551"/>
                  </a:cubicBezTo>
                  <a:lnTo>
                    <a:pt x="10820" y="6255"/>
                  </a:lnTo>
                  <a:close/>
                  <a:moveTo>
                    <a:pt x="640" y="6643"/>
                  </a:moveTo>
                  <a:lnTo>
                    <a:pt x="640" y="6643"/>
                  </a:lnTo>
                  <a:cubicBezTo>
                    <a:pt x="480" y="6711"/>
                    <a:pt x="320" y="6803"/>
                    <a:pt x="183" y="6894"/>
                  </a:cubicBezTo>
                  <a:cubicBezTo>
                    <a:pt x="343" y="6803"/>
                    <a:pt x="480" y="6734"/>
                    <a:pt x="640" y="6643"/>
                  </a:cubicBezTo>
                  <a:close/>
                  <a:moveTo>
                    <a:pt x="12098" y="6278"/>
                  </a:moveTo>
                  <a:cubicBezTo>
                    <a:pt x="12281" y="6369"/>
                    <a:pt x="12463" y="6483"/>
                    <a:pt x="12669" y="6574"/>
                  </a:cubicBezTo>
                  <a:lnTo>
                    <a:pt x="12281" y="6803"/>
                  </a:lnTo>
                  <a:lnTo>
                    <a:pt x="12075" y="6894"/>
                  </a:lnTo>
                  <a:cubicBezTo>
                    <a:pt x="11893" y="6803"/>
                    <a:pt x="11710" y="6688"/>
                    <a:pt x="11550" y="6597"/>
                  </a:cubicBezTo>
                  <a:lnTo>
                    <a:pt x="11778" y="6437"/>
                  </a:lnTo>
                  <a:lnTo>
                    <a:pt x="12098" y="6278"/>
                  </a:lnTo>
                  <a:close/>
                  <a:moveTo>
                    <a:pt x="1256" y="6300"/>
                  </a:moveTo>
                  <a:cubicBezTo>
                    <a:pt x="1484" y="6437"/>
                    <a:pt x="1712" y="6574"/>
                    <a:pt x="1941" y="6711"/>
                  </a:cubicBezTo>
                  <a:cubicBezTo>
                    <a:pt x="1758" y="6803"/>
                    <a:pt x="1598" y="6917"/>
                    <a:pt x="1416" y="7008"/>
                  </a:cubicBezTo>
                  <a:cubicBezTo>
                    <a:pt x="1165" y="6894"/>
                    <a:pt x="914" y="6757"/>
                    <a:pt x="685" y="6620"/>
                  </a:cubicBezTo>
                  <a:cubicBezTo>
                    <a:pt x="868" y="6506"/>
                    <a:pt x="1073" y="6414"/>
                    <a:pt x="1256" y="6300"/>
                  </a:cubicBezTo>
                  <a:close/>
                  <a:moveTo>
                    <a:pt x="2603" y="6392"/>
                  </a:moveTo>
                  <a:cubicBezTo>
                    <a:pt x="2762" y="6483"/>
                    <a:pt x="2899" y="6574"/>
                    <a:pt x="3059" y="6666"/>
                  </a:cubicBezTo>
                  <a:lnTo>
                    <a:pt x="3196" y="6734"/>
                  </a:lnTo>
                  <a:cubicBezTo>
                    <a:pt x="3036" y="6825"/>
                    <a:pt x="2854" y="6939"/>
                    <a:pt x="2694" y="7031"/>
                  </a:cubicBezTo>
                  <a:lnTo>
                    <a:pt x="2466" y="6917"/>
                  </a:lnTo>
                  <a:cubicBezTo>
                    <a:pt x="2329" y="6825"/>
                    <a:pt x="2192" y="6757"/>
                    <a:pt x="2055" y="6688"/>
                  </a:cubicBezTo>
                  <a:cubicBezTo>
                    <a:pt x="2237" y="6574"/>
                    <a:pt x="2420" y="6483"/>
                    <a:pt x="2603" y="6392"/>
                  </a:cubicBezTo>
                  <a:close/>
                  <a:moveTo>
                    <a:pt x="3858" y="6414"/>
                  </a:moveTo>
                  <a:lnTo>
                    <a:pt x="4452" y="6757"/>
                  </a:lnTo>
                  <a:cubicBezTo>
                    <a:pt x="4292" y="6848"/>
                    <a:pt x="4132" y="6962"/>
                    <a:pt x="3949" y="7054"/>
                  </a:cubicBezTo>
                  <a:lnTo>
                    <a:pt x="3333" y="6711"/>
                  </a:lnTo>
                  <a:cubicBezTo>
                    <a:pt x="3516" y="6620"/>
                    <a:pt x="3698" y="6529"/>
                    <a:pt x="3858" y="6414"/>
                  </a:cubicBezTo>
                  <a:close/>
                  <a:moveTo>
                    <a:pt x="5136" y="6460"/>
                  </a:moveTo>
                  <a:lnTo>
                    <a:pt x="5730" y="6780"/>
                  </a:lnTo>
                  <a:cubicBezTo>
                    <a:pt x="5547" y="6871"/>
                    <a:pt x="5387" y="6985"/>
                    <a:pt x="5228" y="7076"/>
                  </a:cubicBezTo>
                  <a:lnTo>
                    <a:pt x="4634" y="6734"/>
                  </a:lnTo>
                  <a:cubicBezTo>
                    <a:pt x="4794" y="6643"/>
                    <a:pt x="4977" y="6551"/>
                    <a:pt x="5136" y="6460"/>
                  </a:cubicBezTo>
                  <a:close/>
                  <a:moveTo>
                    <a:pt x="6415" y="6483"/>
                  </a:moveTo>
                  <a:lnTo>
                    <a:pt x="6780" y="6688"/>
                  </a:lnTo>
                  <a:lnTo>
                    <a:pt x="6985" y="6803"/>
                  </a:lnTo>
                  <a:lnTo>
                    <a:pt x="6620" y="7031"/>
                  </a:lnTo>
                  <a:cubicBezTo>
                    <a:pt x="6574" y="7054"/>
                    <a:pt x="6529" y="7076"/>
                    <a:pt x="6483" y="7099"/>
                  </a:cubicBezTo>
                  <a:lnTo>
                    <a:pt x="6186" y="6939"/>
                  </a:lnTo>
                  <a:lnTo>
                    <a:pt x="5912" y="6780"/>
                  </a:lnTo>
                  <a:cubicBezTo>
                    <a:pt x="5912" y="6757"/>
                    <a:pt x="5935" y="6757"/>
                    <a:pt x="5935" y="6757"/>
                  </a:cubicBezTo>
                  <a:lnTo>
                    <a:pt x="6415" y="6483"/>
                  </a:lnTo>
                  <a:close/>
                  <a:moveTo>
                    <a:pt x="7647" y="6551"/>
                  </a:moveTo>
                  <a:lnTo>
                    <a:pt x="8218" y="6871"/>
                  </a:lnTo>
                  <a:lnTo>
                    <a:pt x="7761" y="7122"/>
                  </a:lnTo>
                  <a:lnTo>
                    <a:pt x="7191" y="6803"/>
                  </a:lnTo>
                  <a:lnTo>
                    <a:pt x="7647" y="6551"/>
                  </a:lnTo>
                  <a:close/>
                  <a:moveTo>
                    <a:pt x="8925" y="6574"/>
                  </a:moveTo>
                  <a:lnTo>
                    <a:pt x="9496" y="6894"/>
                  </a:lnTo>
                  <a:lnTo>
                    <a:pt x="8971" y="7191"/>
                  </a:lnTo>
                  <a:lnTo>
                    <a:pt x="8400" y="6871"/>
                  </a:lnTo>
                  <a:lnTo>
                    <a:pt x="8925" y="6574"/>
                  </a:lnTo>
                  <a:close/>
                  <a:moveTo>
                    <a:pt x="10204" y="6597"/>
                  </a:moveTo>
                  <a:cubicBezTo>
                    <a:pt x="10386" y="6711"/>
                    <a:pt x="10569" y="6803"/>
                    <a:pt x="10774" y="6894"/>
                  </a:cubicBezTo>
                  <a:lnTo>
                    <a:pt x="10226" y="7213"/>
                  </a:lnTo>
                  <a:cubicBezTo>
                    <a:pt x="10044" y="7122"/>
                    <a:pt x="9861" y="7008"/>
                    <a:pt x="9679" y="6894"/>
                  </a:cubicBezTo>
                  <a:lnTo>
                    <a:pt x="10204" y="6597"/>
                  </a:lnTo>
                  <a:close/>
                  <a:moveTo>
                    <a:pt x="11482" y="6620"/>
                  </a:moveTo>
                  <a:cubicBezTo>
                    <a:pt x="11687" y="6711"/>
                    <a:pt x="11870" y="6825"/>
                    <a:pt x="12052" y="6917"/>
                  </a:cubicBezTo>
                  <a:lnTo>
                    <a:pt x="11482" y="7259"/>
                  </a:lnTo>
                  <a:cubicBezTo>
                    <a:pt x="11299" y="7145"/>
                    <a:pt x="11117" y="7031"/>
                    <a:pt x="10934" y="6939"/>
                  </a:cubicBezTo>
                  <a:lnTo>
                    <a:pt x="11482" y="6620"/>
                  </a:lnTo>
                  <a:close/>
                  <a:moveTo>
                    <a:pt x="1986" y="6734"/>
                  </a:moveTo>
                  <a:cubicBezTo>
                    <a:pt x="2123" y="6803"/>
                    <a:pt x="2283" y="6894"/>
                    <a:pt x="2420" y="6985"/>
                  </a:cubicBezTo>
                  <a:lnTo>
                    <a:pt x="2603" y="7076"/>
                  </a:lnTo>
                  <a:cubicBezTo>
                    <a:pt x="2420" y="7191"/>
                    <a:pt x="2260" y="7282"/>
                    <a:pt x="2078" y="7373"/>
                  </a:cubicBezTo>
                  <a:lnTo>
                    <a:pt x="1827" y="7236"/>
                  </a:lnTo>
                  <a:cubicBezTo>
                    <a:pt x="1690" y="7168"/>
                    <a:pt x="1553" y="7099"/>
                    <a:pt x="1439" y="7031"/>
                  </a:cubicBezTo>
                  <a:cubicBezTo>
                    <a:pt x="1621" y="6917"/>
                    <a:pt x="1804" y="6825"/>
                    <a:pt x="1986" y="6734"/>
                  </a:cubicBezTo>
                  <a:close/>
                  <a:moveTo>
                    <a:pt x="3242" y="6757"/>
                  </a:moveTo>
                  <a:lnTo>
                    <a:pt x="3858" y="7099"/>
                  </a:lnTo>
                  <a:cubicBezTo>
                    <a:pt x="3698" y="7213"/>
                    <a:pt x="3516" y="7305"/>
                    <a:pt x="3356" y="7396"/>
                  </a:cubicBezTo>
                  <a:lnTo>
                    <a:pt x="2717" y="7054"/>
                  </a:lnTo>
                  <a:lnTo>
                    <a:pt x="3242" y="6757"/>
                  </a:lnTo>
                  <a:close/>
                  <a:moveTo>
                    <a:pt x="4520" y="6803"/>
                  </a:moveTo>
                  <a:lnTo>
                    <a:pt x="5113" y="7145"/>
                  </a:lnTo>
                  <a:cubicBezTo>
                    <a:pt x="4954" y="7236"/>
                    <a:pt x="4794" y="7327"/>
                    <a:pt x="4634" y="7419"/>
                  </a:cubicBezTo>
                  <a:lnTo>
                    <a:pt x="4018" y="7076"/>
                  </a:lnTo>
                  <a:cubicBezTo>
                    <a:pt x="4178" y="6985"/>
                    <a:pt x="4360" y="6894"/>
                    <a:pt x="4520" y="6803"/>
                  </a:cubicBezTo>
                  <a:close/>
                  <a:moveTo>
                    <a:pt x="5798" y="6825"/>
                  </a:moveTo>
                  <a:lnTo>
                    <a:pt x="6141" y="7031"/>
                  </a:lnTo>
                  <a:lnTo>
                    <a:pt x="6392" y="7168"/>
                  </a:lnTo>
                  <a:cubicBezTo>
                    <a:pt x="6209" y="7259"/>
                    <a:pt x="6049" y="7350"/>
                    <a:pt x="5890" y="7442"/>
                  </a:cubicBezTo>
                  <a:lnTo>
                    <a:pt x="5547" y="7259"/>
                  </a:lnTo>
                  <a:lnTo>
                    <a:pt x="5296" y="7122"/>
                  </a:lnTo>
                  <a:cubicBezTo>
                    <a:pt x="5456" y="7008"/>
                    <a:pt x="5638" y="6917"/>
                    <a:pt x="5798" y="6825"/>
                  </a:cubicBezTo>
                  <a:close/>
                  <a:moveTo>
                    <a:pt x="7076" y="6871"/>
                  </a:moveTo>
                  <a:lnTo>
                    <a:pt x="7647" y="7191"/>
                  </a:lnTo>
                  <a:lnTo>
                    <a:pt x="7328" y="7373"/>
                  </a:lnTo>
                  <a:cubicBezTo>
                    <a:pt x="7259" y="7396"/>
                    <a:pt x="7213" y="7442"/>
                    <a:pt x="7145" y="7464"/>
                  </a:cubicBezTo>
                  <a:lnTo>
                    <a:pt x="6574" y="7145"/>
                  </a:lnTo>
                  <a:cubicBezTo>
                    <a:pt x="6597" y="7122"/>
                    <a:pt x="6620" y="7122"/>
                    <a:pt x="6643" y="7099"/>
                  </a:cubicBezTo>
                  <a:lnTo>
                    <a:pt x="7076" y="6871"/>
                  </a:lnTo>
                  <a:close/>
                  <a:moveTo>
                    <a:pt x="8309" y="6917"/>
                  </a:moveTo>
                  <a:lnTo>
                    <a:pt x="8880" y="7236"/>
                  </a:lnTo>
                  <a:lnTo>
                    <a:pt x="8423" y="7510"/>
                  </a:lnTo>
                  <a:lnTo>
                    <a:pt x="7853" y="7168"/>
                  </a:lnTo>
                  <a:lnTo>
                    <a:pt x="8309" y="6917"/>
                  </a:lnTo>
                  <a:close/>
                  <a:moveTo>
                    <a:pt x="9587" y="6939"/>
                  </a:moveTo>
                  <a:cubicBezTo>
                    <a:pt x="9770" y="7054"/>
                    <a:pt x="9975" y="7145"/>
                    <a:pt x="10158" y="7259"/>
                  </a:cubicBezTo>
                  <a:lnTo>
                    <a:pt x="9610" y="7556"/>
                  </a:lnTo>
                  <a:cubicBezTo>
                    <a:pt x="9427" y="7464"/>
                    <a:pt x="9268" y="7350"/>
                    <a:pt x="9085" y="7236"/>
                  </a:cubicBezTo>
                  <a:lnTo>
                    <a:pt x="9062" y="7236"/>
                  </a:lnTo>
                  <a:lnTo>
                    <a:pt x="9587" y="6939"/>
                  </a:lnTo>
                  <a:close/>
                  <a:moveTo>
                    <a:pt x="10888" y="6962"/>
                  </a:moveTo>
                  <a:cubicBezTo>
                    <a:pt x="11071" y="7054"/>
                    <a:pt x="11253" y="7168"/>
                    <a:pt x="11459" y="7259"/>
                  </a:cubicBezTo>
                  <a:lnTo>
                    <a:pt x="10865" y="7601"/>
                  </a:lnTo>
                  <a:cubicBezTo>
                    <a:pt x="10683" y="7487"/>
                    <a:pt x="10500" y="7396"/>
                    <a:pt x="10318" y="7282"/>
                  </a:cubicBezTo>
                  <a:lnTo>
                    <a:pt x="10888" y="6962"/>
                  </a:lnTo>
                  <a:close/>
                  <a:moveTo>
                    <a:pt x="2009" y="7442"/>
                  </a:moveTo>
                  <a:lnTo>
                    <a:pt x="2009" y="7442"/>
                  </a:lnTo>
                  <a:cubicBezTo>
                    <a:pt x="1827" y="7533"/>
                    <a:pt x="1667" y="7624"/>
                    <a:pt x="1507" y="7738"/>
                  </a:cubicBezTo>
                  <a:cubicBezTo>
                    <a:pt x="1667" y="7647"/>
                    <a:pt x="1849" y="7533"/>
                    <a:pt x="2009" y="7442"/>
                  </a:cubicBezTo>
                  <a:close/>
                  <a:moveTo>
                    <a:pt x="3904" y="7145"/>
                  </a:moveTo>
                  <a:lnTo>
                    <a:pt x="4520" y="7487"/>
                  </a:lnTo>
                  <a:cubicBezTo>
                    <a:pt x="4360" y="7579"/>
                    <a:pt x="4200" y="7670"/>
                    <a:pt x="4018" y="7784"/>
                  </a:cubicBezTo>
                  <a:lnTo>
                    <a:pt x="3402" y="7419"/>
                  </a:lnTo>
                  <a:cubicBezTo>
                    <a:pt x="3561" y="7327"/>
                    <a:pt x="3744" y="7236"/>
                    <a:pt x="3904" y="7145"/>
                  </a:cubicBezTo>
                  <a:close/>
                  <a:moveTo>
                    <a:pt x="5182" y="7168"/>
                  </a:moveTo>
                  <a:lnTo>
                    <a:pt x="5502" y="7350"/>
                  </a:lnTo>
                  <a:lnTo>
                    <a:pt x="5775" y="7510"/>
                  </a:lnTo>
                  <a:cubicBezTo>
                    <a:pt x="5616" y="7601"/>
                    <a:pt x="5456" y="7693"/>
                    <a:pt x="5296" y="7807"/>
                  </a:cubicBezTo>
                  <a:lnTo>
                    <a:pt x="4908" y="7579"/>
                  </a:lnTo>
                  <a:lnTo>
                    <a:pt x="4680" y="7464"/>
                  </a:lnTo>
                  <a:cubicBezTo>
                    <a:pt x="4840" y="7350"/>
                    <a:pt x="5022" y="7259"/>
                    <a:pt x="5182" y="7168"/>
                  </a:cubicBezTo>
                  <a:close/>
                  <a:moveTo>
                    <a:pt x="6460" y="7213"/>
                  </a:moveTo>
                  <a:lnTo>
                    <a:pt x="7054" y="7533"/>
                  </a:lnTo>
                  <a:cubicBezTo>
                    <a:pt x="6894" y="7624"/>
                    <a:pt x="6711" y="7738"/>
                    <a:pt x="6551" y="7830"/>
                  </a:cubicBezTo>
                  <a:lnTo>
                    <a:pt x="5958" y="7487"/>
                  </a:lnTo>
                  <a:cubicBezTo>
                    <a:pt x="6118" y="7396"/>
                    <a:pt x="6300" y="7305"/>
                    <a:pt x="6460" y="7213"/>
                  </a:cubicBezTo>
                  <a:close/>
                  <a:moveTo>
                    <a:pt x="7738" y="7236"/>
                  </a:moveTo>
                  <a:lnTo>
                    <a:pt x="8332" y="7556"/>
                  </a:lnTo>
                  <a:lnTo>
                    <a:pt x="8035" y="7716"/>
                  </a:lnTo>
                  <a:cubicBezTo>
                    <a:pt x="7967" y="7761"/>
                    <a:pt x="7875" y="7807"/>
                    <a:pt x="7807" y="7852"/>
                  </a:cubicBezTo>
                  <a:lnTo>
                    <a:pt x="7236" y="7510"/>
                  </a:lnTo>
                  <a:cubicBezTo>
                    <a:pt x="7282" y="7487"/>
                    <a:pt x="7328" y="7464"/>
                    <a:pt x="7373" y="7442"/>
                  </a:cubicBezTo>
                  <a:lnTo>
                    <a:pt x="7738" y="7236"/>
                  </a:lnTo>
                  <a:close/>
                  <a:moveTo>
                    <a:pt x="8971" y="7282"/>
                  </a:moveTo>
                  <a:lnTo>
                    <a:pt x="9039" y="7327"/>
                  </a:lnTo>
                  <a:cubicBezTo>
                    <a:pt x="9199" y="7419"/>
                    <a:pt x="9382" y="7510"/>
                    <a:pt x="9564" y="7601"/>
                  </a:cubicBezTo>
                  <a:lnTo>
                    <a:pt x="9062" y="7875"/>
                  </a:lnTo>
                  <a:cubicBezTo>
                    <a:pt x="8925" y="7807"/>
                    <a:pt x="8766" y="7716"/>
                    <a:pt x="8629" y="7624"/>
                  </a:cubicBezTo>
                  <a:lnTo>
                    <a:pt x="8492" y="7556"/>
                  </a:lnTo>
                  <a:lnTo>
                    <a:pt x="8971" y="7282"/>
                  </a:lnTo>
                  <a:close/>
                  <a:moveTo>
                    <a:pt x="10957" y="7670"/>
                  </a:moveTo>
                  <a:cubicBezTo>
                    <a:pt x="11071" y="7738"/>
                    <a:pt x="11185" y="7807"/>
                    <a:pt x="11322" y="7875"/>
                  </a:cubicBezTo>
                  <a:cubicBezTo>
                    <a:pt x="11208" y="7807"/>
                    <a:pt x="11094" y="7738"/>
                    <a:pt x="10957" y="7670"/>
                  </a:cubicBezTo>
                  <a:close/>
                  <a:moveTo>
                    <a:pt x="10272" y="7305"/>
                  </a:moveTo>
                  <a:cubicBezTo>
                    <a:pt x="10455" y="7419"/>
                    <a:pt x="10660" y="7510"/>
                    <a:pt x="10843" y="7624"/>
                  </a:cubicBezTo>
                  <a:lnTo>
                    <a:pt x="10272" y="7944"/>
                  </a:lnTo>
                  <a:cubicBezTo>
                    <a:pt x="10089" y="7830"/>
                    <a:pt x="9884" y="7738"/>
                    <a:pt x="9701" y="7624"/>
                  </a:cubicBezTo>
                  <a:lnTo>
                    <a:pt x="10272" y="7305"/>
                  </a:lnTo>
                  <a:close/>
                  <a:moveTo>
                    <a:pt x="2626" y="7099"/>
                  </a:moveTo>
                  <a:lnTo>
                    <a:pt x="3265" y="7464"/>
                  </a:lnTo>
                  <a:cubicBezTo>
                    <a:pt x="3082" y="7556"/>
                    <a:pt x="2922" y="7647"/>
                    <a:pt x="2762" y="7761"/>
                  </a:cubicBezTo>
                  <a:cubicBezTo>
                    <a:pt x="2945" y="7670"/>
                    <a:pt x="3128" y="7579"/>
                    <a:pt x="3287" y="7487"/>
                  </a:cubicBezTo>
                  <a:lnTo>
                    <a:pt x="3927" y="7830"/>
                  </a:lnTo>
                  <a:cubicBezTo>
                    <a:pt x="3744" y="7944"/>
                    <a:pt x="3584" y="8035"/>
                    <a:pt x="3424" y="8126"/>
                  </a:cubicBezTo>
                  <a:lnTo>
                    <a:pt x="2762" y="7761"/>
                  </a:lnTo>
                  <a:lnTo>
                    <a:pt x="2101" y="7396"/>
                  </a:lnTo>
                  <a:cubicBezTo>
                    <a:pt x="2283" y="7305"/>
                    <a:pt x="2466" y="7191"/>
                    <a:pt x="2626" y="7099"/>
                  </a:cubicBezTo>
                  <a:close/>
                  <a:moveTo>
                    <a:pt x="4566" y="7510"/>
                  </a:moveTo>
                  <a:lnTo>
                    <a:pt x="4862" y="7693"/>
                  </a:lnTo>
                  <a:lnTo>
                    <a:pt x="5182" y="7852"/>
                  </a:lnTo>
                  <a:cubicBezTo>
                    <a:pt x="5022" y="7967"/>
                    <a:pt x="4862" y="8058"/>
                    <a:pt x="4680" y="8149"/>
                  </a:cubicBezTo>
                  <a:lnTo>
                    <a:pt x="4269" y="7921"/>
                  </a:lnTo>
                  <a:lnTo>
                    <a:pt x="4064" y="7784"/>
                  </a:lnTo>
                  <a:cubicBezTo>
                    <a:pt x="4223" y="7693"/>
                    <a:pt x="4406" y="7601"/>
                    <a:pt x="4566" y="7510"/>
                  </a:cubicBezTo>
                  <a:close/>
                  <a:moveTo>
                    <a:pt x="5844" y="7556"/>
                  </a:moveTo>
                  <a:lnTo>
                    <a:pt x="6460" y="7875"/>
                  </a:lnTo>
                  <a:cubicBezTo>
                    <a:pt x="6278" y="7989"/>
                    <a:pt x="6118" y="8081"/>
                    <a:pt x="5958" y="8172"/>
                  </a:cubicBezTo>
                  <a:lnTo>
                    <a:pt x="5342" y="7830"/>
                  </a:lnTo>
                  <a:cubicBezTo>
                    <a:pt x="5502" y="7738"/>
                    <a:pt x="5684" y="7647"/>
                    <a:pt x="5844" y="7556"/>
                  </a:cubicBezTo>
                  <a:close/>
                  <a:moveTo>
                    <a:pt x="7122" y="7579"/>
                  </a:moveTo>
                  <a:lnTo>
                    <a:pt x="7716" y="7898"/>
                  </a:lnTo>
                  <a:cubicBezTo>
                    <a:pt x="7556" y="8012"/>
                    <a:pt x="7373" y="8104"/>
                    <a:pt x="7213" y="8195"/>
                  </a:cubicBezTo>
                  <a:lnTo>
                    <a:pt x="6620" y="7852"/>
                  </a:lnTo>
                  <a:cubicBezTo>
                    <a:pt x="6780" y="7761"/>
                    <a:pt x="6962" y="7670"/>
                    <a:pt x="7122" y="7579"/>
                  </a:cubicBezTo>
                  <a:close/>
                  <a:moveTo>
                    <a:pt x="8423" y="7601"/>
                  </a:moveTo>
                  <a:lnTo>
                    <a:pt x="8583" y="7693"/>
                  </a:lnTo>
                  <a:cubicBezTo>
                    <a:pt x="8720" y="7784"/>
                    <a:pt x="8857" y="7852"/>
                    <a:pt x="8994" y="7921"/>
                  </a:cubicBezTo>
                  <a:lnTo>
                    <a:pt x="8743" y="8058"/>
                  </a:lnTo>
                  <a:cubicBezTo>
                    <a:pt x="8651" y="8126"/>
                    <a:pt x="8560" y="8172"/>
                    <a:pt x="8469" y="8240"/>
                  </a:cubicBezTo>
                  <a:cubicBezTo>
                    <a:pt x="8309" y="8149"/>
                    <a:pt x="8149" y="8035"/>
                    <a:pt x="7989" y="7967"/>
                  </a:cubicBezTo>
                  <a:lnTo>
                    <a:pt x="7898" y="7898"/>
                  </a:lnTo>
                  <a:cubicBezTo>
                    <a:pt x="7944" y="7852"/>
                    <a:pt x="8012" y="7830"/>
                    <a:pt x="8081" y="7784"/>
                  </a:cubicBezTo>
                  <a:lnTo>
                    <a:pt x="8423" y="7601"/>
                  </a:lnTo>
                  <a:close/>
                  <a:moveTo>
                    <a:pt x="9656" y="7647"/>
                  </a:moveTo>
                  <a:cubicBezTo>
                    <a:pt x="9838" y="7761"/>
                    <a:pt x="10044" y="7852"/>
                    <a:pt x="10226" y="7967"/>
                  </a:cubicBezTo>
                  <a:lnTo>
                    <a:pt x="9701" y="8263"/>
                  </a:lnTo>
                  <a:cubicBezTo>
                    <a:pt x="9519" y="8149"/>
                    <a:pt x="9336" y="8035"/>
                    <a:pt x="9154" y="7944"/>
                  </a:cubicBezTo>
                  <a:lnTo>
                    <a:pt x="9656" y="7647"/>
                  </a:lnTo>
                  <a:close/>
                  <a:moveTo>
                    <a:pt x="3949" y="7852"/>
                  </a:moveTo>
                  <a:lnTo>
                    <a:pt x="4223" y="8012"/>
                  </a:lnTo>
                  <a:lnTo>
                    <a:pt x="4588" y="8218"/>
                  </a:lnTo>
                  <a:cubicBezTo>
                    <a:pt x="4429" y="8309"/>
                    <a:pt x="4246" y="8400"/>
                    <a:pt x="4086" y="8514"/>
                  </a:cubicBezTo>
                  <a:lnTo>
                    <a:pt x="3630" y="8240"/>
                  </a:lnTo>
                  <a:lnTo>
                    <a:pt x="3447" y="8126"/>
                  </a:lnTo>
                  <a:cubicBezTo>
                    <a:pt x="3607" y="8035"/>
                    <a:pt x="3767" y="7944"/>
                    <a:pt x="3949" y="7852"/>
                  </a:cubicBezTo>
                  <a:close/>
                  <a:moveTo>
                    <a:pt x="5228" y="7898"/>
                  </a:moveTo>
                  <a:lnTo>
                    <a:pt x="5844" y="8240"/>
                  </a:lnTo>
                  <a:cubicBezTo>
                    <a:pt x="5684" y="8332"/>
                    <a:pt x="5524" y="8423"/>
                    <a:pt x="5342" y="8537"/>
                  </a:cubicBezTo>
                  <a:lnTo>
                    <a:pt x="4725" y="8172"/>
                  </a:lnTo>
                  <a:cubicBezTo>
                    <a:pt x="4885" y="8081"/>
                    <a:pt x="5068" y="7989"/>
                    <a:pt x="5228" y="7898"/>
                  </a:cubicBezTo>
                  <a:close/>
                  <a:moveTo>
                    <a:pt x="6506" y="7921"/>
                  </a:moveTo>
                  <a:lnTo>
                    <a:pt x="7122" y="8263"/>
                  </a:lnTo>
                  <a:cubicBezTo>
                    <a:pt x="6939" y="8355"/>
                    <a:pt x="6780" y="8446"/>
                    <a:pt x="6597" y="8560"/>
                  </a:cubicBezTo>
                  <a:lnTo>
                    <a:pt x="6004" y="8195"/>
                  </a:lnTo>
                  <a:cubicBezTo>
                    <a:pt x="6163" y="8104"/>
                    <a:pt x="6346" y="8012"/>
                    <a:pt x="6506" y="7921"/>
                  </a:cubicBezTo>
                  <a:close/>
                  <a:moveTo>
                    <a:pt x="7807" y="7944"/>
                  </a:moveTo>
                  <a:lnTo>
                    <a:pt x="7944" y="8035"/>
                  </a:lnTo>
                  <a:cubicBezTo>
                    <a:pt x="8104" y="8104"/>
                    <a:pt x="8241" y="8195"/>
                    <a:pt x="8400" y="8263"/>
                  </a:cubicBezTo>
                  <a:cubicBezTo>
                    <a:pt x="8218" y="8377"/>
                    <a:pt x="8035" y="8492"/>
                    <a:pt x="7853" y="8583"/>
                  </a:cubicBezTo>
                  <a:cubicBezTo>
                    <a:pt x="7693" y="8492"/>
                    <a:pt x="7510" y="8377"/>
                    <a:pt x="7350" y="8286"/>
                  </a:cubicBezTo>
                  <a:lnTo>
                    <a:pt x="7282" y="8240"/>
                  </a:lnTo>
                  <a:cubicBezTo>
                    <a:pt x="7442" y="8149"/>
                    <a:pt x="7624" y="8035"/>
                    <a:pt x="7807" y="7944"/>
                  </a:cubicBezTo>
                  <a:close/>
                  <a:moveTo>
                    <a:pt x="9085" y="7967"/>
                  </a:moveTo>
                  <a:cubicBezTo>
                    <a:pt x="9291" y="8081"/>
                    <a:pt x="9473" y="8172"/>
                    <a:pt x="9679" y="8286"/>
                  </a:cubicBezTo>
                  <a:lnTo>
                    <a:pt x="9291" y="8514"/>
                  </a:lnTo>
                  <a:cubicBezTo>
                    <a:pt x="9222" y="8537"/>
                    <a:pt x="9176" y="8583"/>
                    <a:pt x="9108" y="8606"/>
                  </a:cubicBezTo>
                  <a:cubicBezTo>
                    <a:pt x="8925" y="8492"/>
                    <a:pt x="8720" y="8400"/>
                    <a:pt x="8537" y="8286"/>
                  </a:cubicBezTo>
                  <a:cubicBezTo>
                    <a:pt x="8629" y="8240"/>
                    <a:pt x="8697" y="8195"/>
                    <a:pt x="8788" y="8149"/>
                  </a:cubicBezTo>
                  <a:lnTo>
                    <a:pt x="9085" y="7967"/>
                  </a:lnTo>
                  <a:close/>
                  <a:moveTo>
                    <a:pt x="5890" y="8263"/>
                  </a:moveTo>
                  <a:lnTo>
                    <a:pt x="6529" y="8606"/>
                  </a:lnTo>
                  <a:cubicBezTo>
                    <a:pt x="6346" y="8697"/>
                    <a:pt x="6186" y="8811"/>
                    <a:pt x="6004" y="8902"/>
                  </a:cubicBezTo>
                  <a:lnTo>
                    <a:pt x="5387" y="8537"/>
                  </a:lnTo>
                  <a:cubicBezTo>
                    <a:pt x="5547" y="8446"/>
                    <a:pt x="5730" y="8355"/>
                    <a:pt x="5890" y="8263"/>
                  </a:cubicBezTo>
                  <a:close/>
                  <a:moveTo>
                    <a:pt x="7191" y="8286"/>
                  </a:moveTo>
                  <a:lnTo>
                    <a:pt x="7305" y="8355"/>
                  </a:lnTo>
                  <a:cubicBezTo>
                    <a:pt x="7464" y="8446"/>
                    <a:pt x="7624" y="8537"/>
                    <a:pt x="7807" y="8629"/>
                  </a:cubicBezTo>
                  <a:cubicBezTo>
                    <a:pt x="7624" y="8720"/>
                    <a:pt x="7442" y="8834"/>
                    <a:pt x="7259" y="8948"/>
                  </a:cubicBezTo>
                  <a:cubicBezTo>
                    <a:pt x="7076" y="8834"/>
                    <a:pt x="6894" y="8720"/>
                    <a:pt x="6711" y="8606"/>
                  </a:cubicBezTo>
                  <a:lnTo>
                    <a:pt x="6643" y="8583"/>
                  </a:lnTo>
                  <a:cubicBezTo>
                    <a:pt x="6825" y="8492"/>
                    <a:pt x="7008" y="8377"/>
                    <a:pt x="7191" y="8286"/>
                  </a:cubicBezTo>
                  <a:close/>
                  <a:moveTo>
                    <a:pt x="8469" y="8309"/>
                  </a:moveTo>
                  <a:cubicBezTo>
                    <a:pt x="8674" y="8423"/>
                    <a:pt x="8880" y="8537"/>
                    <a:pt x="9062" y="8629"/>
                  </a:cubicBezTo>
                  <a:cubicBezTo>
                    <a:pt x="8880" y="8743"/>
                    <a:pt x="8697" y="8857"/>
                    <a:pt x="8514" y="8971"/>
                  </a:cubicBezTo>
                  <a:cubicBezTo>
                    <a:pt x="8309" y="8857"/>
                    <a:pt x="8104" y="8743"/>
                    <a:pt x="7921" y="8629"/>
                  </a:cubicBezTo>
                  <a:cubicBezTo>
                    <a:pt x="8104" y="8514"/>
                    <a:pt x="8286" y="8423"/>
                    <a:pt x="8469" y="8309"/>
                  </a:cubicBezTo>
                  <a:close/>
                  <a:moveTo>
                    <a:pt x="4611" y="8240"/>
                  </a:moveTo>
                  <a:lnTo>
                    <a:pt x="5250" y="8583"/>
                  </a:lnTo>
                  <a:cubicBezTo>
                    <a:pt x="5091" y="8674"/>
                    <a:pt x="4908" y="8788"/>
                    <a:pt x="4748" y="8880"/>
                  </a:cubicBezTo>
                  <a:cubicBezTo>
                    <a:pt x="4931" y="8788"/>
                    <a:pt x="5113" y="8697"/>
                    <a:pt x="5273" y="8606"/>
                  </a:cubicBezTo>
                  <a:lnTo>
                    <a:pt x="5912" y="8948"/>
                  </a:lnTo>
                  <a:cubicBezTo>
                    <a:pt x="5753" y="9062"/>
                    <a:pt x="5570" y="9154"/>
                    <a:pt x="5410" y="9268"/>
                  </a:cubicBezTo>
                  <a:lnTo>
                    <a:pt x="4748" y="8880"/>
                  </a:lnTo>
                  <a:lnTo>
                    <a:pt x="4109" y="8514"/>
                  </a:lnTo>
                  <a:cubicBezTo>
                    <a:pt x="4269" y="8423"/>
                    <a:pt x="4452" y="8332"/>
                    <a:pt x="4611" y="8240"/>
                  </a:cubicBezTo>
                  <a:close/>
                  <a:moveTo>
                    <a:pt x="6574" y="8629"/>
                  </a:moveTo>
                  <a:lnTo>
                    <a:pt x="6666" y="8697"/>
                  </a:lnTo>
                  <a:cubicBezTo>
                    <a:pt x="6848" y="8788"/>
                    <a:pt x="7031" y="8880"/>
                    <a:pt x="7191" y="8971"/>
                  </a:cubicBezTo>
                  <a:cubicBezTo>
                    <a:pt x="7008" y="9085"/>
                    <a:pt x="6825" y="9176"/>
                    <a:pt x="6666" y="9290"/>
                  </a:cubicBezTo>
                  <a:cubicBezTo>
                    <a:pt x="6460" y="9176"/>
                    <a:pt x="6255" y="9062"/>
                    <a:pt x="6072" y="8948"/>
                  </a:cubicBezTo>
                  <a:lnTo>
                    <a:pt x="6026" y="8925"/>
                  </a:lnTo>
                  <a:cubicBezTo>
                    <a:pt x="6209" y="8834"/>
                    <a:pt x="6392" y="8720"/>
                    <a:pt x="6574" y="8629"/>
                  </a:cubicBezTo>
                  <a:close/>
                  <a:moveTo>
                    <a:pt x="7853" y="8651"/>
                  </a:moveTo>
                  <a:cubicBezTo>
                    <a:pt x="8058" y="8765"/>
                    <a:pt x="8263" y="8880"/>
                    <a:pt x="8469" y="8994"/>
                  </a:cubicBezTo>
                  <a:cubicBezTo>
                    <a:pt x="8286" y="9085"/>
                    <a:pt x="8104" y="9199"/>
                    <a:pt x="7898" y="9313"/>
                  </a:cubicBezTo>
                  <a:cubicBezTo>
                    <a:pt x="7693" y="9199"/>
                    <a:pt x="7510" y="9085"/>
                    <a:pt x="7305" y="8971"/>
                  </a:cubicBezTo>
                  <a:cubicBezTo>
                    <a:pt x="7487" y="8857"/>
                    <a:pt x="7670" y="8765"/>
                    <a:pt x="7853" y="8651"/>
                  </a:cubicBezTo>
                  <a:close/>
                  <a:moveTo>
                    <a:pt x="5935" y="8971"/>
                  </a:moveTo>
                  <a:lnTo>
                    <a:pt x="6026" y="9017"/>
                  </a:lnTo>
                  <a:cubicBezTo>
                    <a:pt x="6209" y="9108"/>
                    <a:pt x="6415" y="9222"/>
                    <a:pt x="6597" y="9313"/>
                  </a:cubicBezTo>
                  <a:cubicBezTo>
                    <a:pt x="6415" y="9427"/>
                    <a:pt x="6232" y="9542"/>
                    <a:pt x="6049" y="9633"/>
                  </a:cubicBezTo>
                  <a:cubicBezTo>
                    <a:pt x="5844" y="9519"/>
                    <a:pt x="5638" y="9382"/>
                    <a:pt x="5433" y="9268"/>
                  </a:cubicBezTo>
                  <a:lnTo>
                    <a:pt x="5410" y="9268"/>
                  </a:lnTo>
                  <a:cubicBezTo>
                    <a:pt x="5593" y="9176"/>
                    <a:pt x="5775" y="9062"/>
                    <a:pt x="5935" y="8971"/>
                  </a:cubicBezTo>
                  <a:close/>
                  <a:moveTo>
                    <a:pt x="7236" y="8994"/>
                  </a:moveTo>
                  <a:cubicBezTo>
                    <a:pt x="7442" y="9108"/>
                    <a:pt x="7670" y="9222"/>
                    <a:pt x="7875" y="9336"/>
                  </a:cubicBezTo>
                  <a:cubicBezTo>
                    <a:pt x="7693" y="9450"/>
                    <a:pt x="7487" y="9564"/>
                    <a:pt x="7305" y="9678"/>
                  </a:cubicBezTo>
                  <a:cubicBezTo>
                    <a:pt x="7099" y="9542"/>
                    <a:pt x="6894" y="9427"/>
                    <a:pt x="6688" y="9313"/>
                  </a:cubicBezTo>
                  <a:cubicBezTo>
                    <a:pt x="6871" y="9199"/>
                    <a:pt x="7054" y="9108"/>
                    <a:pt x="7236" y="8994"/>
                  </a:cubicBezTo>
                  <a:close/>
                  <a:moveTo>
                    <a:pt x="6004" y="9678"/>
                  </a:moveTo>
                  <a:lnTo>
                    <a:pt x="6004" y="9678"/>
                  </a:lnTo>
                  <a:cubicBezTo>
                    <a:pt x="5912" y="9724"/>
                    <a:pt x="5844" y="9770"/>
                    <a:pt x="5775" y="9815"/>
                  </a:cubicBezTo>
                  <a:cubicBezTo>
                    <a:pt x="5844" y="9770"/>
                    <a:pt x="5935" y="9724"/>
                    <a:pt x="6004" y="9678"/>
                  </a:cubicBezTo>
                  <a:close/>
                  <a:moveTo>
                    <a:pt x="10820" y="1"/>
                  </a:moveTo>
                  <a:cubicBezTo>
                    <a:pt x="11071" y="138"/>
                    <a:pt x="11299" y="275"/>
                    <a:pt x="11527" y="434"/>
                  </a:cubicBezTo>
                  <a:cubicBezTo>
                    <a:pt x="11345" y="526"/>
                    <a:pt x="11139" y="640"/>
                    <a:pt x="10957" y="754"/>
                  </a:cubicBezTo>
                  <a:cubicBezTo>
                    <a:pt x="10751" y="640"/>
                    <a:pt x="10569" y="548"/>
                    <a:pt x="10386" y="457"/>
                  </a:cubicBezTo>
                  <a:lnTo>
                    <a:pt x="10386" y="457"/>
                  </a:lnTo>
                  <a:cubicBezTo>
                    <a:pt x="10569" y="548"/>
                    <a:pt x="10751" y="663"/>
                    <a:pt x="10911" y="754"/>
                  </a:cubicBezTo>
                  <a:cubicBezTo>
                    <a:pt x="10728" y="868"/>
                    <a:pt x="10523" y="982"/>
                    <a:pt x="10340" y="1096"/>
                  </a:cubicBezTo>
                  <a:cubicBezTo>
                    <a:pt x="10135" y="982"/>
                    <a:pt x="9930" y="868"/>
                    <a:pt x="9747" y="777"/>
                  </a:cubicBezTo>
                  <a:lnTo>
                    <a:pt x="9747" y="777"/>
                  </a:lnTo>
                  <a:cubicBezTo>
                    <a:pt x="9930" y="891"/>
                    <a:pt x="10112" y="1005"/>
                    <a:pt x="10295" y="1096"/>
                  </a:cubicBezTo>
                  <a:cubicBezTo>
                    <a:pt x="10112" y="1210"/>
                    <a:pt x="9907" y="1324"/>
                    <a:pt x="9724" y="1439"/>
                  </a:cubicBezTo>
                  <a:cubicBezTo>
                    <a:pt x="9519" y="1324"/>
                    <a:pt x="9313" y="1210"/>
                    <a:pt x="9108" y="1096"/>
                  </a:cubicBezTo>
                  <a:lnTo>
                    <a:pt x="9108" y="1096"/>
                  </a:lnTo>
                  <a:cubicBezTo>
                    <a:pt x="9291" y="1210"/>
                    <a:pt x="9496" y="1324"/>
                    <a:pt x="9679" y="1439"/>
                  </a:cubicBezTo>
                  <a:cubicBezTo>
                    <a:pt x="9496" y="1553"/>
                    <a:pt x="9336" y="1644"/>
                    <a:pt x="9154" y="1735"/>
                  </a:cubicBezTo>
                  <a:lnTo>
                    <a:pt x="9108" y="1781"/>
                  </a:lnTo>
                  <a:cubicBezTo>
                    <a:pt x="8880" y="1667"/>
                    <a:pt x="8674" y="1553"/>
                    <a:pt x="8469" y="1439"/>
                  </a:cubicBezTo>
                  <a:lnTo>
                    <a:pt x="8469" y="1439"/>
                  </a:lnTo>
                  <a:cubicBezTo>
                    <a:pt x="8651" y="1553"/>
                    <a:pt x="8857" y="1667"/>
                    <a:pt x="9062" y="1781"/>
                  </a:cubicBezTo>
                  <a:lnTo>
                    <a:pt x="8492" y="2123"/>
                  </a:lnTo>
                  <a:cubicBezTo>
                    <a:pt x="8263" y="2009"/>
                    <a:pt x="8035" y="1872"/>
                    <a:pt x="7830" y="1758"/>
                  </a:cubicBezTo>
                  <a:lnTo>
                    <a:pt x="7830" y="1758"/>
                  </a:lnTo>
                  <a:cubicBezTo>
                    <a:pt x="8035" y="1895"/>
                    <a:pt x="8241" y="2009"/>
                    <a:pt x="8446" y="2123"/>
                  </a:cubicBezTo>
                  <a:lnTo>
                    <a:pt x="7875" y="2466"/>
                  </a:lnTo>
                  <a:cubicBezTo>
                    <a:pt x="7647" y="2329"/>
                    <a:pt x="7419" y="2215"/>
                    <a:pt x="7168" y="2078"/>
                  </a:cubicBezTo>
                  <a:lnTo>
                    <a:pt x="7168" y="2078"/>
                  </a:lnTo>
                  <a:cubicBezTo>
                    <a:pt x="7396" y="2215"/>
                    <a:pt x="7624" y="2352"/>
                    <a:pt x="7853" y="2489"/>
                  </a:cubicBezTo>
                  <a:lnTo>
                    <a:pt x="7259" y="2808"/>
                  </a:lnTo>
                  <a:cubicBezTo>
                    <a:pt x="7031" y="2671"/>
                    <a:pt x="6780" y="2534"/>
                    <a:pt x="6529" y="2420"/>
                  </a:cubicBezTo>
                  <a:lnTo>
                    <a:pt x="6529" y="2420"/>
                  </a:lnTo>
                  <a:cubicBezTo>
                    <a:pt x="6757" y="2557"/>
                    <a:pt x="7008" y="2694"/>
                    <a:pt x="7236" y="2831"/>
                  </a:cubicBezTo>
                  <a:lnTo>
                    <a:pt x="6643" y="3150"/>
                  </a:lnTo>
                  <a:cubicBezTo>
                    <a:pt x="6437" y="3036"/>
                    <a:pt x="6255" y="2922"/>
                    <a:pt x="6049" y="2831"/>
                  </a:cubicBezTo>
                  <a:lnTo>
                    <a:pt x="6049" y="2831"/>
                  </a:lnTo>
                  <a:cubicBezTo>
                    <a:pt x="6232" y="2945"/>
                    <a:pt x="6437" y="3059"/>
                    <a:pt x="6620" y="3173"/>
                  </a:cubicBezTo>
                  <a:lnTo>
                    <a:pt x="6141" y="3447"/>
                  </a:lnTo>
                  <a:lnTo>
                    <a:pt x="6049" y="3493"/>
                  </a:lnTo>
                  <a:cubicBezTo>
                    <a:pt x="5821" y="3379"/>
                    <a:pt x="5616" y="3265"/>
                    <a:pt x="5410" y="3150"/>
                  </a:cubicBezTo>
                  <a:lnTo>
                    <a:pt x="5410" y="3150"/>
                  </a:lnTo>
                  <a:cubicBezTo>
                    <a:pt x="5593" y="3265"/>
                    <a:pt x="5798" y="3402"/>
                    <a:pt x="6004" y="3516"/>
                  </a:cubicBezTo>
                  <a:lnTo>
                    <a:pt x="5433" y="3835"/>
                  </a:lnTo>
                  <a:cubicBezTo>
                    <a:pt x="5205" y="3721"/>
                    <a:pt x="4977" y="3607"/>
                    <a:pt x="4748" y="3470"/>
                  </a:cubicBezTo>
                  <a:lnTo>
                    <a:pt x="4748" y="3470"/>
                  </a:lnTo>
                  <a:cubicBezTo>
                    <a:pt x="4977" y="3607"/>
                    <a:pt x="5182" y="3744"/>
                    <a:pt x="5410" y="3858"/>
                  </a:cubicBezTo>
                  <a:lnTo>
                    <a:pt x="4840" y="4200"/>
                  </a:lnTo>
                  <a:cubicBezTo>
                    <a:pt x="4588" y="4063"/>
                    <a:pt x="4360" y="3927"/>
                    <a:pt x="4109" y="3812"/>
                  </a:cubicBezTo>
                  <a:lnTo>
                    <a:pt x="4109" y="3812"/>
                  </a:lnTo>
                  <a:cubicBezTo>
                    <a:pt x="4337" y="3949"/>
                    <a:pt x="4566" y="4086"/>
                    <a:pt x="4794" y="4200"/>
                  </a:cubicBezTo>
                  <a:lnTo>
                    <a:pt x="4223" y="4543"/>
                  </a:lnTo>
                  <a:cubicBezTo>
                    <a:pt x="4041" y="4452"/>
                    <a:pt x="3835" y="4337"/>
                    <a:pt x="3653" y="4246"/>
                  </a:cubicBezTo>
                  <a:lnTo>
                    <a:pt x="3653" y="4246"/>
                  </a:lnTo>
                  <a:cubicBezTo>
                    <a:pt x="3835" y="4337"/>
                    <a:pt x="4018" y="4452"/>
                    <a:pt x="4200" y="4566"/>
                  </a:cubicBezTo>
                  <a:lnTo>
                    <a:pt x="3653" y="4862"/>
                  </a:lnTo>
                  <a:cubicBezTo>
                    <a:pt x="3516" y="4771"/>
                    <a:pt x="3356" y="4703"/>
                    <a:pt x="3196" y="4611"/>
                  </a:cubicBezTo>
                  <a:lnTo>
                    <a:pt x="3196" y="4611"/>
                  </a:lnTo>
                  <a:cubicBezTo>
                    <a:pt x="3356" y="4703"/>
                    <a:pt x="3493" y="4794"/>
                    <a:pt x="3653" y="4885"/>
                  </a:cubicBezTo>
                  <a:lnTo>
                    <a:pt x="3150" y="5159"/>
                  </a:lnTo>
                  <a:cubicBezTo>
                    <a:pt x="3128" y="5182"/>
                    <a:pt x="3082" y="5182"/>
                    <a:pt x="3059" y="5205"/>
                  </a:cubicBezTo>
                  <a:cubicBezTo>
                    <a:pt x="2899" y="5113"/>
                    <a:pt x="2740" y="5022"/>
                    <a:pt x="2557" y="4954"/>
                  </a:cubicBezTo>
                  <a:lnTo>
                    <a:pt x="2557" y="4954"/>
                  </a:lnTo>
                  <a:cubicBezTo>
                    <a:pt x="2717" y="5045"/>
                    <a:pt x="2877" y="5136"/>
                    <a:pt x="3036" y="5228"/>
                  </a:cubicBezTo>
                  <a:cubicBezTo>
                    <a:pt x="2854" y="5342"/>
                    <a:pt x="2648" y="5456"/>
                    <a:pt x="2466" y="5570"/>
                  </a:cubicBezTo>
                  <a:cubicBezTo>
                    <a:pt x="2283" y="5456"/>
                    <a:pt x="2101" y="5365"/>
                    <a:pt x="1918" y="5273"/>
                  </a:cubicBezTo>
                  <a:lnTo>
                    <a:pt x="1918" y="5273"/>
                  </a:lnTo>
                  <a:cubicBezTo>
                    <a:pt x="2101" y="5387"/>
                    <a:pt x="2260" y="5479"/>
                    <a:pt x="2443" y="5570"/>
                  </a:cubicBezTo>
                  <a:cubicBezTo>
                    <a:pt x="2237" y="5684"/>
                    <a:pt x="2055" y="5798"/>
                    <a:pt x="1849" y="5912"/>
                  </a:cubicBezTo>
                  <a:cubicBezTo>
                    <a:pt x="1667" y="5821"/>
                    <a:pt x="1484" y="5707"/>
                    <a:pt x="1279" y="5593"/>
                  </a:cubicBezTo>
                  <a:lnTo>
                    <a:pt x="1279" y="5593"/>
                  </a:lnTo>
                  <a:cubicBezTo>
                    <a:pt x="1461" y="5707"/>
                    <a:pt x="1644" y="5821"/>
                    <a:pt x="1827" y="5935"/>
                  </a:cubicBezTo>
                  <a:cubicBezTo>
                    <a:pt x="1644" y="6049"/>
                    <a:pt x="1461" y="6141"/>
                    <a:pt x="1256" y="6255"/>
                  </a:cubicBezTo>
                  <a:cubicBezTo>
                    <a:pt x="1051" y="6163"/>
                    <a:pt x="845" y="6049"/>
                    <a:pt x="640" y="5935"/>
                  </a:cubicBezTo>
                  <a:lnTo>
                    <a:pt x="640" y="5935"/>
                  </a:lnTo>
                  <a:cubicBezTo>
                    <a:pt x="845" y="6049"/>
                    <a:pt x="1028" y="6163"/>
                    <a:pt x="1233" y="6278"/>
                  </a:cubicBezTo>
                  <a:cubicBezTo>
                    <a:pt x="1051" y="6392"/>
                    <a:pt x="845" y="6506"/>
                    <a:pt x="663" y="6620"/>
                  </a:cubicBezTo>
                  <a:cubicBezTo>
                    <a:pt x="434" y="6506"/>
                    <a:pt x="229" y="6369"/>
                    <a:pt x="1" y="6255"/>
                  </a:cubicBezTo>
                  <a:lnTo>
                    <a:pt x="1" y="6255"/>
                  </a:lnTo>
                  <a:cubicBezTo>
                    <a:pt x="206" y="6392"/>
                    <a:pt x="411" y="6506"/>
                    <a:pt x="640" y="6643"/>
                  </a:cubicBezTo>
                  <a:cubicBezTo>
                    <a:pt x="868" y="6780"/>
                    <a:pt x="1119" y="6917"/>
                    <a:pt x="1347" y="7054"/>
                  </a:cubicBezTo>
                  <a:cubicBezTo>
                    <a:pt x="1165" y="7168"/>
                    <a:pt x="982" y="7282"/>
                    <a:pt x="799" y="7373"/>
                  </a:cubicBezTo>
                  <a:cubicBezTo>
                    <a:pt x="982" y="7282"/>
                    <a:pt x="1165" y="7168"/>
                    <a:pt x="1370" y="7054"/>
                  </a:cubicBezTo>
                  <a:cubicBezTo>
                    <a:pt x="1507" y="7145"/>
                    <a:pt x="1644" y="7236"/>
                    <a:pt x="1781" y="7305"/>
                  </a:cubicBezTo>
                  <a:lnTo>
                    <a:pt x="2009" y="7442"/>
                  </a:lnTo>
                  <a:lnTo>
                    <a:pt x="2648" y="7807"/>
                  </a:lnTo>
                  <a:cubicBezTo>
                    <a:pt x="2511" y="7898"/>
                    <a:pt x="2352" y="7989"/>
                    <a:pt x="2215" y="8081"/>
                  </a:cubicBezTo>
                  <a:cubicBezTo>
                    <a:pt x="2374" y="7989"/>
                    <a:pt x="2511" y="7898"/>
                    <a:pt x="2671" y="7830"/>
                  </a:cubicBezTo>
                  <a:lnTo>
                    <a:pt x="3310" y="8195"/>
                  </a:lnTo>
                  <a:cubicBezTo>
                    <a:pt x="3196" y="8263"/>
                    <a:pt x="3059" y="8355"/>
                    <a:pt x="2922" y="8423"/>
                  </a:cubicBezTo>
                  <a:cubicBezTo>
                    <a:pt x="3059" y="8355"/>
                    <a:pt x="3196" y="8263"/>
                    <a:pt x="3333" y="8195"/>
                  </a:cubicBezTo>
                  <a:lnTo>
                    <a:pt x="3584" y="8332"/>
                  </a:lnTo>
                  <a:lnTo>
                    <a:pt x="3972" y="8560"/>
                  </a:lnTo>
                  <a:cubicBezTo>
                    <a:pt x="3858" y="8629"/>
                    <a:pt x="3744" y="8697"/>
                    <a:pt x="3630" y="8765"/>
                  </a:cubicBezTo>
                  <a:cubicBezTo>
                    <a:pt x="3744" y="8697"/>
                    <a:pt x="3881" y="8629"/>
                    <a:pt x="3995" y="8560"/>
                  </a:cubicBezTo>
                  <a:lnTo>
                    <a:pt x="4657" y="8925"/>
                  </a:lnTo>
                  <a:cubicBezTo>
                    <a:pt x="4543" y="8994"/>
                    <a:pt x="4452" y="9062"/>
                    <a:pt x="4337" y="9108"/>
                  </a:cubicBezTo>
                  <a:cubicBezTo>
                    <a:pt x="4452" y="9062"/>
                    <a:pt x="4566" y="8994"/>
                    <a:pt x="4657" y="8948"/>
                  </a:cubicBezTo>
                  <a:lnTo>
                    <a:pt x="5319" y="9313"/>
                  </a:lnTo>
                  <a:lnTo>
                    <a:pt x="5387" y="9336"/>
                  </a:lnTo>
                  <a:cubicBezTo>
                    <a:pt x="5593" y="9450"/>
                    <a:pt x="5798" y="9564"/>
                    <a:pt x="6004" y="9678"/>
                  </a:cubicBezTo>
                  <a:cubicBezTo>
                    <a:pt x="6232" y="9793"/>
                    <a:pt x="6460" y="9930"/>
                    <a:pt x="6666" y="10044"/>
                  </a:cubicBezTo>
                  <a:cubicBezTo>
                    <a:pt x="6551" y="10112"/>
                    <a:pt x="6437" y="10181"/>
                    <a:pt x="6300" y="10249"/>
                  </a:cubicBezTo>
                  <a:cubicBezTo>
                    <a:pt x="6437" y="10181"/>
                    <a:pt x="6551" y="10112"/>
                    <a:pt x="6688" y="10044"/>
                  </a:cubicBezTo>
                  <a:cubicBezTo>
                    <a:pt x="6871" y="10135"/>
                    <a:pt x="7030" y="10226"/>
                    <a:pt x="7212" y="10317"/>
                  </a:cubicBezTo>
                  <a:lnTo>
                    <a:pt x="7212" y="10317"/>
                  </a:lnTo>
                  <a:cubicBezTo>
                    <a:pt x="7030" y="10226"/>
                    <a:pt x="6871" y="10135"/>
                    <a:pt x="6711" y="10021"/>
                  </a:cubicBezTo>
                  <a:cubicBezTo>
                    <a:pt x="6483" y="9907"/>
                    <a:pt x="6278" y="9770"/>
                    <a:pt x="6072" y="9656"/>
                  </a:cubicBezTo>
                  <a:cubicBezTo>
                    <a:pt x="6255" y="9542"/>
                    <a:pt x="6437" y="9450"/>
                    <a:pt x="6620" y="9336"/>
                  </a:cubicBezTo>
                  <a:cubicBezTo>
                    <a:pt x="6848" y="9450"/>
                    <a:pt x="7054" y="9564"/>
                    <a:pt x="7282" y="9678"/>
                  </a:cubicBezTo>
                  <a:cubicBezTo>
                    <a:pt x="7076" y="9793"/>
                    <a:pt x="6894" y="9907"/>
                    <a:pt x="6711" y="10021"/>
                  </a:cubicBezTo>
                  <a:cubicBezTo>
                    <a:pt x="6917" y="9930"/>
                    <a:pt x="7099" y="9815"/>
                    <a:pt x="7305" y="9701"/>
                  </a:cubicBezTo>
                  <a:cubicBezTo>
                    <a:pt x="7487" y="9793"/>
                    <a:pt x="7670" y="9907"/>
                    <a:pt x="7853" y="9998"/>
                  </a:cubicBezTo>
                  <a:cubicBezTo>
                    <a:pt x="7670" y="9884"/>
                    <a:pt x="7510" y="9793"/>
                    <a:pt x="7328" y="9678"/>
                  </a:cubicBezTo>
                  <a:cubicBezTo>
                    <a:pt x="7533" y="9587"/>
                    <a:pt x="7716" y="9473"/>
                    <a:pt x="7921" y="9359"/>
                  </a:cubicBezTo>
                  <a:cubicBezTo>
                    <a:pt x="8104" y="9450"/>
                    <a:pt x="8309" y="9564"/>
                    <a:pt x="8492" y="9656"/>
                  </a:cubicBezTo>
                  <a:cubicBezTo>
                    <a:pt x="8309" y="9564"/>
                    <a:pt x="8126" y="9450"/>
                    <a:pt x="7944" y="9336"/>
                  </a:cubicBezTo>
                  <a:cubicBezTo>
                    <a:pt x="8149" y="9245"/>
                    <a:pt x="8332" y="9131"/>
                    <a:pt x="8537" y="9017"/>
                  </a:cubicBezTo>
                  <a:cubicBezTo>
                    <a:pt x="8743" y="9131"/>
                    <a:pt x="8925" y="9222"/>
                    <a:pt x="9131" y="9336"/>
                  </a:cubicBezTo>
                  <a:cubicBezTo>
                    <a:pt x="8948" y="9222"/>
                    <a:pt x="8766" y="9108"/>
                    <a:pt x="8560" y="8994"/>
                  </a:cubicBezTo>
                  <a:cubicBezTo>
                    <a:pt x="8766" y="8902"/>
                    <a:pt x="8971" y="8788"/>
                    <a:pt x="9154" y="8674"/>
                  </a:cubicBezTo>
                  <a:cubicBezTo>
                    <a:pt x="9359" y="8788"/>
                    <a:pt x="9564" y="8902"/>
                    <a:pt x="9770" y="9017"/>
                  </a:cubicBezTo>
                  <a:cubicBezTo>
                    <a:pt x="9587" y="8902"/>
                    <a:pt x="9382" y="8788"/>
                    <a:pt x="9176" y="8651"/>
                  </a:cubicBezTo>
                  <a:cubicBezTo>
                    <a:pt x="9222" y="8629"/>
                    <a:pt x="9291" y="8606"/>
                    <a:pt x="9336" y="8583"/>
                  </a:cubicBezTo>
                  <a:lnTo>
                    <a:pt x="9770" y="8332"/>
                  </a:lnTo>
                  <a:cubicBezTo>
                    <a:pt x="9975" y="8446"/>
                    <a:pt x="10204" y="8560"/>
                    <a:pt x="10409" y="8674"/>
                  </a:cubicBezTo>
                  <a:cubicBezTo>
                    <a:pt x="10204" y="8560"/>
                    <a:pt x="9998" y="8446"/>
                    <a:pt x="9793" y="8309"/>
                  </a:cubicBezTo>
                  <a:lnTo>
                    <a:pt x="10340" y="8012"/>
                  </a:lnTo>
                  <a:cubicBezTo>
                    <a:pt x="10500" y="8104"/>
                    <a:pt x="10683" y="8218"/>
                    <a:pt x="10865" y="8309"/>
                  </a:cubicBezTo>
                  <a:cubicBezTo>
                    <a:pt x="10683" y="8195"/>
                    <a:pt x="10523" y="8104"/>
                    <a:pt x="10363" y="8012"/>
                  </a:cubicBezTo>
                  <a:lnTo>
                    <a:pt x="10957" y="7670"/>
                  </a:lnTo>
                  <a:lnTo>
                    <a:pt x="11550" y="7327"/>
                  </a:lnTo>
                  <a:cubicBezTo>
                    <a:pt x="11687" y="7396"/>
                    <a:pt x="11824" y="7464"/>
                    <a:pt x="11961" y="7533"/>
                  </a:cubicBezTo>
                  <a:cubicBezTo>
                    <a:pt x="11824" y="7464"/>
                    <a:pt x="11710" y="7396"/>
                    <a:pt x="11573" y="7305"/>
                  </a:cubicBezTo>
                  <a:lnTo>
                    <a:pt x="12166" y="6985"/>
                  </a:lnTo>
                  <a:cubicBezTo>
                    <a:pt x="12303" y="7054"/>
                    <a:pt x="12463" y="7145"/>
                    <a:pt x="12600" y="7213"/>
                  </a:cubicBezTo>
                  <a:cubicBezTo>
                    <a:pt x="12463" y="7122"/>
                    <a:pt x="12326" y="7054"/>
                    <a:pt x="12189" y="6962"/>
                  </a:cubicBezTo>
                  <a:lnTo>
                    <a:pt x="12326" y="6894"/>
                  </a:lnTo>
                  <a:lnTo>
                    <a:pt x="12783" y="6643"/>
                  </a:lnTo>
                  <a:cubicBezTo>
                    <a:pt x="12943" y="6711"/>
                    <a:pt x="13080" y="6803"/>
                    <a:pt x="13239" y="6894"/>
                  </a:cubicBezTo>
                  <a:cubicBezTo>
                    <a:pt x="13102" y="6803"/>
                    <a:pt x="12943" y="6711"/>
                    <a:pt x="12806" y="6620"/>
                  </a:cubicBezTo>
                  <a:lnTo>
                    <a:pt x="13376" y="6278"/>
                  </a:lnTo>
                  <a:cubicBezTo>
                    <a:pt x="13513" y="6346"/>
                    <a:pt x="13627" y="6414"/>
                    <a:pt x="13741" y="6483"/>
                  </a:cubicBezTo>
                  <a:cubicBezTo>
                    <a:pt x="13627" y="6414"/>
                    <a:pt x="13513" y="6346"/>
                    <a:pt x="13399" y="6278"/>
                  </a:cubicBezTo>
                  <a:lnTo>
                    <a:pt x="13993" y="5935"/>
                  </a:lnTo>
                  <a:cubicBezTo>
                    <a:pt x="14129" y="6004"/>
                    <a:pt x="14244" y="6072"/>
                    <a:pt x="14381" y="6141"/>
                  </a:cubicBezTo>
                  <a:cubicBezTo>
                    <a:pt x="14266" y="6072"/>
                    <a:pt x="14129" y="6004"/>
                    <a:pt x="14015" y="5935"/>
                  </a:cubicBezTo>
                  <a:lnTo>
                    <a:pt x="14586" y="5593"/>
                  </a:lnTo>
                  <a:cubicBezTo>
                    <a:pt x="14746" y="5661"/>
                    <a:pt x="14883" y="5753"/>
                    <a:pt x="15020" y="5821"/>
                  </a:cubicBezTo>
                  <a:cubicBezTo>
                    <a:pt x="14883" y="5730"/>
                    <a:pt x="14746" y="5661"/>
                    <a:pt x="14609" y="5570"/>
                  </a:cubicBezTo>
                  <a:lnTo>
                    <a:pt x="15202" y="5250"/>
                  </a:lnTo>
                  <a:cubicBezTo>
                    <a:pt x="15362" y="5319"/>
                    <a:pt x="15499" y="5410"/>
                    <a:pt x="15659" y="5501"/>
                  </a:cubicBezTo>
                  <a:cubicBezTo>
                    <a:pt x="15522" y="5410"/>
                    <a:pt x="15362" y="5319"/>
                    <a:pt x="15225" y="5228"/>
                  </a:cubicBezTo>
                  <a:lnTo>
                    <a:pt x="15316" y="5182"/>
                  </a:lnTo>
                  <a:cubicBezTo>
                    <a:pt x="15476" y="5068"/>
                    <a:pt x="15636" y="4976"/>
                    <a:pt x="15796" y="4885"/>
                  </a:cubicBezTo>
                  <a:cubicBezTo>
                    <a:pt x="15978" y="4976"/>
                    <a:pt x="16138" y="5068"/>
                    <a:pt x="16298" y="5159"/>
                  </a:cubicBezTo>
                  <a:cubicBezTo>
                    <a:pt x="16138" y="5068"/>
                    <a:pt x="15978" y="4976"/>
                    <a:pt x="15819" y="4885"/>
                  </a:cubicBezTo>
                  <a:cubicBezTo>
                    <a:pt x="16024" y="4771"/>
                    <a:pt x="16207" y="4657"/>
                    <a:pt x="16389" y="4543"/>
                  </a:cubicBezTo>
                  <a:cubicBezTo>
                    <a:pt x="16595" y="4634"/>
                    <a:pt x="16754" y="4748"/>
                    <a:pt x="16960" y="4840"/>
                  </a:cubicBezTo>
                  <a:cubicBezTo>
                    <a:pt x="16777" y="4725"/>
                    <a:pt x="16595" y="4634"/>
                    <a:pt x="16435" y="4520"/>
                  </a:cubicBezTo>
                  <a:cubicBezTo>
                    <a:pt x="16617" y="4406"/>
                    <a:pt x="16800" y="4292"/>
                    <a:pt x="17005" y="4200"/>
                  </a:cubicBezTo>
                  <a:cubicBezTo>
                    <a:pt x="17188" y="4292"/>
                    <a:pt x="17393" y="4406"/>
                    <a:pt x="17599" y="4520"/>
                  </a:cubicBezTo>
                  <a:cubicBezTo>
                    <a:pt x="17393" y="4406"/>
                    <a:pt x="17211" y="4292"/>
                    <a:pt x="17028" y="4178"/>
                  </a:cubicBezTo>
                  <a:cubicBezTo>
                    <a:pt x="17211" y="4063"/>
                    <a:pt x="17416" y="3949"/>
                    <a:pt x="17599" y="3835"/>
                  </a:cubicBezTo>
                  <a:cubicBezTo>
                    <a:pt x="17736" y="3904"/>
                    <a:pt x="17896" y="3995"/>
                    <a:pt x="18033" y="4063"/>
                  </a:cubicBezTo>
                  <a:cubicBezTo>
                    <a:pt x="17896" y="3995"/>
                    <a:pt x="17759" y="3904"/>
                    <a:pt x="17622" y="3835"/>
                  </a:cubicBezTo>
                  <a:cubicBezTo>
                    <a:pt x="17850" y="3698"/>
                    <a:pt x="18078" y="3561"/>
                    <a:pt x="18306" y="3424"/>
                  </a:cubicBezTo>
                  <a:lnTo>
                    <a:pt x="18306" y="3424"/>
                  </a:lnTo>
                  <a:cubicBezTo>
                    <a:pt x="18055" y="3561"/>
                    <a:pt x="17827" y="3675"/>
                    <a:pt x="17599" y="3812"/>
                  </a:cubicBezTo>
                  <a:cubicBezTo>
                    <a:pt x="17393" y="3698"/>
                    <a:pt x="17188" y="3561"/>
                    <a:pt x="16983" y="3447"/>
                  </a:cubicBezTo>
                  <a:cubicBezTo>
                    <a:pt x="17234" y="3287"/>
                    <a:pt x="17508" y="3150"/>
                    <a:pt x="17759" y="2991"/>
                  </a:cubicBezTo>
                  <a:lnTo>
                    <a:pt x="17759" y="2991"/>
                  </a:lnTo>
                  <a:cubicBezTo>
                    <a:pt x="17485" y="3128"/>
                    <a:pt x="17211" y="3287"/>
                    <a:pt x="16960" y="3424"/>
                  </a:cubicBezTo>
                  <a:cubicBezTo>
                    <a:pt x="16754" y="3310"/>
                    <a:pt x="16526" y="3173"/>
                    <a:pt x="16321" y="3059"/>
                  </a:cubicBezTo>
                  <a:cubicBezTo>
                    <a:pt x="16572" y="2922"/>
                    <a:pt x="16800" y="2785"/>
                    <a:pt x="17051" y="2648"/>
                  </a:cubicBezTo>
                  <a:lnTo>
                    <a:pt x="17051" y="2648"/>
                  </a:lnTo>
                  <a:cubicBezTo>
                    <a:pt x="16800" y="2762"/>
                    <a:pt x="16549" y="2922"/>
                    <a:pt x="16298" y="3036"/>
                  </a:cubicBezTo>
                  <a:cubicBezTo>
                    <a:pt x="16298" y="3036"/>
                    <a:pt x="16275" y="3036"/>
                    <a:pt x="16252" y="3014"/>
                  </a:cubicBezTo>
                  <a:lnTo>
                    <a:pt x="15659" y="2671"/>
                  </a:lnTo>
                  <a:lnTo>
                    <a:pt x="15020" y="2306"/>
                  </a:lnTo>
                  <a:cubicBezTo>
                    <a:pt x="15225" y="2192"/>
                    <a:pt x="15408" y="2055"/>
                    <a:pt x="15613" y="1941"/>
                  </a:cubicBezTo>
                  <a:lnTo>
                    <a:pt x="15613" y="1941"/>
                  </a:lnTo>
                  <a:cubicBezTo>
                    <a:pt x="15408" y="2055"/>
                    <a:pt x="15202" y="2169"/>
                    <a:pt x="14997" y="2283"/>
                  </a:cubicBezTo>
                  <a:lnTo>
                    <a:pt x="14449" y="1986"/>
                  </a:lnTo>
                  <a:lnTo>
                    <a:pt x="14358" y="1918"/>
                  </a:lnTo>
                  <a:cubicBezTo>
                    <a:pt x="14540" y="1827"/>
                    <a:pt x="14723" y="1713"/>
                    <a:pt x="14905" y="1598"/>
                  </a:cubicBezTo>
                  <a:lnTo>
                    <a:pt x="14905" y="1598"/>
                  </a:lnTo>
                  <a:cubicBezTo>
                    <a:pt x="14723" y="1713"/>
                    <a:pt x="14517" y="1804"/>
                    <a:pt x="14335" y="1918"/>
                  </a:cubicBezTo>
                  <a:lnTo>
                    <a:pt x="13673" y="1553"/>
                  </a:lnTo>
                  <a:lnTo>
                    <a:pt x="13011" y="1187"/>
                  </a:lnTo>
                  <a:cubicBezTo>
                    <a:pt x="13169" y="1097"/>
                    <a:pt x="13328" y="1007"/>
                    <a:pt x="13486" y="916"/>
                  </a:cubicBezTo>
                  <a:lnTo>
                    <a:pt x="13486" y="916"/>
                  </a:lnTo>
                  <a:cubicBezTo>
                    <a:pt x="13328" y="1007"/>
                    <a:pt x="13169" y="1097"/>
                    <a:pt x="12988" y="1187"/>
                  </a:cubicBezTo>
                  <a:lnTo>
                    <a:pt x="12646" y="982"/>
                  </a:lnTo>
                  <a:cubicBezTo>
                    <a:pt x="12555" y="936"/>
                    <a:pt x="12440" y="868"/>
                    <a:pt x="12326" y="822"/>
                  </a:cubicBezTo>
                  <a:cubicBezTo>
                    <a:pt x="12485" y="732"/>
                    <a:pt x="12621" y="641"/>
                    <a:pt x="12779" y="550"/>
                  </a:cubicBezTo>
                  <a:lnTo>
                    <a:pt x="12779" y="550"/>
                  </a:lnTo>
                  <a:cubicBezTo>
                    <a:pt x="12621" y="641"/>
                    <a:pt x="12485" y="731"/>
                    <a:pt x="12326" y="799"/>
                  </a:cubicBezTo>
                  <a:cubicBezTo>
                    <a:pt x="12075" y="685"/>
                    <a:pt x="11824" y="548"/>
                    <a:pt x="11596" y="411"/>
                  </a:cubicBezTo>
                  <a:cubicBezTo>
                    <a:pt x="11778" y="297"/>
                    <a:pt x="11984" y="183"/>
                    <a:pt x="12166" y="69"/>
                  </a:cubicBezTo>
                  <a:lnTo>
                    <a:pt x="12166" y="69"/>
                  </a:lnTo>
                  <a:cubicBezTo>
                    <a:pt x="11961" y="183"/>
                    <a:pt x="11778" y="297"/>
                    <a:pt x="11573" y="411"/>
                  </a:cubicBezTo>
                  <a:cubicBezTo>
                    <a:pt x="11322" y="275"/>
                    <a:pt x="11071" y="138"/>
                    <a:pt x="10820" y="1"/>
                  </a:cubicBezTo>
                  <a:close/>
                </a:path>
              </a:pathLst>
            </a:custGeom>
            <a:solidFill>
              <a:srgbClr val="27282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3" name="Google Shape;2580;p83"/>
            <p:cNvSpPr/>
            <p:nvPr/>
          </p:nvSpPr>
          <p:spPr>
            <a:xfrm>
              <a:off x="5598000" y="2500560"/>
              <a:ext cx="356400" cy="331200"/>
            </a:xfrm>
            <a:custGeom>
              <a:avLst/>
              <a:gdLst>
                <a:gd name="textAreaLeft" fmla="*/ 0 w 356400"/>
                <a:gd name="textAreaRight" fmla="*/ 356760 w 356400"/>
                <a:gd name="textAreaTop" fmla="*/ 0 h 331200"/>
                <a:gd name="textAreaBottom" fmla="*/ 331560 h 331200"/>
              </a:gdLst>
              <a:ahLst/>
              <a:cxnLst/>
              <a:rect l="textAreaLeft" t="textAreaTop" r="textAreaRight" b="textAreaBottom"/>
              <a:pathLst>
                <a:path w="15514" h="14429">
                  <a:moveTo>
                    <a:pt x="2038" y="1"/>
                  </a:moveTo>
                  <a:cubicBezTo>
                    <a:pt x="88" y="1"/>
                    <a:pt x="1" y="8729"/>
                    <a:pt x="249" y="11553"/>
                  </a:cubicBezTo>
                  <a:cubicBezTo>
                    <a:pt x="249" y="11553"/>
                    <a:pt x="3011" y="13562"/>
                    <a:pt x="9882" y="14064"/>
                  </a:cubicBezTo>
                  <a:lnTo>
                    <a:pt x="12004" y="14406"/>
                  </a:lnTo>
                  <a:cubicBezTo>
                    <a:pt x="12111" y="14421"/>
                    <a:pt x="12220" y="14429"/>
                    <a:pt x="12330" y="14429"/>
                  </a:cubicBezTo>
                  <a:cubicBezTo>
                    <a:pt x="12550" y="14429"/>
                    <a:pt x="12773" y="14398"/>
                    <a:pt x="12986" y="14338"/>
                  </a:cubicBezTo>
                  <a:cubicBezTo>
                    <a:pt x="13762" y="14086"/>
                    <a:pt x="15131" y="13584"/>
                    <a:pt x="15314" y="12808"/>
                  </a:cubicBezTo>
                  <a:cubicBezTo>
                    <a:pt x="15514" y="11938"/>
                    <a:pt x="15396" y="11125"/>
                    <a:pt x="14630" y="11125"/>
                  </a:cubicBezTo>
                  <a:cubicBezTo>
                    <a:pt x="14432" y="11125"/>
                    <a:pt x="14190" y="11180"/>
                    <a:pt x="13899" y="11302"/>
                  </a:cubicBezTo>
                  <a:lnTo>
                    <a:pt x="12461" y="11872"/>
                  </a:lnTo>
                  <a:cubicBezTo>
                    <a:pt x="12461" y="11872"/>
                    <a:pt x="11799" y="11713"/>
                    <a:pt x="12895" y="10708"/>
                  </a:cubicBezTo>
                  <a:cubicBezTo>
                    <a:pt x="13284" y="10343"/>
                    <a:pt x="13258" y="10189"/>
                    <a:pt x="13043" y="10189"/>
                  </a:cubicBezTo>
                  <a:cubicBezTo>
                    <a:pt x="12666" y="10189"/>
                    <a:pt x="11708" y="10662"/>
                    <a:pt x="11388" y="11302"/>
                  </a:cubicBezTo>
                  <a:lnTo>
                    <a:pt x="10133" y="11872"/>
                  </a:lnTo>
                  <a:lnTo>
                    <a:pt x="3262" y="9042"/>
                  </a:lnTo>
                  <a:cubicBezTo>
                    <a:pt x="3262" y="9042"/>
                    <a:pt x="4107" y="163"/>
                    <a:pt x="2098" y="3"/>
                  </a:cubicBezTo>
                  <a:cubicBezTo>
                    <a:pt x="2078" y="1"/>
                    <a:pt x="2058" y="1"/>
                    <a:pt x="2038" y="1"/>
                  </a:cubicBezTo>
                  <a:close/>
                </a:path>
              </a:pathLst>
            </a:custGeom>
            <a:solidFill>
              <a:srgbClr val="754b4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4" name="Google Shape;2581;p83"/>
            <p:cNvSpPr/>
            <p:nvPr/>
          </p:nvSpPr>
          <p:spPr>
            <a:xfrm>
              <a:off x="5598000" y="2500560"/>
              <a:ext cx="56160" cy="274680"/>
            </a:xfrm>
            <a:custGeom>
              <a:avLst/>
              <a:gdLst>
                <a:gd name="textAreaLeft" fmla="*/ 0 w 56160"/>
                <a:gd name="textAreaRight" fmla="*/ 56520 w 56160"/>
                <a:gd name="textAreaTop" fmla="*/ 0 h 274680"/>
                <a:gd name="textAreaBottom" fmla="*/ 275040 h 274680"/>
              </a:gdLst>
              <a:ahLst/>
              <a:cxnLst/>
              <a:rect l="textAreaLeft" t="textAreaTop" r="textAreaRight" b="textAreaBottom"/>
              <a:pathLst>
                <a:path w="2464" h="11964">
                  <a:moveTo>
                    <a:pt x="2038" y="1"/>
                  </a:moveTo>
                  <a:cubicBezTo>
                    <a:pt x="88" y="1"/>
                    <a:pt x="1" y="8729"/>
                    <a:pt x="249" y="11553"/>
                  </a:cubicBezTo>
                  <a:cubicBezTo>
                    <a:pt x="249" y="11553"/>
                    <a:pt x="478" y="11713"/>
                    <a:pt x="980" y="11964"/>
                  </a:cubicBezTo>
                  <a:cubicBezTo>
                    <a:pt x="774" y="8882"/>
                    <a:pt x="888" y="1076"/>
                    <a:pt x="2463" y="140"/>
                  </a:cubicBezTo>
                  <a:cubicBezTo>
                    <a:pt x="2349" y="72"/>
                    <a:pt x="2235" y="3"/>
                    <a:pt x="2098" y="3"/>
                  </a:cubicBezTo>
                  <a:cubicBezTo>
                    <a:pt x="2078" y="1"/>
                    <a:pt x="2058" y="1"/>
                    <a:pt x="2038" y="1"/>
                  </a:cubicBezTo>
                  <a:close/>
                </a:path>
              </a:pathLst>
            </a:custGeom>
            <a:solidFill>
              <a:srgbClr val="5e434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5" name="Google Shape;2582;p83"/>
            <p:cNvSpPr/>
            <p:nvPr/>
          </p:nvSpPr>
          <p:spPr>
            <a:xfrm>
              <a:off x="5596920" y="2495880"/>
              <a:ext cx="86760" cy="170640"/>
            </a:xfrm>
            <a:custGeom>
              <a:avLst/>
              <a:gdLst>
                <a:gd name="textAreaLeft" fmla="*/ 0 w 86760"/>
                <a:gd name="textAreaRight" fmla="*/ 87120 w 86760"/>
                <a:gd name="textAreaTop" fmla="*/ 0 h 170640"/>
                <a:gd name="textAreaBottom" fmla="*/ 171000 h 170640"/>
              </a:gdLst>
              <a:ahLst/>
              <a:cxnLst/>
              <a:rect l="textAreaLeft" t="textAreaTop" r="textAreaRight" b="textAreaBottom"/>
              <a:pathLst>
                <a:path w="3790" h="7443">
                  <a:moveTo>
                    <a:pt x="2144" y="0"/>
                  </a:moveTo>
                  <a:cubicBezTo>
                    <a:pt x="917" y="0"/>
                    <a:pt x="158" y="3490"/>
                    <a:pt x="1" y="6713"/>
                  </a:cubicBezTo>
                  <a:cubicBezTo>
                    <a:pt x="1073" y="6941"/>
                    <a:pt x="2603" y="7192"/>
                    <a:pt x="3653" y="7443"/>
                  </a:cubicBezTo>
                  <a:cubicBezTo>
                    <a:pt x="3790" y="4841"/>
                    <a:pt x="3630" y="116"/>
                    <a:pt x="2192" y="2"/>
                  </a:cubicBezTo>
                  <a:cubicBezTo>
                    <a:pt x="2176" y="1"/>
                    <a:pt x="2160" y="0"/>
                    <a:pt x="2144" y="0"/>
                  </a:cubicBezTo>
                  <a:close/>
                </a:path>
              </a:pathLst>
            </a:custGeom>
            <a:solidFill>
              <a:srgbClr val="f4ebc9"/>
            </a:solidFill>
            <a:ln w="0">
              <a:noFill/>
            </a:ln>
          </p:spPr>
          <p:style>
            <a:lnRef idx="0"/>
            <a:fillRef idx="0"/>
            <a:effectRef idx="0"/>
            <a:fontRef idx="minor"/>
          </p:style>
          <p:txBody>
            <a:bodyPr tIns="85320" bIns="85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6" name="Google Shape;2583;p83"/>
            <p:cNvSpPr/>
            <p:nvPr/>
          </p:nvSpPr>
          <p:spPr>
            <a:xfrm>
              <a:off x="5596560" y="2494800"/>
              <a:ext cx="88200" cy="172800"/>
            </a:xfrm>
            <a:custGeom>
              <a:avLst/>
              <a:gdLst>
                <a:gd name="textAreaLeft" fmla="*/ 0 w 88200"/>
                <a:gd name="textAreaRight" fmla="*/ 88560 w 88200"/>
                <a:gd name="textAreaTop" fmla="*/ 0 h 172800"/>
                <a:gd name="textAreaBottom" fmla="*/ 173160 h 172800"/>
              </a:gdLst>
              <a:ahLst/>
              <a:cxnLst/>
              <a:rect l="textAreaLeft" t="textAreaTop" r="textAreaRight" b="textAreaBottom"/>
              <a:pathLst>
                <a:path w="3859" h="7533">
                  <a:moveTo>
                    <a:pt x="2125" y="87"/>
                  </a:moveTo>
                  <a:cubicBezTo>
                    <a:pt x="2147" y="87"/>
                    <a:pt x="2169" y="89"/>
                    <a:pt x="2192" y="92"/>
                  </a:cubicBezTo>
                  <a:cubicBezTo>
                    <a:pt x="3607" y="206"/>
                    <a:pt x="3767" y="4908"/>
                    <a:pt x="3630" y="7418"/>
                  </a:cubicBezTo>
                  <a:cubicBezTo>
                    <a:pt x="2991" y="7281"/>
                    <a:pt x="2192" y="7122"/>
                    <a:pt x="1416" y="6985"/>
                  </a:cubicBezTo>
                  <a:cubicBezTo>
                    <a:pt x="937" y="6893"/>
                    <a:pt x="480" y="6802"/>
                    <a:pt x="69" y="6734"/>
                  </a:cubicBezTo>
                  <a:cubicBezTo>
                    <a:pt x="206" y="4109"/>
                    <a:pt x="731" y="1119"/>
                    <a:pt x="1667" y="297"/>
                  </a:cubicBezTo>
                  <a:cubicBezTo>
                    <a:pt x="1827" y="157"/>
                    <a:pt x="1969" y="87"/>
                    <a:pt x="2125" y="87"/>
                  </a:cubicBezTo>
                  <a:close/>
                  <a:moveTo>
                    <a:pt x="2215" y="0"/>
                  </a:moveTo>
                  <a:cubicBezTo>
                    <a:pt x="2009" y="0"/>
                    <a:pt x="1804" y="69"/>
                    <a:pt x="1621" y="228"/>
                  </a:cubicBezTo>
                  <a:cubicBezTo>
                    <a:pt x="663" y="1073"/>
                    <a:pt x="115" y="4109"/>
                    <a:pt x="1" y="6757"/>
                  </a:cubicBezTo>
                  <a:lnTo>
                    <a:pt x="1" y="6802"/>
                  </a:lnTo>
                  <a:lnTo>
                    <a:pt x="24" y="6802"/>
                  </a:lnTo>
                  <a:cubicBezTo>
                    <a:pt x="435" y="6893"/>
                    <a:pt x="891" y="6962"/>
                    <a:pt x="1393" y="7053"/>
                  </a:cubicBezTo>
                  <a:cubicBezTo>
                    <a:pt x="2192" y="7213"/>
                    <a:pt x="3014" y="7373"/>
                    <a:pt x="3676" y="7533"/>
                  </a:cubicBezTo>
                  <a:lnTo>
                    <a:pt x="3721" y="7533"/>
                  </a:lnTo>
                  <a:lnTo>
                    <a:pt x="3721" y="7487"/>
                  </a:lnTo>
                  <a:cubicBezTo>
                    <a:pt x="3858" y="4953"/>
                    <a:pt x="3699" y="137"/>
                    <a:pt x="2215" y="0"/>
                  </a:cubicBezTo>
                  <a:close/>
                </a:path>
              </a:pathLst>
            </a:custGeom>
            <a:solidFill>
              <a:srgbClr val="dbd0ab"/>
            </a:solidFill>
            <a:ln w="0">
              <a:noFill/>
            </a:ln>
          </p:spPr>
          <p:style>
            <a:lnRef idx="0"/>
            <a:fillRef idx="0"/>
            <a:effectRef idx="0"/>
            <a:fontRef idx="minor"/>
          </p:style>
          <p:txBody>
            <a:bodyPr tIns="86400" bIns="86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7" name="Google Shape;2584;p83"/>
            <p:cNvSpPr/>
            <p:nvPr/>
          </p:nvSpPr>
          <p:spPr>
            <a:xfrm>
              <a:off x="5210640" y="2230560"/>
              <a:ext cx="407160" cy="420480"/>
            </a:xfrm>
            <a:custGeom>
              <a:avLst/>
              <a:gdLst>
                <a:gd name="textAreaLeft" fmla="*/ 0 w 407160"/>
                <a:gd name="textAreaRight" fmla="*/ 407520 w 407160"/>
                <a:gd name="textAreaTop" fmla="*/ 0 h 420480"/>
                <a:gd name="textAreaBottom" fmla="*/ 420840 h 420480"/>
              </a:gdLst>
              <a:ahLst/>
              <a:cxnLst/>
              <a:rect l="textAreaLeft" t="textAreaTop" r="textAreaRight" b="textAreaBottom"/>
              <a:pathLst>
                <a:path w="17736" h="18313">
                  <a:moveTo>
                    <a:pt x="15232" y="0"/>
                  </a:moveTo>
                  <a:cubicBezTo>
                    <a:pt x="15077" y="0"/>
                    <a:pt x="14918" y="41"/>
                    <a:pt x="14768" y="129"/>
                  </a:cubicBezTo>
                  <a:lnTo>
                    <a:pt x="457" y="8620"/>
                  </a:lnTo>
                  <a:cubicBezTo>
                    <a:pt x="183" y="8780"/>
                    <a:pt x="0" y="9100"/>
                    <a:pt x="0" y="9419"/>
                  </a:cubicBezTo>
                  <a:lnTo>
                    <a:pt x="0" y="17385"/>
                  </a:lnTo>
                  <a:cubicBezTo>
                    <a:pt x="0" y="17921"/>
                    <a:pt x="445" y="18313"/>
                    <a:pt x="929" y="18313"/>
                  </a:cubicBezTo>
                  <a:cubicBezTo>
                    <a:pt x="1084" y="18313"/>
                    <a:pt x="1243" y="18273"/>
                    <a:pt x="1393" y="18184"/>
                  </a:cubicBezTo>
                  <a:lnTo>
                    <a:pt x="15544" y="9853"/>
                  </a:lnTo>
                  <a:lnTo>
                    <a:pt x="17735" y="8552"/>
                  </a:lnTo>
                  <a:lnTo>
                    <a:pt x="16161" y="8392"/>
                  </a:lnTo>
                  <a:lnTo>
                    <a:pt x="16161" y="928"/>
                  </a:lnTo>
                  <a:cubicBezTo>
                    <a:pt x="16161" y="392"/>
                    <a:pt x="15715" y="0"/>
                    <a:pt x="15232"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8" name="Google Shape;2585;p83"/>
            <p:cNvSpPr/>
            <p:nvPr/>
          </p:nvSpPr>
          <p:spPr>
            <a:xfrm>
              <a:off x="5894280" y="1270440"/>
              <a:ext cx="407160" cy="420120"/>
            </a:xfrm>
            <a:custGeom>
              <a:avLst/>
              <a:gdLst>
                <a:gd name="textAreaLeft" fmla="*/ 0 w 407160"/>
                <a:gd name="textAreaRight" fmla="*/ 407520 w 407160"/>
                <a:gd name="textAreaTop" fmla="*/ 0 h 420120"/>
                <a:gd name="textAreaBottom" fmla="*/ 420480 h 420120"/>
              </a:gdLst>
              <a:ahLst/>
              <a:cxnLst/>
              <a:rect l="textAreaLeft" t="textAreaTop" r="textAreaRight" b="textAreaBottom"/>
              <a:pathLst>
                <a:path w="17736" h="18296">
                  <a:moveTo>
                    <a:pt x="15242" y="0"/>
                  </a:moveTo>
                  <a:cubicBezTo>
                    <a:pt x="15084" y="0"/>
                    <a:pt x="14921" y="41"/>
                    <a:pt x="14769" y="132"/>
                  </a:cubicBezTo>
                  <a:lnTo>
                    <a:pt x="457" y="8600"/>
                  </a:lnTo>
                  <a:cubicBezTo>
                    <a:pt x="160" y="8783"/>
                    <a:pt x="1" y="9080"/>
                    <a:pt x="1" y="9399"/>
                  </a:cubicBezTo>
                  <a:lnTo>
                    <a:pt x="1" y="17365"/>
                  </a:lnTo>
                  <a:cubicBezTo>
                    <a:pt x="1" y="17914"/>
                    <a:pt x="440" y="18296"/>
                    <a:pt x="919" y="18296"/>
                  </a:cubicBezTo>
                  <a:cubicBezTo>
                    <a:pt x="1078" y="18296"/>
                    <a:pt x="1240" y="18255"/>
                    <a:pt x="1393" y="18164"/>
                  </a:cubicBezTo>
                  <a:lnTo>
                    <a:pt x="15545" y="9833"/>
                  </a:lnTo>
                  <a:lnTo>
                    <a:pt x="17736" y="8532"/>
                  </a:lnTo>
                  <a:lnTo>
                    <a:pt x="16161" y="8372"/>
                  </a:lnTo>
                  <a:lnTo>
                    <a:pt x="16161" y="931"/>
                  </a:lnTo>
                  <a:cubicBezTo>
                    <a:pt x="16161" y="382"/>
                    <a:pt x="15722" y="0"/>
                    <a:pt x="15242"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9" name="Google Shape;2586;p83"/>
            <p:cNvSpPr/>
            <p:nvPr/>
          </p:nvSpPr>
          <p:spPr>
            <a:xfrm>
              <a:off x="7218720" y="2724480"/>
              <a:ext cx="405720" cy="448560"/>
            </a:xfrm>
            <a:custGeom>
              <a:avLst/>
              <a:gdLst>
                <a:gd name="textAreaLeft" fmla="*/ 0 w 405720"/>
                <a:gd name="textAreaRight" fmla="*/ 406080 w 405720"/>
                <a:gd name="textAreaTop" fmla="*/ 0 h 448560"/>
                <a:gd name="textAreaBottom" fmla="*/ 448920 h 448560"/>
              </a:gdLst>
              <a:ahLst/>
              <a:cxnLst/>
              <a:rect l="textAreaLeft" t="textAreaTop" r="textAreaRight" b="textAreaBottom"/>
              <a:pathLst>
                <a:path w="17668" h="19535">
                  <a:moveTo>
                    <a:pt x="16749" y="1"/>
                  </a:moveTo>
                  <a:cubicBezTo>
                    <a:pt x="16590" y="1"/>
                    <a:pt x="16428" y="42"/>
                    <a:pt x="16275" y="133"/>
                  </a:cubicBezTo>
                  <a:lnTo>
                    <a:pt x="1964" y="8601"/>
                  </a:lnTo>
                  <a:cubicBezTo>
                    <a:pt x="1667" y="8783"/>
                    <a:pt x="1507" y="9080"/>
                    <a:pt x="1507" y="9400"/>
                  </a:cubicBezTo>
                  <a:lnTo>
                    <a:pt x="1507" y="17274"/>
                  </a:lnTo>
                  <a:lnTo>
                    <a:pt x="1" y="19534"/>
                  </a:lnTo>
                  <a:lnTo>
                    <a:pt x="1" y="19534"/>
                  </a:lnTo>
                  <a:lnTo>
                    <a:pt x="2648" y="18279"/>
                  </a:lnTo>
                  <a:cubicBezTo>
                    <a:pt x="2740" y="18256"/>
                    <a:pt x="2808" y="18210"/>
                    <a:pt x="2899" y="18165"/>
                  </a:cubicBezTo>
                  <a:lnTo>
                    <a:pt x="17211" y="9742"/>
                  </a:lnTo>
                  <a:cubicBezTo>
                    <a:pt x="17485" y="9582"/>
                    <a:pt x="17667" y="9263"/>
                    <a:pt x="17667" y="8943"/>
                  </a:cubicBezTo>
                  <a:lnTo>
                    <a:pt x="17667" y="932"/>
                  </a:lnTo>
                  <a:cubicBezTo>
                    <a:pt x="17667" y="382"/>
                    <a:pt x="17228" y="1"/>
                    <a:pt x="16749"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0" name="Google Shape;2587;p83"/>
            <p:cNvSpPr/>
            <p:nvPr/>
          </p:nvSpPr>
          <p:spPr>
            <a:xfrm>
              <a:off x="4718160" y="2823480"/>
              <a:ext cx="402120" cy="451080"/>
            </a:xfrm>
            <a:custGeom>
              <a:avLst/>
              <a:gdLst>
                <a:gd name="textAreaLeft" fmla="*/ 0 w 402120"/>
                <a:gd name="textAreaRight" fmla="*/ 402480 w 402120"/>
                <a:gd name="textAreaTop" fmla="*/ 0 h 451080"/>
                <a:gd name="textAreaBottom" fmla="*/ 451440 h 451080"/>
              </a:gdLst>
              <a:ahLst/>
              <a:cxnLst/>
              <a:rect l="textAreaLeft" t="textAreaTop" r="textAreaRight" b="textAreaBottom"/>
              <a:pathLst>
                <a:path w="17508" h="19646">
                  <a:moveTo>
                    <a:pt x="929" y="1"/>
                  </a:moveTo>
                  <a:cubicBezTo>
                    <a:pt x="445" y="1"/>
                    <a:pt x="0" y="393"/>
                    <a:pt x="0" y="929"/>
                  </a:cubicBezTo>
                  <a:lnTo>
                    <a:pt x="0" y="8940"/>
                  </a:lnTo>
                  <a:cubicBezTo>
                    <a:pt x="0" y="9283"/>
                    <a:pt x="160" y="9579"/>
                    <a:pt x="457" y="9739"/>
                  </a:cubicBezTo>
                  <a:lnTo>
                    <a:pt x="14768" y="18185"/>
                  </a:lnTo>
                  <a:cubicBezTo>
                    <a:pt x="14837" y="18230"/>
                    <a:pt x="14928" y="18253"/>
                    <a:pt x="15019" y="18276"/>
                  </a:cubicBezTo>
                  <a:lnTo>
                    <a:pt x="15019" y="18299"/>
                  </a:lnTo>
                  <a:lnTo>
                    <a:pt x="17507" y="19645"/>
                  </a:lnTo>
                  <a:lnTo>
                    <a:pt x="16161" y="17294"/>
                  </a:lnTo>
                  <a:lnTo>
                    <a:pt x="16161" y="9420"/>
                  </a:lnTo>
                  <a:cubicBezTo>
                    <a:pt x="16161" y="9077"/>
                    <a:pt x="15978" y="8781"/>
                    <a:pt x="15704" y="8621"/>
                  </a:cubicBezTo>
                  <a:lnTo>
                    <a:pt x="1393" y="130"/>
                  </a:lnTo>
                  <a:cubicBezTo>
                    <a:pt x="1243" y="41"/>
                    <a:pt x="1084" y="1"/>
                    <a:pt x="929"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1" name="Google Shape;2588;p83"/>
            <p:cNvSpPr/>
            <p:nvPr/>
          </p:nvSpPr>
          <p:spPr>
            <a:xfrm>
              <a:off x="5621760" y="4026600"/>
              <a:ext cx="129960" cy="370440"/>
            </a:xfrm>
            <a:custGeom>
              <a:avLst/>
              <a:gdLst>
                <a:gd name="textAreaLeft" fmla="*/ 0 w 129960"/>
                <a:gd name="textAreaRight" fmla="*/ 130320 w 129960"/>
                <a:gd name="textAreaTop" fmla="*/ 0 h 370440"/>
                <a:gd name="textAreaBottom" fmla="*/ 370800 h 370440"/>
              </a:gdLst>
              <a:ahLst/>
              <a:cxnLst/>
              <a:rect l="textAreaLeft" t="textAreaTop" r="textAreaRight" b="textAreaBottom"/>
              <a:pathLst>
                <a:path w="5662" h="16139">
                  <a:moveTo>
                    <a:pt x="2831" y="1"/>
                  </a:moveTo>
                  <a:lnTo>
                    <a:pt x="0" y="846"/>
                  </a:lnTo>
                  <a:lnTo>
                    <a:pt x="183" y="16138"/>
                  </a:lnTo>
                  <a:lnTo>
                    <a:pt x="799" y="16138"/>
                  </a:lnTo>
                  <a:lnTo>
                    <a:pt x="799" y="12601"/>
                  </a:lnTo>
                  <a:cubicBezTo>
                    <a:pt x="799" y="12601"/>
                    <a:pt x="1438" y="16138"/>
                    <a:pt x="2739" y="16138"/>
                  </a:cubicBezTo>
                  <a:lnTo>
                    <a:pt x="5661" y="16138"/>
                  </a:lnTo>
                  <a:cubicBezTo>
                    <a:pt x="5661" y="16138"/>
                    <a:pt x="5433" y="14244"/>
                    <a:pt x="4109" y="14061"/>
                  </a:cubicBezTo>
                  <a:cubicBezTo>
                    <a:pt x="1826" y="13742"/>
                    <a:pt x="2831" y="1"/>
                    <a:pt x="2831" y="1"/>
                  </a:cubicBezTo>
                  <a:close/>
                </a:path>
              </a:pathLst>
            </a:custGeom>
            <a:solidFill>
              <a:srgbClr val="5e434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2" name="Google Shape;2589;p83"/>
            <p:cNvSpPr/>
            <p:nvPr/>
          </p:nvSpPr>
          <p:spPr>
            <a:xfrm>
              <a:off x="5624280" y="4253400"/>
              <a:ext cx="127080" cy="144000"/>
            </a:xfrm>
            <a:custGeom>
              <a:avLst/>
              <a:gdLst>
                <a:gd name="textAreaLeft" fmla="*/ 0 w 127080"/>
                <a:gd name="textAreaRight" fmla="*/ 127440 w 127080"/>
                <a:gd name="textAreaTop" fmla="*/ 0 h 144000"/>
                <a:gd name="textAreaBottom" fmla="*/ 144360 h 144000"/>
              </a:gdLst>
              <a:ahLst/>
              <a:cxnLst/>
              <a:rect l="textAreaLeft" t="textAreaTop" r="textAreaRight" b="textAreaBottom"/>
              <a:pathLst>
                <a:path w="5548" h="6278">
                  <a:moveTo>
                    <a:pt x="1" y="1"/>
                  </a:moveTo>
                  <a:lnTo>
                    <a:pt x="69" y="6277"/>
                  </a:lnTo>
                  <a:lnTo>
                    <a:pt x="685" y="6277"/>
                  </a:lnTo>
                  <a:lnTo>
                    <a:pt x="685" y="2740"/>
                  </a:lnTo>
                  <a:cubicBezTo>
                    <a:pt x="685" y="2740"/>
                    <a:pt x="1324" y="6277"/>
                    <a:pt x="2625" y="6277"/>
                  </a:cubicBezTo>
                  <a:lnTo>
                    <a:pt x="5547" y="6277"/>
                  </a:lnTo>
                  <a:cubicBezTo>
                    <a:pt x="5547" y="6277"/>
                    <a:pt x="5387" y="4999"/>
                    <a:pt x="4611" y="4429"/>
                  </a:cubicBezTo>
                  <a:cubicBezTo>
                    <a:pt x="4439" y="4445"/>
                    <a:pt x="4278" y="4452"/>
                    <a:pt x="4128" y="4452"/>
                  </a:cubicBezTo>
                  <a:cubicBezTo>
                    <a:pt x="2341" y="4452"/>
                    <a:pt x="2011" y="3351"/>
                    <a:pt x="1758" y="1667"/>
                  </a:cubicBezTo>
                  <a:cubicBezTo>
                    <a:pt x="1553" y="320"/>
                    <a:pt x="548" y="46"/>
                    <a:pt x="1" y="1"/>
                  </a:cubicBezTo>
                  <a:close/>
                </a:path>
              </a:pathLst>
            </a:custGeom>
            <a:solidFill>
              <a:schemeClr val="accent2"/>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3" name="Google Shape;2590;p83"/>
            <p:cNvSpPr/>
            <p:nvPr/>
          </p:nvSpPr>
          <p:spPr>
            <a:xfrm>
              <a:off x="5602320" y="4036680"/>
              <a:ext cx="92520" cy="195480"/>
            </a:xfrm>
            <a:custGeom>
              <a:avLst/>
              <a:gdLst>
                <a:gd name="textAreaLeft" fmla="*/ 0 w 92520"/>
                <a:gd name="textAreaRight" fmla="*/ 92880 w 92520"/>
                <a:gd name="textAreaTop" fmla="*/ 0 h 195480"/>
                <a:gd name="textAreaBottom" fmla="*/ 195840 h 195480"/>
              </a:gdLst>
              <a:ahLst/>
              <a:cxnLst/>
              <a:rect l="textAreaLeft" t="textAreaTop" r="textAreaRight" b="textAreaBottom"/>
              <a:pathLst>
                <a:path w="4041" h="8515">
                  <a:moveTo>
                    <a:pt x="4041" y="1"/>
                  </a:moveTo>
                  <a:lnTo>
                    <a:pt x="1" y="1758"/>
                  </a:lnTo>
                  <a:lnTo>
                    <a:pt x="663" y="8514"/>
                  </a:lnTo>
                  <a:lnTo>
                    <a:pt x="3721" y="8514"/>
                  </a:lnTo>
                  <a:lnTo>
                    <a:pt x="4041" y="1"/>
                  </a:lnTo>
                  <a:close/>
                </a:path>
              </a:pathLst>
            </a:custGeom>
            <a:solidFill>
              <a:srgbClr val="605f7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4" name="Google Shape;2591;p83"/>
            <p:cNvSpPr/>
            <p:nvPr/>
          </p:nvSpPr>
          <p:spPr>
            <a:xfrm>
              <a:off x="5473800" y="3981240"/>
              <a:ext cx="129960" cy="370440"/>
            </a:xfrm>
            <a:custGeom>
              <a:avLst/>
              <a:gdLst>
                <a:gd name="textAreaLeft" fmla="*/ 0 w 129960"/>
                <a:gd name="textAreaRight" fmla="*/ 130320 w 129960"/>
                <a:gd name="textAreaTop" fmla="*/ 0 h 370440"/>
                <a:gd name="textAreaBottom" fmla="*/ 370800 h 370440"/>
              </a:gdLst>
              <a:ahLst/>
              <a:cxnLst/>
              <a:rect l="textAreaLeft" t="textAreaTop" r="textAreaRight" b="textAreaBottom"/>
              <a:pathLst>
                <a:path w="5662" h="16138">
                  <a:moveTo>
                    <a:pt x="2831" y="0"/>
                  </a:moveTo>
                  <a:lnTo>
                    <a:pt x="1" y="845"/>
                  </a:lnTo>
                  <a:lnTo>
                    <a:pt x="183" y="16138"/>
                  </a:lnTo>
                  <a:lnTo>
                    <a:pt x="800" y="16138"/>
                  </a:lnTo>
                  <a:lnTo>
                    <a:pt x="800" y="12577"/>
                  </a:lnTo>
                  <a:cubicBezTo>
                    <a:pt x="800" y="12577"/>
                    <a:pt x="1439" y="16138"/>
                    <a:pt x="2740" y="16138"/>
                  </a:cubicBezTo>
                  <a:lnTo>
                    <a:pt x="5661" y="16138"/>
                  </a:lnTo>
                  <a:cubicBezTo>
                    <a:pt x="5661" y="16138"/>
                    <a:pt x="5456" y="14220"/>
                    <a:pt x="4109" y="14038"/>
                  </a:cubicBezTo>
                  <a:cubicBezTo>
                    <a:pt x="1827" y="13741"/>
                    <a:pt x="2831" y="0"/>
                    <a:pt x="2831" y="0"/>
                  </a:cubicBezTo>
                  <a:close/>
                </a:path>
              </a:pathLst>
            </a:custGeom>
            <a:solidFill>
              <a:srgbClr val="5e434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5" name="Google Shape;2592;p83"/>
            <p:cNvSpPr/>
            <p:nvPr/>
          </p:nvSpPr>
          <p:spPr>
            <a:xfrm>
              <a:off x="5476320" y="4207680"/>
              <a:ext cx="127080" cy="144000"/>
            </a:xfrm>
            <a:custGeom>
              <a:avLst/>
              <a:gdLst>
                <a:gd name="textAreaLeft" fmla="*/ 0 w 127080"/>
                <a:gd name="textAreaRight" fmla="*/ 127440 w 127080"/>
                <a:gd name="textAreaTop" fmla="*/ 0 h 144000"/>
                <a:gd name="textAreaBottom" fmla="*/ 144360 h 144000"/>
              </a:gdLst>
              <a:ahLst/>
              <a:cxnLst/>
              <a:rect l="textAreaLeft" t="textAreaTop" r="textAreaRight" b="textAreaBottom"/>
              <a:pathLst>
                <a:path w="5548" h="6278">
                  <a:moveTo>
                    <a:pt x="1" y="1"/>
                  </a:moveTo>
                  <a:lnTo>
                    <a:pt x="69" y="6278"/>
                  </a:lnTo>
                  <a:lnTo>
                    <a:pt x="686" y="6278"/>
                  </a:lnTo>
                  <a:lnTo>
                    <a:pt x="686" y="2717"/>
                  </a:lnTo>
                  <a:cubicBezTo>
                    <a:pt x="686" y="2717"/>
                    <a:pt x="1325" y="6278"/>
                    <a:pt x="2626" y="6278"/>
                  </a:cubicBezTo>
                  <a:lnTo>
                    <a:pt x="5547" y="6278"/>
                  </a:lnTo>
                  <a:cubicBezTo>
                    <a:pt x="5547" y="6278"/>
                    <a:pt x="5410" y="4999"/>
                    <a:pt x="4612" y="4429"/>
                  </a:cubicBezTo>
                  <a:cubicBezTo>
                    <a:pt x="4442" y="4445"/>
                    <a:pt x="4284" y="4452"/>
                    <a:pt x="4135" y="4452"/>
                  </a:cubicBezTo>
                  <a:cubicBezTo>
                    <a:pt x="2342" y="4452"/>
                    <a:pt x="2011" y="3330"/>
                    <a:pt x="1758" y="1644"/>
                  </a:cubicBezTo>
                  <a:cubicBezTo>
                    <a:pt x="1553" y="320"/>
                    <a:pt x="549" y="46"/>
                    <a:pt x="1" y="1"/>
                  </a:cubicBezTo>
                  <a:close/>
                </a:path>
              </a:pathLst>
            </a:custGeom>
            <a:solidFill>
              <a:schemeClr val="accent2"/>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6" name="Google Shape;2593;p83"/>
            <p:cNvSpPr/>
            <p:nvPr/>
          </p:nvSpPr>
          <p:spPr>
            <a:xfrm>
              <a:off x="5454360" y="3990600"/>
              <a:ext cx="92520" cy="195480"/>
            </a:xfrm>
            <a:custGeom>
              <a:avLst/>
              <a:gdLst>
                <a:gd name="textAreaLeft" fmla="*/ 0 w 92520"/>
                <a:gd name="textAreaRight" fmla="*/ 92880 w 92520"/>
                <a:gd name="textAreaTop" fmla="*/ 0 h 195480"/>
                <a:gd name="textAreaBottom" fmla="*/ 195840 h 195480"/>
              </a:gdLst>
              <a:ahLst/>
              <a:cxnLst/>
              <a:rect l="textAreaLeft" t="textAreaTop" r="textAreaRight" b="textAreaBottom"/>
              <a:pathLst>
                <a:path w="4041" h="8514">
                  <a:moveTo>
                    <a:pt x="4040" y="0"/>
                  </a:moveTo>
                  <a:lnTo>
                    <a:pt x="0" y="1758"/>
                  </a:lnTo>
                  <a:lnTo>
                    <a:pt x="662" y="8514"/>
                  </a:lnTo>
                  <a:lnTo>
                    <a:pt x="3721" y="8514"/>
                  </a:lnTo>
                  <a:lnTo>
                    <a:pt x="4040" y="0"/>
                  </a:lnTo>
                  <a:close/>
                </a:path>
              </a:pathLst>
            </a:custGeom>
            <a:solidFill>
              <a:srgbClr val="605f7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7" name="Google Shape;2594;p83"/>
            <p:cNvSpPr/>
            <p:nvPr/>
          </p:nvSpPr>
          <p:spPr>
            <a:xfrm>
              <a:off x="5347080" y="3840480"/>
              <a:ext cx="237240" cy="176760"/>
            </a:xfrm>
            <a:custGeom>
              <a:avLst/>
              <a:gdLst>
                <a:gd name="textAreaLeft" fmla="*/ 0 w 237240"/>
                <a:gd name="textAreaRight" fmla="*/ 237600 w 237240"/>
                <a:gd name="textAreaTop" fmla="*/ 0 h 176760"/>
                <a:gd name="textAreaBottom" fmla="*/ 177120 h 176760"/>
              </a:gdLst>
              <a:ahLst/>
              <a:cxnLst/>
              <a:rect l="textAreaLeft" t="textAreaTop" r="textAreaRight" b="textAreaBottom"/>
              <a:pathLst>
                <a:path w="10341" h="7701">
                  <a:moveTo>
                    <a:pt x="6978" y="0"/>
                  </a:moveTo>
                  <a:cubicBezTo>
                    <a:pt x="4315" y="0"/>
                    <a:pt x="1" y="3249"/>
                    <a:pt x="1" y="3249"/>
                  </a:cubicBezTo>
                  <a:lnTo>
                    <a:pt x="1233" y="7700"/>
                  </a:lnTo>
                  <a:lnTo>
                    <a:pt x="10227" y="3249"/>
                  </a:lnTo>
                  <a:cubicBezTo>
                    <a:pt x="10227" y="3249"/>
                    <a:pt x="10341" y="1332"/>
                    <a:pt x="7944" y="191"/>
                  </a:cubicBezTo>
                  <a:cubicBezTo>
                    <a:pt x="7661" y="59"/>
                    <a:pt x="7334" y="0"/>
                    <a:pt x="6978" y="0"/>
                  </a:cubicBezTo>
                  <a:close/>
                </a:path>
              </a:pathLst>
            </a:custGeom>
            <a:solidFill>
              <a:srgbClr val="565668"/>
            </a:solidFill>
            <a:ln w="0">
              <a:noFill/>
            </a:ln>
          </p:spPr>
          <p:style>
            <a:lnRef idx="0"/>
            <a:fillRef idx="0"/>
            <a:effectRef idx="0"/>
            <a:fontRef idx="minor"/>
          </p:style>
          <p:txBody>
            <a:bodyPr tIns="88560" bIns="88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8" name="Google Shape;2595;p83"/>
            <p:cNvSpPr/>
            <p:nvPr/>
          </p:nvSpPr>
          <p:spPr>
            <a:xfrm>
              <a:off x="5420160" y="3908520"/>
              <a:ext cx="236880" cy="176400"/>
            </a:xfrm>
            <a:custGeom>
              <a:avLst/>
              <a:gdLst>
                <a:gd name="textAreaLeft" fmla="*/ 0 w 236880"/>
                <a:gd name="textAreaRight" fmla="*/ 237240 w 236880"/>
                <a:gd name="textAreaTop" fmla="*/ 0 h 176400"/>
                <a:gd name="textAreaBottom" fmla="*/ 176760 h 176400"/>
              </a:gdLst>
              <a:ahLst/>
              <a:cxnLst/>
              <a:rect l="textAreaLeft" t="textAreaTop" r="textAreaRight" b="textAreaBottom"/>
              <a:pathLst>
                <a:path w="10318" h="7684">
                  <a:moveTo>
                    <a:pt x="6948" y="0"/>
                  </a:moveTo>
                  <a:cubicBezTo>
                    <a:pt x="4300" y="0"/>
                    <a:pt x="1" y="3256"/>
                    <a:pt x="1" y="3256"/>
                  </a:cubicBezTo>
                  <a:lnTo>
                    <a:pt x="1210" y="7684"/>
                  </a:lnTo>
                  <a:lnTo>
                    <a:pt x="10203" y="3256"/>
                  </a:lnTo>
                  <a:cubicBezTo>
                    <a:pt x="10203" y="3256"/>
                    <a:pt x="10318" y="1315"/>
                    <a:pt x="7921" y="197"/>
                  </a:cubicBezTo>
                  <a:cubicBezTo>
                    <a:pt x="7637" y="60"/>
                    <a:pt x="7308" y="0"/>
                    <a:pt x="6948" y="0"/>
                  </a:cubicBezTo>
                  <a:close/>
                </a:path>
              </a:pathLst>
            </a:custGeom>
            <a:solidFill>
              <a:srgbClr val="605f73"/>
            </a:solidFill>
            <a:ln w="0">
              <a:noFill/>
            </a:ln>
          </p:spPr>
          <p:style>
            <a:lnRef idx="0"/>
            <a:fillRef idx="0"/>
            <a:effectRef idx="0"/>
            <a:fontRef idx="minor"/>
          </p:style>
          <p:txBody>
            <a:bodyPr tIns="88200" bIns="88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9" name="Google Shape;2596;p83"/>
            <p:cNvSpPr/>
            <p:nvPr/>
          </p:nvSpPr>
          <p:spPr>
            <a:xfrm>
              <a:off x="5365440" y="3576600"/>
              <a:ext cx="332640" cy="257760"/>
            </a:xfrm>
            <a:custGeom>
              <a:avLst/>
              <a:gdLst>
                <a:gd name="textAreaLeft" fmla="*/ 0 w 332640"/>
                <a:gd name="textAreaRight" fmla="*/ 333000 w 332640"/>
                <a:gd name="textAreaTop" fmla="*/ 0 h 257760"/>
                <a:gd name="textAreaBottom" fmla="*/ 258120 h 257760"/>
              </a:gdLst>
              <a:ahLst/>
              <a:cxnLst/>
              <a:rect l="textAreaLeft" t="textAreaTop" r="textAreaRight" b="textAreaBottom"/>
              <a:pathLst>
                <a:path w="14495" h="11233">
                  <a:moveTo>
                    <a:pt x="1570" y="1"/>
                  </a:moveTo>
                  <a:cubicBezTo>
                    <a:pt x="1322" y="1"/>
                    <a:pt x="1079" y="114"/>
                    <a:pt x="868" y="414"/>
                  </a:cubicBezTo>
                  <a:cubicBezTo>
                    <a:pt x="1" y="1646"/>
                    <a:pt x="982" y="4796"/>
                    <a:pt x="982" y="4796"/>
                  </a:cubicBezTo>
                  <a:lnTo>
                    <a:pt x="5410" y="11233"/>
                  </a:lnTo>
                  <a:lnTo>
                    <a:pt x="14495" y="6782"/>
                  </a:lnTo>
                  <a:cubicBezTo>
                    <a:pt x="14335" y="5709"/>
                    <a:pt x="13970" y="5298"/>
                    <a:pt x="13970" y="5298"/>
                  </a:cubicBezTo>
                  <a:lnTo>
                    <a:pt x="6529" y="7946"/>
                  </a:lnTo>
                  <a:lnTo>
                    <a:pt x="3151" y="1099"/>
                  </a:lnTo>
                  <a:cubicBezTo>
                    <a:pt x="3151" y="1099"/>
                    <a:pt x="2340" y="1"/>
                    <a:pt x="1570" y="1"/>
                  </a:cubicBezTo>
                  <a:close/>
                </a:path>
              </a:pathLst>
            </a:custGeom>
            <a:solidFill>
              <a:srgbClr val="5e434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0" name="Google Shape;2597;p83"/>
            <p:cNvSpPr/>
            <p:nvPr/>
          </p:nvSpPr>
          <p:spPr>
            <a:xfrm>
              <a:off x="5686560" y="3657240"/>
              <a:ext cx="84240" cy="74520"/>
            </a:xfrm>
            <a:custGeom>
              <a:avLst/>
              <a:gdLst>
                <a:gd name="textAreaLeft" fmla="*/ 0 w 84240"/>
                <a:gd name="textAreaRight" fmla="*/ 84600 w 84240"/>
                <a:gd name="textAreaTop" fmla="*/ 0 h 74520"/>
                <a:gd name="textAreaBottom" fmla="*/ 74880 h 74520"/>
              </a:gdLst>
              <a:ahLst/>
              <a:cxnLst/>
              <a:rect l="textAreaLeft" t="textAreaTop" r="textAreaRight" b="textAreaBottom"/>
              <a:pathLst>
                <a:path w="3676" h="3265">
                  <a:moveTo>
                    <a:pt x="3128" y="0"/>
                  </a:moveTo>
                  <a:lnTo>
                    <a:pt x="1279" y="342"/>
                  </a:lnTo>
                  <a:lnTo>
                    <a:pt x="1" y="1780"/>
                  </a:lnTo>
                  <a:lnTo>
                    <a:pt x="526" y="3264"/>
                  </a:lnTo>
                  <a:lnTo>
                    <a:pt x="2512" y="2419"/>
                  </a:lnTo>
                  <a:cubicBezTo>
                    <a:pt x="2512" y="2419"/>
                    <a:pt x="3059" y="2419"/>
                    <a:pt x="3310" y="2305"/>
                  </a:cubicBezTo>
                  <a:cubicBezTo>
                    <a:pt x="3562" y="2214"/>
                    <a:pt x="3516" y="2100"/>
                    <a:pt x="3516" y="2100"/>
                  </a:cubicBezTo>
                  <a:lnTo>
                    <a:pt x="2397" y="2100"/>
                  </a:lnTo>
                  <a:lnTo>
                    <a:pt x="1507" y="2419"/>
                  </a:lnTo>
                  <a:lnTo>
                    <a:pt x="1507" y="2419"/>
                  </a:lnTo>
                  <a:lnTo>
                    <a:pt x="2306" y="1895"/>
                  </a:lnTo>
                  <a:lnTo>
                    <a:pt x="3356" y="1621"/>
                  </a:lnTo>
                  <a:cubicBezTo>
                    <a:pt x="3676" y="1461"/>
                    <a:pt x="3653" y="1255"/>
                    <a:pt x="3653" y="1255"/>
                  </a:cubicBezTo>
                  <a:lnTo>
                    <a:pt x="3653" y="1255"/>
                  </a:lnTo>
                  <a:lnTo>
                    <a:pt x="2009" y="1506"/>
                  </a:lnTo>
                  <a:lnTo>
                    <a:pt x="1439" y="1780"/>
                  </a:lnTo>
                  <a:lnTo>
                    <a:pt x="1895" y="1347"/>
                  </a:lnTo>
                  <a:cubicBezTo>
                    <a:pt x="1895" y="1347"/>
                    <a:pt x="2238" y="1233"/>
                    <a:pt x="2808" y="1004"/>
                  </a:cubicBezTo>
                  <a:cubicBezTo>
                    <a:pt x="3402" y="776"/>
                    <a:pt x="3310" y="525"/>
                    <a:pt x="3310" y="525"/>
                  </a:cubicBezTo>
                  <a:lnTo>
                    <a:pt x="3310" y="525"/>
                  </a:lnTo>
                  <a:lnTo>
                    <a:pt x="1667" y="890"/>
                  </a:lnTo>
                  <a:lnTo>
                    <a:pt x="1233" y="1233"/>
                  </a:lnTo>
                  <a:lnTo>
                    <a:pt x="1233" y="1233"/>
                  </a:lnTo>
                  <a:lnTo>
                    <a:pt x="1507" y="753"/>
                  </a:lnTo>
                  <a:cubicBezTo>
                    <a:pt x="1507" y="753"/>
                    <a:pt x="2032" y="662"/>
                    <a:pt x="2603" y="479"/>
                  </a:cubicBezTo>
                  <a:cubicBezTo>
                    <a:pt x="3151" y="297"/>
                    <a:pt x="3128" y="0"/>
                    <a:pt x="3128" y="0"/>
                  </a:cubicBezTo>
                  <a:close/>
                </a:path>
              </a:pathLst>
            </a:custGeom>
            <a:solidFill>
              <a:srgbClr val="5e4343"/>
            </a:solidFill>
            <a:ln w="0">
              <a:noFill/>
            </a:ln>
          </p:spPr>
          <p:style>
            <a:lnRef idx="0"/>
            <a:fillRef idx="0"/>
            <a:effectRef idx="0"/>
            <a:fontRef idx="minor"/>
          </p:style>
          <p:txBody>
            <a:bodyPr tIns="37440" bIns="37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1" name="Google Shape;2598;p83"/>
            <p:cNvSpPr/>
            <p:nvPr/>
          </p:nvSpPr>
          <p:spPr>
            <a:xfrm>
              <a:off x="5140440" y="2843280"/>
              <a:ext cx="224640" cy="743040"/>
            </a:xfrm>
            <a:custGeom>
              <a:avLst/>
              <a:gdLst>
                <a:gd name="textAreaLeft" fmla="*/ 0 w 224640"/>
                <a:gd name="textAreaRight" fmla="*/ 225000 w 224640"/>
                <a:gd name="textAreaTop" fmla="*/ 0 h 743040"/>
                <a:gd name="textAreaBottom" fmla="*/ 743400 h 743040"/>
              </a:gdLst>
              <a:ahLst/>
              <a:cxnLst/>
              <a:rect l="textAreaLeft" t="textAreaTop" r="textAreaRight" b="textAreaBottom"/>
              <a:pathLst>
                <a:path w="9793" h="32345">
                  <a:moveTo>
                    <a:pt x="7614" y="0"/>
                  </a:moveTo>
                  <a:cubicBezTo>
                    <a:pt x="7311" y="0"/>
                    <a:pt x="6597" y="2854"/>
                    <a:pt x="6597" y="2854"/>
                  </a:cubicBezTo>
                  <a:cubicBezTo>
                    <a:pt x="6597" y="2854"/>
                    <a:pt x="6825" y="138"/>
                    <a:pt x="6711" y="138"/>
                  </a:cubicBezTo>
                  <a:cubicBezTo>
                    <a:pt x="6529" y="138"/>
                    <a:pt x="6552" y="458"/>
                    <a:pt x="6552" y="458"/>
                  </a:cubicBezTo>
                  <a:lnTo>
                    <a:pt x="5981" y="4406"/>
                  </a:lnTo>
                  <a:lnTo>
                    <a:pt x="1416" y="17668"/>
                  </a:lnTo>
                  <a:cubicBezTo>
                    <a:pt x="1416" y="17668"/>
                    <a:pt x="1" y="32276"/>
                    <a:pt x="2329" y="32345"/>
                  </a:cubicBezTo>
                  <a:cubicBezTo>
                    <a:pt x="2334" y="32345"/>
                    <a:pt x="2340" y="32345"/>
                    <a:pt x="2345" y="32345"/>
                  </a:cubicBezTo>
                  <a:cubicBezTo>
                    <a:pt x="4655" y="32345"/>
                    <a:pt x="4178" y="17599"/>
                    <a:pt x="4178" y="17599"/>
                  </a:cubicBezTo>
                  <a:lnTo>
                    <a:pt x="7579" y="5068"/>
                  </a:lnTo>
                  <a:cubicBezTo>
                    <a:pt x="7579" y="5068"/>
                    <a:pt x="9793" y="2763"/>
                    <a:pt x="9564" y="2535"/>
                  </a:cubicBezTo>
                  <a:cubicBezTo>
                    <a:pt x="9547" y="2513"/>
                    <a:pt x="9520" y="2503"/>
                    <a:pt x="9486" y="2503"/>
                  </a:cubicBezTo>
                  <a:cubicBezTo>
                    <a:pt x="9128" y="2503"/>
                    <a:pt x="7967" y="3608"/>
                    <a:pt x="7967" y="3608"/>
                  </a:cubicBezTo>
                  <a:cubicBezTo>
                    <a:pt x="7967" y="3608"/>
                    <a:pt x="9405" y="640"/>
                    <a:pt x="9108" y="617"/>
                  </a:cubicBezTo>
                  <a:cubicBezTo>
                    <a:pt x="9106" y="617"/>
                    <a:pt x="9103" y="617"/>
                    <a:pt x="9101" y="617"/>
                  </a:cubicBezTo>
                  <a:cubicBezTo>
                    <a:pt x="8813" y="617"/>
                    <a:pt x="7647" y="3151"/>
                    <a:pt x="7647" y="3151"/>
                  </a:cubicBezTo>
                  <a:cubicBezTo>
                    <a:pt x="7647" y="3151"/>
                    <a:pt x="8811" y="1"/>
                    <a:pt x="8583" y="1"/>
                  </a:cubicBezTo>
                  <a:cubicBezTo>
                    <a:pt x="8378" y="1"/>
                    <a:pt x="7054" y="3014"/>
                    <a:pt x="7054" y="3014"/>
                  </a:cubicBezTo>
                  <a:cubicBezTo>
                    <a:pt x="7054" y="3014"/>
                    <a:pt x="7921" y="47"/>
                    <a:pt x="7624" y="1"/>
                  </a:cubicBezTo>
                  <a:cubicBezTo>
                    <a:pt x="7621" y="0"/>
                    <a:pt x="7617" y="0"/>
                    <a:pt x="7614" y="0"/>
                  </a:cubicBezTo>
                  <a:close/>
                </a:path>
              </a:pathLst>
            </a:custGeom>
            <a:solidFill>
              <a:srgbClr val="5e434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2" name="Google Shape;2599;p83"/>
            <p:cNvSpPr/>
            <p:nvPr/>
          </p:nvSpPr>
          <p:spPr>
            <a:xfrm>
              <a:off x="5140440" y="3502440"/>
              <a:ext cx="297000" cy="410040"/>
            </a:xfrm>
            <a:custGeom>
              <a:avLst/>
              <a:gdLst>
                <a:gd name="textAreaLeft" fmla="*/ 0 w 297000"/>
                <a:gd name="textAreaRight" fmla="*/ 297360 w 297000"/>
                <a:gd name="textAreaTop" fmla="*/ 0 h 410040"/>
                <a:gd name="textAreaBottom" fmla="*/ 410400 h 410040"/>
              </a:gdLst>
              <a:ahLst/>
              <a:cxnLst/>
              <a:rect l="textAreaLeft" t="textAreaTop" r="textAreaRight" b="textAreaBottom"/>
              <a:pathLst>
                <a:path w="12943" h="17855">
                  <a:moveTo>
                    <a:pt x="4988" y="1"/>
                  </a:moveTo>
                  <a:cubicBezTo>
                    <a:pt x="4091" y="1"/>
                    <a:pt x="1498" y="109"/>
                    <a:pt x="822" y="1329"/>
                  </a:cubicBezTo>
                  <a:cubicBezTo>
                    <a:pt x="1" y="2836"/>
                    <a:pt x="480" y="12811"/>
                    <a:pt x="480" y="12811"/>
                  </a:cubicBezTo>
                  <a:lnTo>
                    <a:pt x="10112" y="17855"/>
                  </a:lnTo>
                  <a:lnTo>
                    <a:pt x="12943" y="4320"/>
                  </a:lnTo>
                  <a:lnTo>
                    <a:pt x="9701" y="1329"/>
                  </a:lnTo>
                  <a:lnTo>
                    <a:pt x="5296" y="6"/>
                  </a:lnTo>
                  <a:cubicBezTo>
                    <a:pt x="5296" y="6"/>
                    <a:pt x="5181" y="1"/>
                    <a:pt x="4988"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3" name="Google Shape;2600;p83"/>
            <p:cNvSpPr/>
            <p:nvPr/>
          </p:nvSpPr>
          <p:spPr>
            <a:xfrm>
              <a:off x="5140440" y="3515760"/>
              <a:ext cx="237240" cy="396720"/>
            </a:xfrm>
            <a:custGeom>
              <a:avLst/>
              <a:gdLst>
                <a:gd name="textAreaLeft" fmla="*/ 0 w 237240"/>
                <a:gd name="textAreaRight" fmla="*/ 237600 w 237240"/>
                <a:gd name="textAreaTop" fmla="*/ 0 h 396720"/>
                <a:gd name="textAreaBottom" fmla="*/ 397080 h 396720"/>
              </a:gdLst>
              <a:ahLst/>
              <a:cxnLst/>
              <a:rect l="textAreaLeft" t="textAreaTop" r="textAreaRight" b="textAreaBottom"/>
              <a:pathLst>
                <a:path w="10341" h="17279">
                  <a:moveTo>
                    <a:pt x="1713" y="0"/>
                  </a:moveTo>
                  <a:lnTo>
                    <a:pt x="1713" y="0"/>
                  </a:lnTo>
                  <a:cubicBezTo>
                    <a:pt x="1325" y="183"/>
                    <a:pt x="1005" y="434"/>
                    <a:pt x="822" y="753"/>
                  </a:cubicBezTo>
                  <a:cubicBezTo>
                    <a:pt x="1" y="2260"/>
                    <a:pt x="480" y="12235"/>
                    <a:pt x="480" y="12235"/>
                  </a:cubicBezTo>
                  <a:lnTo>
                    <a:pt x="10112" y="17279"/>
                  </a:lnTo>
                  <a:lnTo>
                    <a:pt x="10341" y="16138"/>
                  </a:lnTo>
                  <a:lnTo>
                    <a:pt x="1370" y="11436"/>
                  </a:lnTo>
                  <a:cubicBezTo>
                    <a:pt x="1370" y="11436"/>
                    <a:pt x="914" y="1598"/>
                    <a:pt x="1713" y="0"/>
                  </a:cubicBezTo>
                  <a:close/>
                </a:path>
              </a:pathLst>
            </a:custGeom>
            <a:solidFill>
              <a:srgbClr val="f9ae4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4" name="Google Shape;2601;p83"/>
            <p:cNvSpPr/>
            <p:nvPr/>
          </p:nvSpPr>
          <p:spPr>
            <a:xfrm>
              <a:off x="5371200" y="3567960"/>
              <a:ext cx="114120" cy="173880"/>
            </a:xfrm>
            <a:custGeom>
              <a:avLst/>
              <a:gdLst>
                <a:gd name="textAreaLeft" fmla="*/ 0 w 114120"/>
                <a:gd name="textAreaRight" fmla="*/ 114480 w 114120"/>
                <a:gd name="textAreaTop" fmla="*/ 0 h 173880"/>
                <a:gd name="textAreaBottom" fmla="*/ 174240 h 173880"/>
              </a:gdLst>
              <a:ahLst/>
              <a:cxnLst/>
              <a:rect l="textAreaLeft" t="textAreaTop" r="textAreaRight" b="textAreaBottom"/>
              <a:pathLst>
                <a:path w="4977" h="7573">
                  <a:moveTo>
                    <a:pt x="2516" y="0"/>
                  </a:moveTo>
                  <a:cubicBezTo>
                    <a:pt x="1685" y="0"/>
                    <a:pt x="806" y="233"/>
                    <a:pt x="457" y="996"/>
                  </a:cubicBezTo>
                  <a:cubicBezTo>
                    <a:pt x="1" y="1978"/>
                    <a:pt x="69" y="3461"/>
                    <a:pt x="275" y="4488"/>
                  </a:cubicBezTo>
                  <a:cubicBezTo>
                    <a:pt x="412" y="5310"/>
                    <a:pt x="708" y="6086"/>
                    <a:pt x="1165" y="6794"/>
                  </a:cubicBezTo>
                  <a:cubicBezTo>
                    <a:pt x="1370" y="7159"/>
                    <a:pt x="1667" y="7524"/>
                    <a:pt x="2078" y="7570"/>
                  </a:cubicBezTo>
                  <a:cubicBezTo>
                    <a:pt x="2098" y="7572"/>
                    <a:pt x="2118" y="7572"/>
                    <a:pt x="2138" y="7572"/>
                  </a:cubicBezTo>
                  <a:cubicBezTo>
                    <a:pt x="2391" y="7572"/>
                    <a:pt x="2637" y="7441"/>
                    <a:pt x="2785" y="7250"/>
                  </a:cubicBezTo>
                  <a:cubicBezTo>
                    <a:pt x="2945" y="7022"/>
                    <a:pt x="2968" y="6703"/>
                    <a:pt x="2854" y="6474"/>
                  </a:cubicBezTo>
                  <a:lnTo>
                    <a:pt x="2854" y="6474"/>
                  </a:lnTo>
                  <a:cubicBezTo>
                    <a:pt x="2937" y="6505"/>
                    <a:pt x="3023" y="6520"/>
                    <a:pt x="3110" y="6520"/>
                  </a:cubicBezTo>
                  <a:cubicBezTo>
                    <a:pt x="3404" y="6520"/>
                    <a:pt x="3699" y="6351"/>
                    <a:pt x="3858" y="6086"/>
                  </a:cubicBezTo>
                  <a:cubicBezTo>
                    <a:pt x="4041" y="5767"/>
                    <a:pt x="3927" y="5287"/>
                    <a:pt x="3630" y="5059"/>
                  </a:cubicBezTo>
                  <a:cubicBezTo>
                    <a:pt x="4064" y="5059"/>
                    <a:pt x="4497" y="4854"/>
                    <a:pt x="4748" y="4534"/>
                  </a:cubicBezTo>
                  <a:cubicBezTo>
                    <a:pt x="4840" y="4397"/>
                    <a:pt x="4931" y="4260"/>
                    <a:pt x="4931" y="4123"/>
                  </a:cubicBezTo>
                  <a:cubicBezTo>
                    <a:pt x="4977" y="3712"/>
                    <a:pt x="4566" y="3393"/>
                    <a:pt x="4223" y="3187"/>
                  </a:cubicBezTo>
                  <a:cubicBezTo>
                    <a:pt x="4566" y="3028"/>
                    <a:pt x="4794" y="2640"/>
                    <a:pt x="4748" y="2252"/>
                  </a:cubicBezTo>
                  <a:cubicBezTo>
                    <a:pt x="4726" y="1864"/>
                    <a:pt x="4406" y="1521"/>
                    <a:pt x="4041" y="1453"/>
                  </a:cubicBezTo>
                  <a:cubicBezTo>
                    <a:pt x="4109" y="1019"/>
                    <a:pt x="4178" y="494"/>
                    <a:pt x="3813" y="243"/>
                  </a:cubicBezTo>
                  <a:cubicBezTo>
                    <a:pt x="3698" y="152"/>
                    <a:pt x="3539" y="106"/>
                    <a:pt x="3402" y="83"/>
                  </a:cubicBezTo>
                  <a:cubicBezTo>
                    <a:pt x="3134" y="33"/>
                    <a:pt x="2828" y="0"/>
                    <a:pt x="2516" y="0"/>
                  </a:cubicBezTo>
                  <a:close/>
                </a:path>
              </a:pathLst>
            </a:custGeom>
            <a:solidFill>
              <a:schemeClr val="accent2"/>
            </a:solidFill>
            <a:ln w="0">
              <a:noFill/>
            </a:ln>
          </p:spPr>
          <p:style>
            <a:lnRef idx="0"/>
            <a:fillRef idx="0"/>
            <a:effectRef idx="0"/>
            <a:fontRef idx="minor"/>
          </p:style>
          <p:txBody>
            <a:bodyPr tIns="87120" bIns="87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5" name="Google Shape;2602;p83"/>
            <p:cNvSpPr/>
            <p:nvPr/>
          </p:nvSpPr>
          <p:spPr>
            <a:xfrm>
              <a:off x="5106240" y="3432960"/>
              <a:ext cx="156960" cy="138960"/>
            </a:xfrm>
            <a:custGeom>
              <a:avLst/>
              <a:gdLst>
                <a:gd name="textAreaLeft" fmla="*/ 0 w 156960"/>
                <a:gd name="textAreaRight" fmla="*/ 157320 w 156960"/>
                <a:gd name="textAreaTop" fmla="*/ 0 h 138960"/>
                <a:gd name="textAreaBottom" fmla="*/ 139320 h 138960"/>
              </a:gdLst>
              <a:ahLst/>
              <a:cxnLst/>
              <a:rect l="textAreaLeft" t="textAreaTop" r="textAreaRight" b="textAreaBottom"/>
              <a:pathLst>
                <a:path w="6849" h="6054">
                  <a:moveTo>
                    <a:pt x="4503" y="0"/>
                  </a:moveTo>
                  <a:cubicBezTo>
                    <a:pt x="4440" y="0"/>
                    <a:pt x="4377" y="7"/>
                    <a:pt x="4315" y="22"/>
                  </a:cubicBezTo>
                  <a:cubicBezTo>
                    <a:pt x="3950" y="113"/>
                    <a:pt x="3676" y="501"/>
                    <a:pt x="3699" y="889"/>
                  </a:cubicBezTo>
                  <a:cubicBezTo>
                    <a:pt x="3453" y="602"/>
                    <a:pt x="3078" y="426"/>
                    <a:pt x="2690" y="426"/>
                  </a:cubicBezTo>
                  <a:cubicBezTo>
                    <a:pt x="2646" y="426"/>
                    <a:pt x="2602" y="428"/>
                    <a:pt x="2557" y="432"/>
                  </a:cubicBezTo>
                  <a:cubicBezTo>
                    <a:pt x="2398" y="432"/>
                    <a:pt x="2261" y="478"/>
                    <a:pt x="2124" y="569"/>
                  </a:cubicBezTo>
                  <a:cubicBezTo>
                    <a:pt x="1804" y="821"/>
                    <a:pt x="1850" y="1323"/>
                    <a:pt x="1941" y="1734"/>
                  </a:cubicBezTo>
                  <a:cubicBezTo>
                    <a:pt x="1829" y="1684"/>
                    <a:pt x="1710" y="1661"/>
                    <a:pt x="1592" y="1661"/>
                  </a:cubicBezTo>
                  <a:cubicBezTo>
                    <a:pt x="1327" y="1661"/>
                    <a:pt x="1065" y="1779"/>
                    <a:pt x="891" y="1985"/>
                  </a:cubicBezTo>
                  <a:cubicBezTo>
                    <a:pt x="640" y="2259"/>
                    <a:pt x="594" y="2715"/>
                    <a:pt x="800" y="3057"/>
                  </a:cubicBezTo>
                  <a:cubicBezTo>
                    <a:pt x="435" y="3286"/>
                    <a:pt x="1" y="3605"/>
                    <a:pt x="69" y="4039"/>
                  </a:cubicBezTo>
                  <a:cubicBezTo>
                    <a:pt x="92" y="4176"/>
                    <a:pt x="161" y="4313"/>
                    <a:pt x="229" y="4450"/>
                  </a:cubicBezTo>
                  <a:cubicBezTo>
                    <a:pt x="681" y="5176"/>
                    <a:pt x="1537" y="6054"/>
                    <a:pt x="2464" y="6054"/>
                  </a:cubicBezTo>
                  <a:cubicBezTo>
                    <a:pt x="2616" y="6054"/>
                    <a:pt x="2769" y="6030"/>
                    <a:pt x="2923" y="5979"/>
                  </a:cubicBezTo>
                  <a:cubicBezTo>
                    <a:pt x="3950" y="5659"/>
                    <a:pt x="4977" y="4564"/>
                    <a:pt x="5593" y="3742"/>
                  </a:cubicBezTo>
                  <a:cubicBezTo>
                    <a:pt x="6073" y="3057"/>
                    <a:pt x="6461" y="2304"/>
                    <a:pt x="6666" y="1505"/>
                  </a:cubicBezTo>
                  <a:cubicBezTo>
                    <a:pt x="6780" y="1117"/>
                    <a:pt x="6849" y="638"/>
                    <a:pt x="6598" y="318"/>
                  </a:cubicBezTo>
                  <a:cubicBezTo>
                    <a:pt x="6461" y="123"/>
                    <a:pt x="6225" y="12"/>
                    <a:pt x="6002" y="12"/>
                  </a:cubicBezTo>
                  <a:cubicBezTo>
                    <a:pt x="5964" y="12"/>
                    <a:pt x="5927" y="15"/>
                    <a:pt x="5890" y="22"/>
                  </a:cubicBezTo>
                  <a:cubicBezTo>
                    <a:pt x="5616" y="44"/>
                    <a:pt x="5365" y="250"/>
                    <a:pt x="5274" y="501"/>
                  </a:cubicBezTo>
                  <a:cubicBezTo>
                    <a:pt x="5159" y="194"/>
                    <a:pt x="4834" y="0"/>
                    <a:pt x="4503" y="0"/>
                  </a:cubicBezTo>
                  <a:close/>
                </a:path>
              </a:pathLst>
            </a:custGeom>
            <a:solidFill>
              <a:schemeClr val="accent2"/>
            </a:solidFill>
            <a:ln w="0">
              <a:noFill/>
            </a:ln>
          </p:spPr>
          <p:style>
            <a:lnRef idx="0"/>
            <a:fillRef idx="0"/>
            <a:effectRef idx="0"/>
            <a:fontRef idx="minor"/>
          </p:style>
          <p:txBody>
            <a:bodyPr tIns="69480" bIns="69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6" name="Google Shape;2603;p83"/>
            <p:cNvSpPr/>
            <p:nvPr/>
          </p:nvSpPr>
          <p:spPr>
            <a:xfrm>
              <a:off x="5172840" y="3142080"/>
              <a:ext cx="284040" cy="405720"/>
            </a:xfrm>
            <a:custGeom>
              <a:avLst/>
              <a:gdLst>
                <a:gd name="textAreaLeft" fmla="*/ 0 w 284040"/>
                <a:gd name="textAreaRight" fmla="*/ 284400 w 284040"/>
                <a:gd name="textAreaTop" fmla="*/ 0 h 405720"/>
                <a:gd name="textAreaBottom" fmla="*/ 406080 h 405720"/>
              </a:gdLst>
              <a:ahLst/>
              <a:cxnLst/>
              <a:rect l="textAreaLeft" t="textAreaTop" r="textAreaRight" b="textAreaBottom"/>
              <a:pathLst>
                <a:path w="12373" h="17662">
                  <a:moveTo>
                    <a:pt x="5547" y="1"/>
                  </a:moveTo>
                  <a:cubicBezTo>
                    <a:pt x="2489" y="1"/>
                    <a:pt x="1" y="2489"/>
                    <a:pt x="1" y="5570"/>
                  </a:cubicBezTo>
                  <a:cubicBezTo>
                    <a:pt x="1" y="8058"/>
                    <a:pt x="1621" y="10158"/>
                    <a:pt x="3881" y="10865"/>
                  </a:cubicBezTo>
                  <a:lnTo>
                    <a:pt x="3881" y="15682"/>
                  </a:lnTo>
                  <a:cubicBezTo>
                    <a:pt x="4381" y="17233"/>
                    <a:pt x="5315" y="17661"/>
                    <a:pt x="6194" y="17661"/>
                  </a:cubicBezTo>
                  <a:cubicBezTo>
                    <a:pt x="7281" y="17661"/>
                    <a:pt x="8286" y="17005"/>
                    <a:pt x="8286" y="17005"/>
                  </a:cubicBezTo>
                  <a:lnTo>
                    <a:pt x="8286" y="13353"/>
                  </a:lnTo>
                  <a:cubicBezTo>
                    <a:pt x="8811" y="13490"/>
                    <a:pt x="9359" y="13582"/>
                    <a:pt x="9930" y="13604"/>
                  </a:cubicBezTo>
                  <a:cubicBezTo>
                    <a:pt x="9930" y="13604"/>
                    <a:pt x="12372" y="8560"/>
                    <a:pt x="11208" y="4086"/>
                  </a:cubicBezTo>
                  <a:cubicBezTo>
                    <a:pt x="11208" y="4018"/>
                    <a:pt x="11185" y="3949"/>
                    <a:pt x="11162" y="3881"/>
                  </a:cubicBezTo>
                  <a:cubicBezTo>
                    <a:pt x="11094" y="3584"/>
                    <a:pt x="11003" y="3310"/>
                    <a:pt x="10888" y="3059"/>
                  </a:cubicBezTo>
                  <a:cubicBezTo>
                    <a:pt x="10888" y="3059"/>
                    <a:pt x="10888" y="3036"/>
                    <a:pt x="10888" y="3036"/>
                  </a:cubicBezTo>
                  <a:cubicBezTo>
                    <a:pt x="10090" y="1256"/>
                    <a:pt x="8286" y="1"/>
                    <a:pt x="6209" y="1"/>
                  </a:cubicBezTo>
                  <a:cubicBezTo>
                    <a:pt x="6095" y="1"/>
                    <a:pt x="6004" y="23"/>
                    <a:pt x="5890" y="23"/>
                  </a:cubicBezTo>
                  <a:cubicBezTo>
                    <a:pt x="5776" y="23"/>
                    <a:pt x="5661" y="1"/>
                    <a:pt x="5547" y="1"/>
                  </a:cubicBezTo>
                  <a:close/>
                </a:path>
              </a:pathLst>
            </a:custGeom>
            <a:solidFill>
              <a:srgbClr val="5e434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7" name="Google Shape;2604;p83"/>
            <p:cNvSpPr/>
            <p:nvPr/>
          </p:nvSpPr>
          <p:spPr>
            <a:xfrm>
              <a:off x="5162040" y="3138120"/>
              <a:ext cx="261000" cy="363240"/>
            </a:xfrm>
            <a:custGeom>
              <a:avLst/>
              <a:gdLst>
                <a:gd name="textAreaLeft" fmla="*/ 0 w 261000"/>
                <a:gd name="textAreaRight" fmla="*/ 261360 w 261000"/>
                <a:gd name="textAreaTop" fmla="*/ 0 h 363240"/>
                <a:gd name="textAreaBottom" fmla="*/ 363600 h 363240"/>
              </a:gdLst>
              <a:ahLst/>
              <a:cxnLst/>
              <a:rect l="textAreaLeft" t="textAreaTop" r="textAreaRight" b="textAreaBottom"/>
              <a:pathLst>
                <a:path w="11372" h="15815">
                  <a:moveTo>
                    <a:pt x="6263" y="0"/>
                  </a:moveTo>
                  <a:cubicBezTo>
                    <a:pt x="3210" y="0"/>
                    <a:pt x="1" y="2074"/>
                    <a:pt x="119" y="6662"/>
                  </a:cubicBezTo>
                  <a:cubicBezTo>
                    <a:pt x="347" y="14674"/>
                    <a:pt x="9637" y="15815"/>
                    <a:pt x="9637" y="15815"/>
                  </a:cubicBezTo>
                  <a:cubicBezTo>
                    <a:pt x="7080" y="11432"/>
                    <a:pt x="11371" y="3238"/>
                    <a:pt x="11371" y="3238"/>
                  </a:cubicBezTo>
                  <a:cubicBezTo>
                    <a:pt x="10701" y="1139"/>
                    <a:pt x="8525" y="0"/>
                    <a:pt x="6263" y="0"/>
                  </a:cubicBezTo>
                  <a:close/>
                </a:path>
              </a:pathLst>
            </a:custGeom>
            <a:solidFill>
              <a:srgbClr val="383a3a"/>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8" name="Google Shape;2605;p83"/>
            <p:cNvSpPr/>
            <p:nvPr/>
          </p:nvSpPr>
          <p:spPr>
            <a:xfrm>
              <a:off x="5013000" y="4190040"/>
              <a:ext cx="708840" cy="223560"/>
            </a:xfrm>
            <a:custGeom>
              <a:avLst/>
              <a:gdLst>
                <a:gd name="textAreaLeft" fmla="*/ 0 w 708840"/>
                <a:gd name="textAreaRight" fmla="*/ 709200 w 708840"/>
                <a:gd name="textAreaTop" fmla="*/ 0 h 223560"/>
                <a:gd name="textAreaBottom" fmla="*/ 223920 h 223560"/>
              </a:gdLst>
              <a:ahLst/>
              <a:cxnLst/>
              <a:rect l="textAreaLeft" t="textAreaTop" r="textAreaRight" b="textAreaBottom"/>
              <a:pathLst>
                <a:path w="30860" h="9748">
                  <a:moveTo>
                    <a:pt x="15088" y="1"/>
                  </a:moveTo>
                  <a:cubicBezTo>
                    <a:pt x="15002" y="1"/>
                    <a:pt x="14916" y="23"/>
                    <a:pt x="14837" y="69"/>
                  </a:cubicBezTo>
                  <a:lnTo>
                    <a:pt x="320" y="8309"/>
                  </a:lnTo>
                  <a:cubicBezTo>
                    <a:pt x="91" y="8446"/>
                    <a:pt x="0" y="8743"/>
                    <a:pt x="137" y="8994"/>
                  </a:cubicBezTo>
                  <a:cubicBezTo>
                    <a:pt x="231" y="9166"/>
                    <a:pt x="410" y="9263"/>
                    <a:pt x="595" y="9263"/>
                  </a:cubicBezTo>
                  <a:cubicBezTo>
                    <a:pt x="680" y="9263"/>
                    <a:pt x="766" y="9242"/>
                    <a:pt x="845" y="9199"/>
                  </a:cubicBezTo>
                  <a:lnTo>
                    <a:pt x="15088" y="1096"/>
                  </a:lnTo>
                  <a:lnTo>
                    <a:pt x="30015" y="9679"/>
                  </a:lnTo>
                  <a:cubicBezTo>
                    <a:pt x="30107" y="9724"/>
                    <a:pt x="30198" y="9747"/>
                    <a:pt x="30289" y="9747"/>
                  </a:cubicBezTo>
                  <a:cubicBezTo>
                    <a:pt x="30449" y="9747"/>
                    <a:pt x="30632" y="9656"/>
                    <a:pt x="30723" y="9496"/>
                  </a:cubicBezTo>
                  <a:cubicBezTo>
                    <a:pt x="30860" y="9245"/>
                    <a:pt x="30791" y="8925"/>
                    <a:pt x="30540" y="8788"/>
                  </a:cubicBezTo>
                  <a:lnTo>
                    <a:pt x="15339" y="69"/>
                  </a:lnTo>
                  <a:cubicBezTo>
                    <a:pt x="15259" y="23"/>
                    <a:pt x="15173" y="1"/>
                    <a:pt x="15088" y="1"/>
                  </a:cubicBez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9" name="Google Shape;2606;p83"/>
            <p:cNvSpPr/>
            <p:nvPr/>
          </p:nvSpPr>
          <p:spPr>
            <a:xfrm>
              <a:off x="5013000" y="4330080"/>
              <a:ext cx="101520" cy="72360"/>
            </a:xfrm>
            <a:custGeom>
              <a:avLst/>
              <a:gdLst>
                <a:gd name="textAreaLeft" fmla="*/ 0 w 101520"/>
                <a:gd name="textAreaRight" fmla="*/ 101880 w 101520"/>
                <a:gd name="textAreaTop" fmla="*/ 0 h 72360"/>
                <a:gd name="textAreaBottom" fmla="*/ 72720 h 72360"/>
              </a:gdLst>
              <a:ahLst/>
              <a:cxnLst/>
              <a:rect l="textAreaLeft" t="textAreaTop" r="textAreaRight" b="textAreaBottom"/>
              <a:pathLst>
                <a:path w="4429" h="3169">
                  <a:moveTo>
                    <a:pt x="4200" y="1"/>
                  </a:moveTo>
                  <a:lnTo>
                    <a:pt x="320" y="2215"/>
                  </a:lnTo>
                  <a:cubicBezTo>
                    <a:pt x="91" y="2352"/>
                    <a:pt x="0" y="2649"/>
                    <a:pt x="137" y="2900"/>
                  </a:cubicBezTo>
                  <a:cubicBezTo>
                    <a:pt x="231" y="3072"/>
                    <a:pt x="410" y="3169"/>
                    <a:pt x="595" y="3169"/>
                  </a:cubicBezTo>
                  <a:cubicBezTo>
                    <a:pt x="680" y="3169"/>
                    <a:pt x="766" y="3148"/>
                    <a:pt x="845" y="3105"/>
                  </a:cubicBezTo>
                  <a:lnTo>
                    <a:pt x="4428" y="1074"/>
                  </a:lnTo>
                  <a:cubicBezTo>
                    <a:pt x="4337" y="709"/>
                    <a:pt x="4268" y="366"/>
                    <a:pt x="4200" y="1"/>
                  </a:cubicBezTo>
                  <a:close/>
                </a:path>
              </a:pathLst>
            </a:custGeom>
            <a:solidFill>
              <a:schemeClr val="accent3"/>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0" name="Google Shape;2607;p83"/>
            <p:cNvSpPr/>
            <p:nvPr/>
          </p:nvSpPr>
          <p:spPr>
            <a:xfrm>
              <a:off x="5635080" y="4347720"/>
              <a:ext cx="86760" cy="65880"/>
            </a:xfrm>
            <a:custGeom>
              <a:avLst/>
              <a:gdLst>
                <a:gd name="textAreaLeft" fmla="*/ 0 w 86760"/>
                <a:gd name="textAreaRight" fmla="*/ 87120 w 86760"/>
                <a:gd name="textAreaTop" fmla="*/ 0 h 65880"/>
                <a:gd name="textAreaBottom" fmla="*/ 66240 h 65880"/>
              </a:gdLst>
              <a:ahLst/>
              <a:cxnLst/>
              <a:rect l="textAreaLeft" t="textAreaTop" r="textAreaRight" b="textAreaBottom"/>
              <a:pathLst>
                <a:path w="3790" h="2877">
                  <a:moveTo>
                    <a:pt x="115" y="0"/>
                  </a:moveTo>
                  <a:cubicBezTo>
                    <a:pt x="92" y="365"/>
                    <a:pt x="47" y="730"/>
                    <a:pt x="1" y="1118"/>
                  </a:cubicBezTo>
                  <a:lnTo>
                    <a:pt x="2945" y="2808"/>
                  </a:lnTo>
                  <a:cubicBezTo>
                    <a:pt x="3037" y="2853"/>
                    <a:pt x="3128" y="2876"/>
                    <a:pt x="3219" y="2876"/>
                  </a:cubicBezTo>
                  <a:cubicBezTo>
                    <a:pt x="3379" y="2876"/>
                    <a:pt x="3562" y="2785"/>
                    <a:pt x="3653" y="2625"/>
                  </a:cubicBezTo>
                  <a:cubicBezTo>
                    <a:pt x="3790" y="2374"/>
                    <a:pt x="3721" y="2054"/>
                    <a:pt x="3470" y="1917"/>
                  </a:cubicBezTo>
                  <a:lnTo>
                    <a:pt x="115" y="0"/>
                  </a:lnTo>
                  <a:close/>
                </a:path>
              </a:pathLst>
            </a:custGeom>
            <a:solidFill>
              <a:schemeClr val="accent3"/>
            </a:solidFill>
            <a:ln w="0">
              <a:noFill/>
            </a:ln>
          </p:spPr>
          <p:style>
            <a:lnRef idx="0"/>
            <a:fillRef idx="0"/>
            <a:effectRef idx="0"/>
            <a:fontRef idx="minor"/>
          </p:style>
          <p:txBody>
            <a:bodyPr tIns="33120" bIns="33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1" name="Google Shape;2608;p83"/>
            <p:cNvSpPr/>
            <p:nvPr/>
          </p:nvSpPr>
          <p:spPr>
            <a:xfrm>
              <a:off x="5014440" y="4004640"/>
              <a:ext cx="707760" cy="598320"/>
            </a:xfrm>
            <a:custGeom>
              <a:avLst/>
              <a:gdLst>
                <a:gd name="textAreaLeft" fmla="*/ 0 w 707760"/>
                <a:gd name="textAreaRight" fmla="*/ 708120 w 707760"/>
                <a:gd name="textAreaTop" fmla="*/ 0 h 598320"/>
                <a:gd name="textAreaBottom" fmla="*/ 598680 h 598320"/>
              </a:gdLst>
              <a:ahLst/>
              <a:cxnLst/>
              <a:rect l="textAreaLeft" t="textAreaTop" r="textAreaRight" b="textAreaBottom"/>
              <a:pathLst>
                <a:path w="30815" h="26044">
                  <a:moveTo>
                    <a:pt x="503" y="0"/>
                  </a:moveTo>
                  <a:cubicBezTo>
                    <a:pt x="229" y="0"/>
                    <a:pt x="1" y="251"/>
                    <a:pt x="1" y="525"/>
                  </a:cubicBezTo>
                  <a:lnTo>
                    <a:pt x="1" y="16800"/>
                  </a:lnTo>
                  <a:cubicBezTo>
                    <a:pt x="1" y="16982"/>
                    <a:pt x="115" y="17165"/>
                    <a:pt x="274" y="17256"/>
                  </a:cubicBezTo>
                  <a:lnTo>
                    <a:pt x="16458" y="25975"/>
                  </a:lnTo>
                  <a:lnTo>
                    <a:pt x="16480" y="25975"/>
                  </a:lnTo>
                  <a:lnTo>
                    <a:pt x="16480" y="25998"/>
                  </a:lnTo>
                  <a:cubicBezTo>
                    <a:pt x="16503" y="25998"/>
                    <a:pt x="16526" y="25998"/>
                    <a:pt x="16526" y="26021"/>
                  </a:cubicBezTo>
                  <a:cubicBezTo>
                    <a:pt x="16549" y="26021"/>
                    <a:pt x="16572" y="26021"/>
                    <a:pt x="16595" y="26044"/>
                  </a:cubicBezTo>
                  <a:lnTo>
                    <a:pt x="16732" y="26044"/>
                  </a:lnTo>
                  <a:cubicBezTo>
                    <a:pt x="16777" y="26044"/>
                    <a:pt x="16823" y="26044"/>
                    <a:pt x="16846" y="26021"/>
                  </a:cubicBezTo>
                  <a:lnTo>
                    <a:pt x="16891" y="26021"/>
                  </a:lnTo>
                  <a:cubicBezTo>
                    <a:pt x="16937" y="25998"/>
                    <a:pt x="16960" y="25998"/>
                    <a:pt x="16983" y="25975"/>
                  </a:cubicBezTo>
                  <a:lnTo>
                    <a:pt x="30472" y="17736"/>
                  </a:lnTo>
                  <a:cubicBezTo>
                    <a:pt x="30632" y="17644"/>
                    <a:pt x="30723" y="17484"/>
                    <a:pt x="30723" y="17302"/>
                  </a:cubicBezTo>
                  <a:lnTo>
                    <a:pt x="30815" y="1393"/>
                  </a:lnTo>
                  <a:cubicBezTo>
                    <a:pt x="30815" y="1096"/>
                    <a:pt x="30586" y="868"/>
                    <a:pt x="30290" y="868"/>
                  </a:cubicBezTo>
                  <a:cubicBezTo>
                    <a:pt x="30016" y="868"/>
                    <a:pt x="29788" y="1096"/>
                    <a:pt x="29788" y="1393"/>
                  </a:cubicBezTo>
                  <a:lnTo>
                    <a:pt x="29696" y="17005"/>
                  </a:lnTo>
                  <a:lnTo>
                    <a:pt x="17234" y="24629"/>
                  </a:lnTo>
                  <a:lnTo>
                    <a:pt x="17120" y="9382"/>
                  </a:lnTo>
                  <a:cubicBezTo>
                    <a:pt x="17097" y="9108"/>
                    <a:pt x="16868" y="8879"/>
                    <a:pt x="16595" y="8879"/>
                  </a:cubicBezTo>
                  <a:cubicBezTo>
                    <a:pt x="16298" y="8879"/>
                    <a:pt x="16070" y="9108"/>
                    <a:pt x="16092" y="9404"/>
                  </a:cubicBezTo>
                  <a:lnTo>
                    <a:pt x="16207" y="24674"/>
                  </a:lnTo>
                  <a:lnTo>
                    <a:pt x="16207" y="24674"/>
                  </a:lnTo>
                  <a:lnTo>
                    <a:pt x="1028" y="16503"/>
                  </a:lnTo>
                  <a:lnTo>
                    <a:pt x="1028" y="525"/>
                  </a:lnTo>
                  <a:cubicBezTo>
                    <a:pt x="1028" y="251"/>
                    <a:pt x="799" y="0"/>
                    <a:pt x="503" y="0"/>
                  </a:cubicBez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2" name="Google Shape;2609;p83"/>
            <p:cNvSpPr/>
            <p:nvPr/>
          </p:nvSpPr>
          <p:spPr>
            <a:xfrm>
              <a:off x="5383800" y="4208760"/>
              <a:ext cx="24480" cy="95040"/>
            </a:xfrm>
            <a:custGeom>
              <a:avLst/>
              <a:gdLst>
                <a:gd name="textAreaLeft" fmla="*/ 0 w 24480"/>
                <a:gd name="textAreaRight" fmla="*/ 24840 w 24480"/>
                <a:gd name="textAreaTop" fmla="*/ 0 h 95040"/>
                <a:gd name="textAreaBottom" fmla="*/ 95400 h 95040"/>
              </a:gdLst>
              <a:ahLst/>
              <a:cxnLst/>
              <a:rect l="textAreaLeft" t="textAreaTop" r="textAreaRight" b="textAreaBottom"/>
              <a:pathLst>
                <a:path w="1074" h="4155">
                  <a:moveTo>
                    <a:pt x="526" y="0"/>
                  </a:moveTo>
                  <a:cubicBezTo>
                    <a:pt x="229" y="0"/>
                    <a:pt x="1" y="229"/>
                    <a:pt x="23" y="525"/>
                  </a:cubicBezTo>
                  <a:lnTo>
                    <a:pt x="46" y="3903"/>
                  </a:lnTo>
                  <a:lnTo>
                    <a:pt x="434" y="4155"/>
                  </a:lnTo>
                  <a:lnTo>
                    <a:pt x="1073" y="3789"/>
                  </a:lnTo>
                  <a:lnTo>
                    <a:pt x="1051" y="503"/>
                  </a:lnTo>
                  <a:cubicBezTo>
                    <a:pt x="1028" y="229"/>
                    <a:pt x="799" y="0"/>
                    <a:pt x="526" y="0"/>
                  </a:cubicBezTo>
                  <a:close/>
                </a:path>
              </a:pathLst>
            </a:custGeom>
            <a:solidFill>
              <a:schemeClr val="accent3"/>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3" name="Google Shape;2610;p83"/>
            <p:cNvSpPr/>
            <p:nvPr/>
          </p:nvSpPr>
          <p:spPr>
            <a:xfrm>
              <a:off x="5698800" y="4024800"/>
              <a:ext cx="23760" cy="101880"/>
            </a:xfrm>
            <a:custGeom>
              <a:avLst/>
              <a:gdLst>
                <a:gd name="textAreaLeft" fmla="*/ 0 w 23760"/>
                <a:gd name="textAreaRight" fmla="*/ 24120 w 23760"/>
                <a:gd name="textAreaTop" fmla="*/ 0 h 101880"/>
                <a:gd name="textAreaBottom" fmla="*/ 102240 h 101880"/>
              </a:gdLst>
              <a:ahLst/>
              <a:cxnLst/>
              <a:rect l="textAreaLeft" t="textAreaTop" r="textAreaRight" b="textAreaBottom"/>
              <a:pathLst>
                <a:path w="1051" h="4452">
                  <a:moveTo>
                    <a:pt x="526" y="1"/>
                  </a:moveTo>
                  <a:cubicBezTo>
                    <a:pt x="252" y="1"/>
                    <a:pt x="24" y="229"/>
                    <a:pt x="24" y="526"/>
                  </a:cubicBezTo>
                  <a:lnTo>
                    <a:pt x="1" y="4452"/>
                  </a:lnTo>
                  <a:lnTo>
                    <a:pt x="1028" y="3835"/>
                  </a:lnTo>
                  <a:lnTo>
                    <a:pt x="1051" y="526"/>
                  </a:lnTo>
                  <a:cubicBezTo>
                    <a:pt x="1051" y="229"/>
                    <a:pt x="822" y="1"/>
                    <a:pt x="526" y="1"/>
                  </a:cubicBezTo>
                  <a:close/>
                </a:path>
              </a:pathLst>
            </a:custGeom>
            <a:solidFill>
              <a:schemeClr val="accent3"/>
            </a:solidFill>
            <a:ln w="0">
              <a:noFill/>
            </a:ln>
          </p:spPr>
          <p:style>
            <a:lnRef idx="0"/>
            <a:fillRef idx="0"/>
            <a:effectRef idx="0"/>
            <a:fontRef idx="minor"/>
          </p:style>
          <p:txBody>
            <a:bodyPr tIns="51120" bIns="51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4" name="Google Shape;2611;p83"/>
            <p:cNvSpPr/>
            <p:nvPr/>
          </p:nvSpPr>
          <p:spPr>
            <a:xfrm>
              <a:off x="5014440" y="4004640"/>
              <a:ext cx="23400" cy="77760"/>
            </a:xfrm>
            <a:custGeom>
              <a:avLst/>
              <a:gdLst>
                <a:gd name="textAreaLeft" fmla="*/ 0 w 23400"/>
                <a:gd name="textAreaRight" fmla="*/ 23760 w 23400"/>
                <a:gd name="textAreaTop" fmla="*/ 0 h 77760"/>
                <a:gd name="textAreaBottom" fmla="*/ 78120 h 77760"/>
              </a:gdLst>
              <a:ahLst/>
              <a:cxnLst/>
              <a:rect l="textAreaLeft" t="textAreaTop" r="textAreaRight" b="textAreaBottom"/>
              <a:pathLst>
                <a:path w="1028" h="3402">
                  <a:moveTo>
                    <a:pt x="526" y="0"/>
                  </a:moveTo>
                  <a:cubicBezTo>
                    <a:pt x="229" y="0"/>
                    <a:pt x="1" y="251"/>
                    <a:pt x="1" y="525"/>
                  </a:cubicBezTo>
                  <a:lnTo>
                    <a:pt x="1" y="2762"/>
                  </a:lnTo>
                  <a:lnTo>
                    <a:pt x="1028" y="3401"/>
                  </a:lnTo>
                  <a:lnTo>
                    <a:pt x="1028" y="525"/>
                  </a:lnTo>
                  <a:cubicBezTo>
                    <a:pt x="1028" y="251"/>
                    <a:pt x="799" y="0"/>
                    <a:pt x="526" y="0"/>
                  </a:cubicBezTo>
                  <a:close/>
                </a:path>
              </a:pathLst>
            </a:custGeom>
            <a:solidFill>
              <a:schemeClr val="accent3"/>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5" name="Google Shape;2612;p83"/>
            <p:cNvSpPr/>
            <p:nvPr/>
          </p:nvSpPr>
          <p:spPr>
            <a:xfrm>
              <a:off x="4936320" y="3551040"/>
              <a:ext cx="800280" cy="702000"/>
            </a:xfrm>
            <a:custGeom>
              <a:avLst/>
              <a:gdLst>
                <a:gd name="textAreaLeft" fmla="*/ 0 w 800280"/>
                <a:gd name="textAreaRight" fmla="*/ 800640 w 800280"/>
                <a:gd name="textAreaTop" fmla="*/ 0 h 702000"/>
                <a:gd name="textAreaBottom" fmla="*/ 702360 h 702000"/>
              </a:gdLst>
              <a:ahLst/>
              <a:cxnLst/>
              <a:rect l="textAreaLeft" t="textAreaTop" r="textAreaRight" b="textAreaBottom"/>
              <a:pathLst>
                <a:path w="34833" h="30564">
                  <a:moveTo>
                    <a:pt x="1" y="0"/>
                  </a:moveTo>
                  <a:lnTo>
                    <a:pt x="3424" y="21091"/>
                  </a:lnTo>
                  <a:lnTo>
                    <a:pt x="19996" y="30564"/>
                  </a:lnTo>
                  <a:lnTo>
                    <a:pt x="34421" y="22461"/>
                  </a:lnTo>
                  <a:lnTo>
                    <a:pt x="34832" y="15042"/>
                  </a:lnTo>
                  <a:lnTo>
                    <a:pt x="22735" y="21456"/>
                  </a:lnTo>
                  <a:lnTo>
                    <a:pt x="19060" y="10249"/>
                  </a:lnTo>
                  <a:lnTo>
                    <a:pt x="1" y="0"/>
                  </a:ln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6" name="Google Shape;2613;p83"/>
            <p:cNvSpPr/>
            <p:nvPr/>
          </p:nvSpPr>
          <p:spPr>
            <a:xfrm>
              <a:off x="5367600" y="3793320"/>
              <a:ext cx="28080" cy="448200"/>
            </a:xfrm>
            <a:custGeom>
              <a:avLst/>
              <a:gdLst>
                <a:gd name="textAreaLeft" fmla="*/ 0 w 28080"/>
                <a:gd name="textAreaRight" fmla="*/ 28440 w 28080"/>
                <a:gd name="textAreaTop" fmla="*/ 0 h 448200"/>
                <a:gd name="textAreaBottom" fmla="*/ 448560 h 448200"/>
              </a:gdLst>
              <a:ahLst/>
              <a:cxnLst/>
              <a:rect l="textAreaLeft" t="textAreaTop" r="textAreaRight" b="textAreaBottom"/>
              <a:pathLst>
                <a:path w="1234" h="19517">
                  <a:moveTo>
                    <a:pt x="1" y="1"/>
                  </a:moveTo>
                  <a:cubicBezTo>
                    <a:pt x="69" y="1644"/>
                    <a:pt x="138" y="3265"/>
                    <a:pt x="229" y="4885"/>
                  </a:cubicBezTo>
                  <a:lnTo>
                    <a:pt x="526" y="9770"/>
                  </a:lnTo>
                  <a:lnTo>
                    <a:pt x="846" y="14632"/>
                  </a:lnTo>
                  <a:cubicBezTo>
                    <a:pt x="960" y="16252"/>
                    <a:pt x="1097" y="17896"/>
                    <a:pt x="1234" y="19516"/>
                  </a:cubicBezTo>
                  <a:cubicBezTo>
                    <a:pt x="1165" y="17873"/>
                    <a:pt x="1097" y="16252"/>
                    <a:pt x="1005" y="14632"/>
                  </a:cubicBezTo>
                  <a:lnTo>
                    <a:pt x="709" y="9747"/>
                  </a:lnTo>
                  <a:lnTo>
                    <a:pt x="389" y="4885"/>
                  </a:lnTo>
                  <a:cubicBezTo>
                    <a:pt x="275" y="3265"/>
                    <a:pt x="138" y="1644"/>
                    <a:pt x="1"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7" name="Google Shape;2614;p83"/>
            <p:cNvSpPr/>
            <p:nvPr/>
          </p:nvSpPr>
          <p:spPr>
            <a:xfrm>
              <a:off x="6379560" y="3971520"/>
              <a:ext cx="129600" cy="370440"/>
            </a:xfrm>
            <a:custGeom>
              <a:avLst/>
              <a:gdLst>
                <a:gd name="textAreaLeft" fmla="*/ 0 w 129600"/>
                <a:gd name="textAreaRight" fmla="*/ 129960 w 129600"/>
                <a:gd name="textAreaTop" fmla="*/ 0 h 370440"/>
                <a:gd name="textAreaBottom" fmla="*/ 370800 h 370440"/>
              </a:gdLst>
              <a:ahLst/>
              <a:cxnLst/>
              <a:rect l="textAreaLeft" t="textAreaTop" r="textAreaRight" b="textAreaBottom"/>
              <a:pathLst>
                <a:path w="5661" h="16138">
                  <a:moveTo>
                    <a:pt x="2830" y="0"/>
                  </a:moveTo>
                  <a:lnTo>
                    <a:pt x="2830" y="0"/>
                  </a:lnTo>
                  <a:cubicBezTo>
                    <a:pt x="2830" y="1"/>
                    <a:pt x="3835" y="13741"/>
                    <a:pt x="1552" y="14038"/>
                  </a:cubicBezTo>
                  <a:cubicBezTo>
                    <a:pt x="205" y="14220"/>
                    <a:pt x="0" y="16138"/>
                    <a:pt x="0" y="16138"/>
                  </a:cubicBezTo>
                  <a:lnTo>
                    <a:pt x="2922" y="16138"/>
                  </a:lnTo>
                  <a:cubicBezTo>
                    <a:pt x="4223" y="16138"/>
                    <a:pt x="4862" y="12577"/>
                    <a:pt x="4862" y="12577"/>
                  </a:cubicBezTo>
                  <a:lnTo>
                    <a:pt x="4862" y="16138"/>
                  </a:lnTo>
                  <a:lnTo>
                    <a:pt x="5478" y="16138"/>
                  </a:lnTo>
                  <a:lnTo>
                    <a:pt x="5661" y="845"/>
                  </a:lnTo>
                  <a:lnTo>
                    <a:pt x="2830" y="0"/>
                  </a:lnTo>
                  <a:close/>
                </a:path>
              </a:pathLst>
            </a:custGeom>
            <a:solidFill>
              <a:srgbClr val="f7d5b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8" name="Google Shape;2615;p83"/>
            <p:cNvSpPr/>
            <p:nvPr/>
          </p:nvSpPr>
          <p:spPr>
            <a:xfrm>
              <a:off x="6379560" y="4197600"/>
              <a:ext cx="127080" cy="144360"/>
            </a:xfrm>
            <a:custGeom>
              <a:avLst/>
              <a:gdLst>
                <a:gd name="textAreaLeft" fmla="*/ 0 w 127080"/>
                <a:gd name="textAreaRight" fmla="*/ 127440 w 127080"/>
                <a:gd name="textAreaTop" fmla="*/ 0 h 144360"/>
                <a:gd name="textAreaBottom" fmla="*/ 144720 h 144360"/>
              </a:gdLst>
              <a:ahLst/>
              <a:cxnLst/>
              <a:rect l="textAreaLeft" t="textAreaTop" r="textAreaRight" b="textAreaBottom"/>
              <a:pathLst>
                <a:path w="5547" h="6300">
                  <a:moveTo>
                    <a:pt x="5547" y="0"/>
                  </a:moveTo>
                  <a:lnTo>
                    <a:pt x="5547" y="0"/>
                  </a:lnTo>
                  <a:cubicBezTo>
                    <a:pt x="4999" y="46"/>
                    <a:pt x="3994" y="320"/>
                    <a:pt x="3789" y="1666"/>
                  </a:cubicBezTo>
                  <a:cubicBezTo>
                    <a:pt x="3536" y="3353"/>
                    <a:pt x="3205" y="4474"/>
                    <a:pt x="1412" y="4474"/>
                  </a:cubicBezTo>
                  <a:cubicBezTo>
                    <a:pt x="1264" y="4474"/>
                    <a:pt x="1105" y="4467"/>
                    <a:pt x="936" y="4451"/>
                  </a:cubicBezTo>
                  <a:cubicBezTo>
                    <a:pt x="137" y="4999"/>
                    <a:pt x="0" y="6300"/>
                    <a:pt x="0" y="6300"/>
                  </a:cubicBezTo>
                  <a:lnTo>
                    <a:pt x="2922" y="6300"/>
                  </a:lnTo>
                  <a:cubicBezTo>
                    <a:pt x="4223" y="6300"/>
                    <a:pt x="4862" y="2739"/>
                    <a:pt x="4862" y="2739"/>
                  </a:cubicBezTo>
                  <a:lnTo>
                    <a:pt x="4862" y="6300"/>
                  </a:lnTo>
                  <a:lnTo>
                    <a:pt x="5478" y="6300"/>
                  </a:lnTo>
                  <a:lnTo>
                    <a:pt x="5547" y="0"/>
                  </a:lnTo>
                  <a:close/>
                </a:path>
              </a:pathLst>
            </a:custGeom>
            <a:solidFill>
              <a:srgbClr val="605f73"/>
            </a:solidFill>
            <a:ln w="0">
              <a:noFill/>
            </a:ln>
          </p:spPr>
          <p:style>
            <a:lnRef idx="0"/>
            <a:fillRef idx="0"/>
            <a:effectRef idx="0"/>
            <a:fontRef idx="minor"/>
          </p:style>
          <p:txBody>
            <a:bodyPr tIns="72360" bIns="72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9" name="Google Shape;2616;p83"/>
            <p:cNvSpPr/>
            <p:nvPr/>
          </p:nvSpPr>
          <p:spPr>
            <a:xfrm>
              <a:off x="6527520" y="3925440"/>
              <a:ext cx="129960" cy="370440"/>
            </a:xfrm>
            <a:custGeom>
              <a:avLst/>
              <a:gdLst>
                <a:gd name="textAreaLeft" fmla="*/ 0 w 129960"/>
                <a:gd name="textAreaRight" fmla="*/ 130320 w 129960"/>
                <a:gd name="textAreaTop" fmla="*/ 0 h 370440"/>
                <a:gd name="textAreaBottom" fmla="*/ 370800 h 370440"/>
              </a:gdLst>
              <a:ahLst/>
              <a:cxnLst/>
              <a:rect l="textAreaLeft" t="textAreaTop" r="textAreaRight" b="textAreaBottom"/>
              <a:pathLst>
                <a:path w="5662" h="16139">
                  <a:moveTo>
                    <a:pt x="2831" y="1"/>
                  </a:moveTo>
                  <a:cubicBezTo>
                    <a:pt x="2831" y="1"/>
                    <a:pt x="3835" y="13742"/>
                    <a:pt x="1553" y="14061"/>
                  </a:cubicBezTo>
                  <a:cubicBezTo>
                    <a:pt x="206" y="14244"/>
                    <a:pt x="1" y="16138"/>
                    <a:pt x="1" y="16138"/>
                  </a:cubicBezTo>
                  <a:lnTo>
                    <a:pt x="2922" y="16138"/>
                  </a:lnTo>
                  <a:cubicBezTo>
                    <a:pt x="4223" y="16138"/>
                    <a:pt x="4840" y="12600"/>
                    <a:pt x="4840" y="12600"/>
                  </a:cubicBezTo>
                  <a:lnTo>
                    <a:pt x="4840" y="16138"/>
                  </a:lnTo>
                  <a:lnTo>
                    <a:pt x="5479" y="16138"/>
                  </a:lnTo>
                  <a:lnTo>
                    <a:pt x="5661" y="845"/>
                  </a:lnTo>
                  <a:lnTo>
                    <a:pt x="2831" y="1"/>
                  </a:lnTo>
                  <a:close/>
                </a:path>
              </a:pathLst>
            </a:custGeom>
            <a:solidFill>
              <a:srgbClr val="f7d5b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70" name="Google Shape;2617;p83"/>
            <p:cNvSpPr/>
            <p:nvPr/>
          </p:nvSpPr>
          <p:spPr>
            <a:xfrm>
              <a:off x="6527520" y="4152240"/>
              <a:ext cx="127080" cy="144000"/>
            </a:xfrm>
            <a:custGeom>
              <a:avLst/>
              <a:gdLst>
                <a:gd name="textAreaLeft" fmla="*/ 0 w 127080"/>
                <a:gd name="textAreaRight" fmla="*/ 127440 w 127080"/>
                <a:gd name="textAreaTop" fmla="*/ 0 h 144000"/>
                <a:gd name="textAreaBottom" fmla="*/ 144360 h 144000"/>
              </a:gdLst>
              <a:ahLst/>
              <a:cxnLst/>
              <a:rect l="textAreaLeft" t="textAreaTop" r="textAreaRight" b="textAreaBottom"/>
              <a:pathLst>
                <a:path w="5548" h="6278">
                  <a:moveTo>
                    <a:pt x="5547" y="0"/>
                  </a:moveTo>
                  <a:lnTo>
                    <a:pt x="5547" y="0"/>
                  </a:lnTo>
                  <a:cubicBezTo>
                    <a:pt x="4999" y="46"/>
                    <a:pt x="3995" y="320"/>
                    <a:pt x="3790" y="1666"/>
                  </a:cubicBezTo>
                  <a:cubicBezTo>
                    <a:pt x="3535" y="3364"/>
                    <a:pt x="3201" y="4470"/>
                    <a:pt x="1376" y="4470"/>
                  </a:cubicBezTo>
                  <a:cubicBezTo>
                    <a:pt x="1238" y="4470"/>
                    <a:pt x="1092" y="4464"/>
                    <a:pt x="937" y="4451"/>
                  </a:cubicBezTo>
                  <a:cubicBezTo>
                    <a:pt x="138" y="4999"/>
                    <a:pt x="1" y="6277"/>
                    <a:pt x="1" y="6277"/>
                  </a:cubicBezTo>
                  <a:lnTo>
                    <a:pt x="2922" y="6277"/>
                  </a:lnTo>
                  <a:cubicBezTo>
                    <a:pt x="4223" y="6277"/>
                    <a:pt x="4840" y="2739"/>
                    <a:pt x="4840" y="2739"/>
                  </a:cubicBezTo>
                  <a:lnTo>
                    <a:pt x="4840" y="6277"/>
                  </a:lnTo>
                  <a:lnTo>
                    <a:pt x="5479" y="6277"/>
                  </a:lnTo>
                  <a:lnTo>
                    <a:pt x="5547" y="0"/>
                  </a:lnTo>
                  <a:close/>
                </a:path>
              </a:pathLst>
            </a:custGeom>
            <a:solidFill>
              <a:srgbClr val="605f73"/>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1" name="Google Shape;2618;p83"/>
            <p:cNvSpPr/>
            <p:nvPr/>
          </p:nvSpPr>
          <p:spPr>
            <a:xfrm>
              <a:off x="6693480" y="3447000"/>
              <a:ext cx="297000" cy="410040"/>
            </a:xfrm>
            <a:custGeom>
              <a:avLst/>
              <a:gdLst>
                <a:gd name="textAreaLeft" fmla="*/ 0 w 297000"/>
                <a:gd name="textAreaRight" fmla="*/ 297360 w 297000"/>
                <a:gd name="textAreaTop" fmla="*/ 0 h 410040"/>
                <a:gd name="textAreaBottom" fmla="*/ 410400 h 410040"/>
              </a:gdLst>
              <a:ahLst/>
              <a:cxnLst/>
              <a:rect l="textAreaLeft" t="textAreaTop" r="textAreaRight" b="textAreaBottom"/>
              <a:pathLst>
                <a:path w="12943" h="17850">
                  <a:moveTo>
                    <a:pt x="7647" y="0"/>
                  </a:moveTo>
                  <a:lnTo>
                    <a:pt x="3242" y="1347"/>
                  </a:lnTo>
                  <a:lnTo>
                    <a:pt x="3219" y="1347"/>
                  </a:lnTo>
                  <a:cubicBezTo>
                    <a:pt x="3265" y="1392"/>
                    <a:pt x="3265" y="1461"/>
                    <a:pt x="3242" y="1529"/>
                  </a:cubicBezTo>
                  <a:cubicBezTo>
                    <a:pt x="3013" y="1917"/>
                    <a:pt x="2557" y="2260"/>
                    <a:pt x="2237" y="2579"/>
                  </a:cubicBezTo>
                  <a:cubicBezTo>
                    <a:pt x="1827" y="2922"/>
                    <a:pt x="1416" y="3264"/>
                    <a:pt x="982" y="3584"/>
                  </a:cubicBezTo>
                  <a:cubicBezTo>
                    <a:pt x="948" y="3606"/>
                    <a:pt x="914" y="3618"/>
                    <a:pt x="882" y="3618"/>
                  </a:cubicBezTo>
                  <a:cubicBezTo>
                    <a:pt x="851" y="3618"/>
                    <a:pt x="822" y="3606"/>
                    <a:pt x="799" y="3584"/>
                  </a:cubicBezTo>
                  <a:lnTo>
                    <a:pt x="1" y="4314"/>
                  </a:lnTo>
                  <a:lnTo>
                    <a:pt x="2831" y="17849"/>
                  </a:lnTo>
                  <a:lnTo>
                    <a:pt x="12463" y="12805"/>
                  </a:lnTo>
                  <a:cubicBezTo>
                    <a:pt x="12463" y="12805"/>
                    <a:pt x="12942" y="2830"/>
                    <a:pt x="12098" y="1347"/>
                  </a:cubicBezTo>
                  <a:cubicBezTo>
                    <a:pt x="11756" y="708"/>
                    <a:pt x="10865" y="365"/>
                    <a:pt x="9975" y="183"/>
                  </a:cubicBezTo>
                  <a:cubicBezTo>
                    <a:pt x="9975" y="228"/>
                    <a:pt x="9930" y="274"/>
                    <a:pt x="9884" y="274"/>
                  </a:cubicBezTo>
                  <a:cubicBezTo>
                    <a:pt x="9761" y="296"/>
                    <a:pt x="9638" y="304"/>
                    <a:pt x="9516" y="304"/>
                  </a:cubicBezTo>
                  <a:cubicBezTo>
                    <a:pt x="9252" y="304"/>
                    <a:pt x="8992" y="267"/>
                    <a:pt x="8743" y="251"/>
                  </a:cubicBezTo>
                  <a:cubicBezTo>
                    <a:pt x="8636" y="251"/>
                    <a:pt x="8522" y="256"/>
                    <a:pt x="8407" y="256"/>
                  </a:cubicBezTo>
                  <a:cubicBezTo>
                    <a:pt x="8177" y="256"/>
                    <a:pt x="7944" y="236"/>
                    <a:pt x="7761" y="114"/>
                  </a:cubicBezTo>
                  <a:cubicBezTo>
                    <a:pt x="7716" y="69"/>
                    <a:pt x="7716" y="46"/>
                    <a:pt x="7693" y="0"/>
                  </a:cubicBezTo>
                  <a:close/>
                </a:path>
              </a:pathLst>
            </a:custGeom>
            <a:solidFill>
              <a:srgbClr val="383a3a"/>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2" name="Google Shape;2619;p83"/>
            <p:cNvSpPr/>
            <p:nvPr/>
          </p:nvSpPr>
          <p:spPr>
            <a:xfrm>
              <a:off x="6753240" y="3460680"/>
              <a:ext cx="237240" cy="396360"/>
            </a:xfrm>
            <a:custGeom>
              <a:avLst/>
              <a:gdLst>
                <a:gd name="textAreaLeft" fmla="*/ 0 w 237240"/>
                <a:gd name="textAreaRight" fmla="*/ 237600 w 237240"/>
                <a:gd name="textAreaTop" fmla="*/ 0 h 396360"/>
                <a:gd name="textAreaBottom" fmla="*/ 396720 h 396360"/>
              </a:gdLst>
              <a:ahLst/>
              <a:cxnLst/>
              <a:rect l="textAreaLeft" t="textAreaTop" r="textAreaRight" b="textAreaBottom"/>
              <a:pathLst>
                <a:path w="10341" h="17257">
                  <a:moveTo>
                    <a:pt x="8629" y="1"/>
                  </a:moveTo>
                  <a:lnTo>
                    <a:pt x="8629" y="1"/>
                  </a:lnTo>
                  <a:cubicBezTo>
                    <a:pt x="9427" y="1598"/>
                    <a:pt x="8971" y="11413"/>
                    <a:pt x="8971" y="11413"/>
                  </a:cubicBezTo>
                  <a:lnTo>
                    <a:pt x="1" y="16115"/>
                  </a:lnTo>
                  <a:lnTo>
                    <a:pt x="229" y="17256"/>
                  </a:lnTo>
                  <a:lnTo>
                    <a:pt x="9861" y="12212"/>
                  </a:lnTo>
                  <a:cubicBezTo>
                    <a:pt x="9861" y="12212"/>
                    <a:pt x="10340" y="2237"/>
                    <a:pt x="9496" y="754"/>
                  </a:cubicBezTo>
                  <a:cubicBezTo>
                    <a:pt x="9336" y="434"/>
                    <a:pt x="9017" y="183"/>
                    <a:pt x="8629" y="1"/>
                  </a:cubicBezTo>
                  <a:close/>
                </a:path>
              </a:pathLst>
            </a:custGeom>
            <a:solidFill>
              <a:srgbClr val="27282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3" name="Google Shape;2620;p83"/>
            <p:cNvSpPr/>
            <p:nvPr/>
          </p:nvSpPr>
          <p:spPr>
            <a:xfrm>
              <a:off x="6716880" y="3447000"/>
              <a:ext cx="205200" cy="211680"/>
            </a:xfrm>
            <a:custGeom>
              <a:avLst/>
              <a:gdLst>
                <a:gd name="textAreaLeft" fmla="*/ 0 w 205200"/>
                <a:gd name="textAreaRight" fmla="*/ 205560 w 205200"/>
                <a:gd name="textAreaTop" fmla="*/ 0 h 211680"/>
                <a:gd name="textAreaBottom" fmla="*/ 212040 h 211680"/>
              </a:gdLst>
              <a:ahLst/>
              <a:cxnLst/>
              <a:rect l="textAreaLeft" t="textAreaTop" r="textAreaRight" b="textAreaBottom"/>
              <a:pathLst>
                <a:path w="8949" h="9222">
                  <a:moveTo>
                    <a:pt x="6620" y="0"/>
                  </a:moveTo>
                  <a:lnTo>
                    <a:pt x="2215" y="1347"/>
                  </a:lnTo>
                  <a:lnTo>
                    <a:pt x="1" y="3424"/>
                  </a:lnTo>
                  <a:lnTo>
                    <a:pt x="1" y="9221"/>
                  </a:lnTo>
                  <a:cubicBezTo>
                    <a:pt x="6643" y="7053"/>
                    <a:pt x="8948" y="183"/>
                    <a:pt x="8948" y="183"/>
                  </a:cubicBezTo>
                  <a:lnTo>
                    <a:pt x="6620" y="0"/>
                  </a:ln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4" name="Google Shape;2621;p83"/>
            <p:cNvSpPr/>
            <p:nvPr/>
          </p:nvSpPr>
          <p:spPr>
            <a:xfrm>
              <a:off x="6360120" y="3601800"/>
              <a:ext cx="84240" cy="74520"/>
            </a:xfrm>
            <a:custGeom>
              <a:avLst/>
              <a:gdLst>
                <a:gd name="textAreaLeft" fmla="*/ 0 w 84240"/>
                <a:gd name="textAreaRight" fmla="*/ 84600 w 84240"/>
                <a:gd name="textAreaTop" fmla="*/ 0 h 74520"/>
                <a:gd name="textAreaBottom" fmla="*/ 74880 h 74520"/>
              </a:gdLst>
              <a:ahLst/>
              <a:cxnLst/>
              <a:rect l="textAreaLeft" t="textAreaTop" r="textAreaRight" b="textAreaBottom"/>
              <a:pathLst>
                <a:path w="3676" h="3265">
                  <a:moveTo>
                    <a:pt x="548" y="1"/>
                  </a:moveTo>
                  <a:cubicBezTo>
                    <a:pt x="548" y="1"/>
                    <a:pt x="525" y="297"/>
                    <a:pt x="1073" y="480"/>
                  </a:cubicBezTo>
                  <a:cubicBezTo>
                    <a:pt x="1644" y="662"/>
                    <a:pt x="2169" y="754"/>
                    <a:pt x="2169" y="754"/>
                  </a:cubicBezTo>
                  <a:lnTo>
                    <a:pt x="2443" y="1256"/>
                  </a:lnTo>
                  <a:lnTo>
                    <a:pt x="2009" y="891"/>
                  </a:lnTo>
                  <a:lnTo>
                    <a:pt x="366" y="526"/>
                  </a:lnTo>
                  <a:lnTo>
                    <a:pt x="366" y="526"/>
                  </a:lnTo>
                  <a:cubicBezTo>
                    <a:pt x="366" y="526"/>
                    <a:pt x="274" y="777"/>
                    <a:pt x="868" y="1005"/>
                  </a:cubicBezTo>
                  <a:cubicBezTo>
                    <a:pt x="1438" y="1233"/>
                    <a:pt x="1781" y="1347"/>
                    <a:pt x="1781" y="1347"/>
                  </a:cubicBezTo>
                  <a:lnTo>
                    <a:pt x="2215" y="1804"/>
                  </a:lnTo>
                  <a:lnTo>
                    <a:pt x="1667" y="1530"/>
                  </a:lnTo>
                  <a:lnTo>
                    <a:pt x="23" y="1279"/>
                  </a:lnTo>
                  <a:lnTo>
                    <a:pt x="23" y="1279"/>
                  </a:lnTo>
                  <a:cubicBezTo>
                    <a:pt x="23" y="1279"/>
                    <a:pt x="1" y="1484"/>
                    <a:pt x="320" y="1644"/>
                  </a:cubicBezTo>
                  <a:lnTo>
                    <a:pt x="1370" y="1895"/>
                  </a:lnTo>
                  <a:lnTo>
                    <a:pt x="2169" y="2420"/>
                  </a:lnTo>
                  <a:lnTo>
                    <a:pt x="1279" y="2123"/>
                  </a:lnTo>
                  <a:lnTo>
                    <a:pt x="160" y="2123"/>
                  </a:lnTo>
                  <a:cubicBezTo>
                    <a:pt x="160" y="2123"/>
                    <a:pt x="92" y="2215"/>
                    <a:pt x="366" y="2329"/>
                  </a:cubicBezTo>
                  <a:cubicBezTo>
                    <a:pt x="617" y="2420"/>
                    <a:pt x="1165" y="2420"/>
                    <a:pt x="1165" y="2420"/>
                  </a:cubicBezTo>
                  <a:lnTo>
                    <a:pt x="3150" y="3265"/>
                  </a:lnTo>
                  <a:lnTo>
                    <a:pt x="3675" y="1804"/>
                  </a:lnTo>
                  <a:lnTo>
                    <a:pt x="2397" y="366"/>
                  </a:lnTo>
                  <a:lnTo>
                    <a:pt x="548" y="1"/>
                  </a:lnTo>
                  <a:close/>
                </a:path>
              </a:pathLst>
            </a:custGeom>
            <a:solidFill>
              <a:srgbClr val="9e8980"/>
            </a:solidFill>
            <a:ln w="0">
              <a:noFill/>
            </a:ln>
          </p:spPr>
          <p:style>
            <a:lnRef idx="0"/>
            <a:fillRef idx="0"/>
            <a:effectRef idx="0"/>
            <a:fontRef idx="minor"/>
          </p:style>
          <p:txBody>
            <a:bodyPr tIns="37440" bIns="37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5" name="Google Shape;2622;p83"/>
            <p:cNvSpPr/>
            <p:nvPr/>
          </p:nvSpPr>
          <p:spPr>
            <a:xfrm>
              <a:off x="6432840" y="3520800"/>
              <a:ext cx="332640" cy="258480"/>
            </a:xfrm>
            <a:custGeom>
              <a:avLst/>
              <a:gdLst>
                <a:gd name="textAreaLeft" fmla="*/ 0 w 332640"/>
                <a:gd name="textAreaRight" fmla="*/ 333000 w 332640"/>
                <a:gd name="textAreaTop" fmla="*/ 0 h 258480"/>
                <a:gd name="textAreaBottom" fmla="*/ 258840 h 258480"/>
              </a:gdLst>
              <a:ahLst/>
              <a:cxnLst/>
              <a:rect l="textAreaLeft" t="textAreaTop" r="textAreaRight" b="textAreaBottom"/>
              <a:pathLst>
                <a:path w="14495" h="11256">
                  <a:moveTo>
                    <a:pt x="12925" y="0"/>
                  </a:moveTo>
                  <a:cubicBezTo>
                    <a:pt x="12155" y="0"/>
                    <a:pt x="11345" y="1098"/>
                    <a:pt x="11345" y="1098"/>
                  </a:cubicBezTo>
                  <a:lnTo>
                    <a:pt x="7966" y="7946"/>
                  </a:lnTo>
                  <a:lnTo>
                    <a:pt x="525" y="5321"/>
                  </a:lnTo>
                  <a:cubicBezTo>
                    <a:pt x="525" y="5321"/>
                    <a:pt x="137" y="5709"/>
                    <a:pt x="0" y="6782"/>
                  </a:cubicBezTo>
                  <a:lnTo>
                    <a:pt x="9085" y="11255"/>
                  </a:lnTo>
                  <a:lnTo>
                    <a:pt x="13011" y="4499"/>
                  </a:lnTo>
                  <a:cubicBezTo>
                    <a:pt x="13011" y="4499"/>
                    <a:pt x="14494" y="1646"/>
                    <a:pt x="13627" y="413"/>
                  </a:cubicBezTo>
                  <a:cubicBezTo>
                    <a:pt x="13416" y="113"/>
                    <a:pt x="13173" y="0"/>
                    <a:pt x="12925" y="0"/>
                  </a:cubicBez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6" name="Google Shape;2623;p83"/>
            <p:cNvSpPr/>
            <p:nvPr/>
          </p:nvSpPr>
          <p:spPr>
            <a:xfrm>
              <a:off x="6680880" y="3520440"/>
              <a:ext cx="72000" cy="175320"/>
            </a:xfrm>
            <a:custGeom>
              <a:avLst/>
              <a:gdLst>
                <a:gd name="textAreaLeft" fmla="*/ 0 w 72000"/>
                <a:gd name="textAreaRight" fmla="*/ 72360 w 72000"/>
                <a:gd name="textAreaTop" fmla="*/ 0 h 175320"/>
                <a:gd name="textAreaBottom" fmla="*/ 175680 h 175320"/>
              </a:gdLst>
              <a:ahLst/>
              <a:cxnLst/>
              <a:rect l="textAreaLeft" t="textAreaTop" r="textAreaRight" b="textAreaBottom"/>
              <a:pathLst>
                <a:path w="3151" h="7648">
                  <a:moveTo>
                    <a:pt x="2169" y="1"/>
                  </a:moveTo>
                  <a:cubicBezTo>
                    <a:pt x="1918" y="1"/>
                    <a:pt x="1713" y="92"/>
                    <a:pt x="1507" y="206"/>
                  </a:cubicBezTo>
                  <a:cubicBezTo>
                    <a:pt x="1119" y="434"/>
                    <a:pt x="800" y="754"/>
                    <a:pt x="526" y="1119"/>
                  </a:cubicBezTo>
                  <a:lnTo>
                    <a:pt x="1" y="2215"/>
                  </a:lnTo>
                  <a:lnTo>
                    <a:pt x="549" y="1142"/>
                  </a:lnTo>
                  <a:cubicBezTo>
                    <a:pt x="845" y="800"/>
                    <a:pt x="1165" y="480"/>
                    <a:pt x="1530" y="252"/>
                  </a:cubicBezTo>
                  <a:cubicBezTo>
                    <a:pt x="1714" y="149"/>
                    <a:pt x="1898" y="66"/>
                    <a:pt x="2082" y="66"/>
                  </a:cubicBezTo>
                  <a:cubicBezTo>
                    <a:pt x="2103" y="66"/>
                    <a:pt x="2125" y="67"/>
                    <a:pt x="2146" y="69"/>
                  </a:cubicBezTo>
                  <a:cubicBezTo>
                    <a:pt x="2260" y="69"/>
                    <a:pt x="2375" y="92"/>
                    <a:pt x="2466" y="138"/>
                  </a:cubicBezTo>
                  <a:cubicBezTo>
                    <a:pt x="2557" y="206"/>
                    <a:pt x="2648" y="252"/>
                    <a:pt x="2717" y="343"/>
                  </a:cubicBezTo>
                  <a:cubicBezTo>
                    <a:pt x="3014" y="685"/>
                    <a:pt x="3082" y="1142"/>
                    <a:pt x="3059" y="1598"/>
                  </a:cubicBezTo>
                  <a:cubicBezTo>
                    <a:pt x="3037" y="2032"/>
                    <a:pt x="2945" y="2466"/>
                    <a:pt x="2831" y="2899"/>
                  </a:cubicBezTo>
                  <a:cubicBezTo>
                    <a:pt x="2694" y="3333"/>
                    <a:pt x="2534" y="3744"/>
                    <a:pt x="2352" y="4155"/>
                  </a:cubicBezTo>
                  <a:cubicBezTo>
                    <a:pt x="2169" y="4566"/>
                    <a:pt x="1918" y="4931"/>
                    <a:pt x="1713" y="5319"/>
                  </a:cubicBezTo>
                  <a:lnTo>
                    <a:pt x="389" y="7647"/>
                  </a:lnTo>
                  <a:lnTo>
                    <a:pt x="1758" y="5342"/>
                  </a:lnTo>
                  <a:cubicBezTo>
                    <a:pt x="1964" y="4954"/>
                    <a:pt x="2238" y="4588"/>
                    <a:pt x="2397" y="4178"/>
                  </a:cubicBezTo>
                  <a:cubicBezTo>
                    <a:pt x="2603" y="3767"/>
                    <a:pt x="2763" y="3356"/>
                    <a:pt x="2900" y="2922"/>
                  </a:cubicBezTo>
                  <a:cubicBezTo>
                    <a:pt x="3014" y="2489"/>
                    <a:pt x="3128" y="2032"/>
                    <a:pt x="3128" y="1598"/>
                  </a:cubicBezTo>
                  <a:cubicBezTo>
                    <a:pt x="3151" y="1142"/>
                    <a:pt x="3059" y="663"/>
                    <a:pt x="2763" y="320"/>
                  </a:cubicBezTo>
                  <a:cubicBezTo>
                    <a:pt x="2694" y="229"/>
                    <a:pt x="2580" y="160"/>
                    <a:pt x="2489" y="92"/>
                  </a:cubicBezTo>
                  <a:cubicBezTo>
                    <a:pt x="2397" y="46"/>
                    <a:pt x="2283" y="1"/>
                    <a:pt x="2169" y="1"/>
                  </a:cubicBezTo>
                  <a:close/>
                </a:path>
              </a:pathLst>
            </a:custGeom>
            <a:solidFill>
              <a:srgbClr val="66534b"/>
            </a:solidFill>
            <a:ln w="0">
              <a:noFill/>
            </a:ln>
          </p:spPr>
          <p:style>
            <a:lnRef idx="0"/>
            <a:fillRef idx="0"/>
            <a:effectRef idx="0"/>
            <a:fontRef idx="minor"/>
          </p:style>
          <p:txBody>
            <a:bodyPr tIns="87840" bIns="87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7" name="Google Shape;2624;p83"/>
            <p:cNvSpPr/>
            <p:nvPr/>
          </p:nvSpPr>
          <p:spPr>
            <a:xfrm>
              <a:off x="6674040" y="3087000"/>
              <a:ext cx="284040" cy="405360"/>
            </a:xfrm>
            <a:custGeom>
              <a:avLst/>
              <a:gdLst>
                <a:gd name="textAreaLeft" fmla="*/ 0 w 284040"/>
                <a:gd name="textAreaRight" fmla="*/ 284400 w 284040"/>
                <a:gd name="textAreaTop" fmla="*/ 0 h 405360"/>
                <a:gd name="textAreaBottom" fmla="*/ 405720 h 405360"/>
              </a:gdLst>
              <a:ahLst/>
              <a:cxnLst/>
              <a:rect l="textAreaLeft" t="textAreaTop" r="textAreaRight" b="textAreaBottom"/>
              <a:pathLst>
                <a:path w="12372" h="17649">
                  <a:moveTo>
                    <a:pt x="6163" y="1"/>
                  </a:moveTo>
                  <a:cubicBezTo>
                    <a:pt x="4063" y="1"/>
                    <a:pt x="2283" y="1234"/>
                    <a:pt x="1484" y="3037"/>
                  </a:cubicBezTo>
                  <a:cubicBezTo>
                    <a:pt x="1370" y="3311"/>
                    <a:pt x="1278" y="3585"/>
                    <a:pt x="1210" y="3858"/>
                  </a:cubicBezTo>
                  <a:cubicBezTo>
                    <a:pt x="1187" y="3927"/>
                    <a:pt x="1164" y="3995"/>
                    <a:pt x="1141" y="4064"/>
                  </a:cubicBezTo>
                  <a:cubicBezTo>
                    <a:pt x="1141" y="4064"/>
                    <a:pt x="1141" y="4064"/>
                    <a:pt x="1141" y="4087"/>
                  </a:cubicBezTo>
                  <a:cubicBezTo>
                    <a:pt x="0" y="8538"/>
                    <a:pt x="2442" y="13582"/>
                    <a:pt x="2442" y="13582"/>
                  </a:cubicBezTo>
                  <a:cubicBezTo>
                    <a:pt x="3013" y="13559"/>
                    <a:pt x="3561" y="13468"/>
                    <a:pt x="4086" y="13354"/>
                  </a:cubicBezTo>
                  <a:lnTo>
                    <a:pt x="4086" y="17006"/>
                  </a:lnTo>
                  <a:cubicBezTo>
                    <a:pt x="4086" y="17006"/>
                    <a:pt x="5081" y="17649"/>
                    <a:pt x="6163" y="17649"/>
                  </a:cubicBezTo>
                  <a:cubicBezTo>
                    <a:pt x="7047" y="17649"/>
                    <a:pt x="7988" y="17219"/>
                    <a:pt x="8491" y="15659"/>
                  </a:cubicBezTo>
                  <a:lnTo>
                    <a:pt x="8491" y="10866"/>
                  </a:lnTo>
                  <a:cubicBezTo>
                    <a:pt x="10751" y="10158"/>
                    <a:pt x="12371" y="8035"/>
                    <a:pt x="12371" y="5547"/>
                  </a:cubicBezTo>
                  <a:cubicBezTo>
                    <a:pt x="12371" y="2489"/>
                    <a:pt x="9883" y="1"/>
                    <a:pt x="6802" y="1"/>
                  </a:cubicBez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8" name="Google Shape;2625;p83"/>
            <p:cNvSpPr/>
            <p:nvPr/>
          </p:nvSpPr>
          <p:spPr>
            <a:xfrm>
              <a:off x="6768000" y="3352680"/>
              <a:ext cx="103680" cy="77400"/>
            </a:xfrm>
            <a:custGeom>
              <a:avLst/>
              <a:gdLst>
                <a:gd name="textAreaLeft" fmla="*/ 0 w 103680"/>
                <a:gd name="textAreaRight" fmla="*/ 104040 w 103680"/>
                <a:gd name="textAreaTop" fmla="*/ 0 h 77400"/>
                <a:gd name="textAreaBottom" fmla="*/ 77760 h 77400"/>
              </a:gdLst>
              <a:ahLst/>
              <a:cxnLst/>
              <a:rect l="textAreaLeft" t="textAreaTop" r="textAreaRight" b="textAreaBottom"/>
              <a:pathLst>
                <a:path w="4521" h="3379">
                  <a:moveTo>
                    <a:pt x="4520" y="1"/>
                  </a:moveTo>
                  <a:lnTo>
                    <a:pt x="4520" y="1"/>
                  </a:lnTo>
                  <a:cubicBezTo>
                    <a:pt x="3379" y="1575"/>
                    <a:pt x="1" y="1804"/>
                    <a:pt x="1" y="1804"/>
                  </a:cubicBezTo>
                  <a:lnTo>
                    <a:pt x="1" y="3379"/>
                  </a:lnTo>
                  <a:cubicBezTo>
                    <a:pt x="2854" y="3333"/>
                    <a:pt x="4360" y="1918"/>
                    <a:pt x="4360" y="1918"/>
                  </a:cubicBezTo>
                  <a:lnTo>
                    <a:pt x="4520" y="1"/>
                  </a:lnTo>
                  <a:close/>
                </a:path>
              </a:pathLst>
            </a:custGeom>
            <a:solidFill>
              <a:srgbClr val="66534b"/>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9" name="Google Shape;2626;p83"/>
            <p:cNvSpPr/>
            <p:nvPr/>
          </p:nvSpPr>
          <p:spPr>
            <a:xfrm>
              <a:off x="6708240" y="3079080"/>
              <a:ext cx="306000" cy="329040"/>
            </a:xfrm>
            <a:custGeom>
              <a:avLst/>
              <a:gdLst>
                <a:gd name="textAreaLeft" fmla="*/ 0 w 306000"/>
                <a:gd name="textAreaRight" fmla="*/ 306360 w 306000"/>
                <a:gd name="textAreaTop" fmla="*/ 0 h 329040"/>
                <a:gd name="textAreaBottom" fmla="*/ 329400 h 329040"/>
              </a:gdLst>
              <a:ahLst/>
              <a:cxnLst/>
              <a:rect l="textAreaLeft" t="textAreaTop" r="textAreaRight" b="textAreaBottom"/>
              <a:pathLst>
                <a:path w="13331" h="14325">
                  <a:moveTo>
                    <a:pt x="5286" y="1"/>
                  </a:moveTo>
                  <a:cubicBezTo>
                    <a:pt x="2752" y="1"/>
                    <a:pt x="344" y="1492"/>
                    <a:pt x="1" y="3391"/>
                  </a:cubicBezTo>
                  <a:cubicBezTo>
                    <a:pt x="1" y="3391"/>
                    <a:pt x="297" y="7705"/>
                    <a:pt x="2146" y="8914"/>
                  </a:cubicBezTo>
                  <a:cubicBezTo>
                    <a:pt x="2146" y="8914"/>
                    <a:pt x="2615" y="7688"/>
                    <a:pt x="3441" y="7688"/>
                  </a:cubicBezTo>
                  <a:cubicBezTo>
                    <a:pt x="3544" y="7688"/>
                    <a:pt x="3653" y="7707"/>
                    <a:pt x="3767" y="7750"/>
                  </a:cubicBezTo>
                  <a:cubicBezTo>
                    <a:pt x="4784" y="8157"/>
                    <a:pt x="3786" y="10490"/>
                    <a:pt x="2636" y="10490"/>
                  </a:cubicBezTo>
                  <a:cubicBezTo>
                    <a:pt x="2625" y="10490"/>
                    <a:pt x="2614" y="10490"/>
                    <a:pt x="2603" y="10489"/>
                  </a:cubicBezTo>
                  <a:lnTo>
                    <a:pt x="2603" y="10489"/>
                  </a:lnTo>
                  <a:cubicBezTo>
                    <a:pt x="2603" y="10489"/>
                    <a:pt x="3607" y="14278"/>
                    <a:pt x="6962" y="14324"/>
                  </a:cubicBezTo>
                  <a:cubicBezTo>
                    <a:pt x="6962" y="14324"/>
                    <a:pt x="13331" y="10307"/>
                    <a:pt x="10888" y="4030"/>
                  </a:cubicBezTo>
                  <a:cubicBezTo>
                    <a:pt x="9757" y="1111"/>
                    <a:pt x="7474" y="1"/>
                    <a:pt x="5286" y="1"/>
                  </a:cubicBezTo>
                  <a:close/>
                </a:path>
              </a:pathLst>
            </a:custGeom>
            <a:solidFill>
              <a:srgbClr val="a6402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0" name="Google Shape;2627;p83"/>
            <p:cNvSpPr/>
            <p:nvPr/>
          </p:nvSpPr>
          <p:spPr>
            <a:xfrm>
              <a:off x="6476400" y="3790440"/>
              <a:ext cx="327960" cy="236880"/>
            </a:xfrm>
            <a:custGeom>
              <a:avLst/>
              <a:gdLst>
                <a:gd name="textAreaLeft" fmla="*/ 0 w 327960"/>
                <a:gd name="textAreaRight" fmla="*/ 328320 w 327960"/>
                <a:gd name="textAreaTop" fmla="*/ 0 h 236880"/>
                <a:gd name="textAreaBottom" fmla="*/ 237240 h 236880"/>
              </a:gdLst>
              <a:ahLst/>
              <a:cxnLst/>
              <a:rect l="textAreaLeft" t="textAreaTop" r="textAreaRight" b="textAreaBottom"/>
              <a:pathLst>
                <a:path w="14290" h="10323">
                  <a:moveTo>
                    <a:pt x="7302" y="1"/>
                  </a:moveTo>
                  <a:cubicBezTo>
                    <a:pt x="3214" y="1"/>
                    <a:pt x="1" y="5963"/>
                    <a:pt x="1" y="5963"/>
                  </a:cubicBezTo>
                  <a:lnTo>
                    <a:pt x="8811" y="10323"/>
                  </a:lnTo>
                  <a:lnTo>
                    <a:pt x="14290" y="2904"/>
                  </a:lnTo>
                  <a:cubicBezTo>
                    <a:pt x="14290" y="2904"/>
                    <a:pt x="12532" y="919"/>
                    <a:pt x="8081" y="74"/>
                  </a:cubicBezTo>
                  <a:cubicBezTo>
                    <a:pt x="7818" y="24"/>
                    <a:pt x="7559" y="1"/>
                    <a:pt x="7302" y="1"/>
                  </a:cubicBezTo>
                  <a:close/>
                </a:path>
              </a:pathLst>
            </a:custGeom>
            <a:solidFill>
              <a:srgbClr val="383a3a"/>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1" name="Google Shape;2628;p83"/>
            <p:cNvSpPr/>
            <p:nvPr/>
          </p:nvSpPr>
          <p:spPr>
            <a:xfrm>
              <a:off x="6895440" y="3054960"/>
              <a:ext cx="151200" cy="151920"/>
            </a:xfrm>
            <a:custGeom>
              <a:avLst/>
              <a:gdLst>
                <a:gd name="textAreaLeft" fmla="*/ 0 w 151200"/>
                <a:gd name="textAreaRight" fmla="*/ 151560 w 151200"/>
                <a:gd name="textAreaTop" fmla="*/ 0 h 151920"/>
                <a:gd name="textAreaBottom" fmla="*/ 152280 h 151920"/>
              </a:gdLst>
              <a:ahLst/>
              <a:cxnLst/>
              <a:rect l="textAreaLeft" t="textAreaTop" r="textAreaRight" b="textAreaBottom"/>
              <a:pathLst>
                <a:path w="6597" h="6620">
                  <a:moveTo>
                    <a:pt x="3310" y="1"/>
                  </a:moveTo>
                  <a:cubicBezTo>
                    <a:pt x="1461" y="1"/>
                    <a:pt x="0" y="1484"/>
                    <a:pt x="0" y="3310"/>
                  </a:cubicBezTo>
                  <a:cubicBezTo>
                    <a:pt x="0" y="5136"/>
                    <a:pt x="1461" y="6620"/>
                    <a:pt x="3310" y="6620"/>
                  </a:cubicBezTo>
                  <a:cubicBezTo>
                    <a:pt x="5136" y="6620"/>
                    <a:pt x="6597" y="5136"/>
                    <a:pt x="6597" y="3310"/>
                  </a:cubicBezTo>
                  <a:cubicBezTo>
                    <a:pt x="6597" y="1484"/>
                    <a:pt x="5136" y="1"/>
                    <a:pt x="3310" y="1"/>
                  </a:cubicBezTo>
                  <a:close/>
                </a:path>
              </a:pathLst>
            </a:custGeom>
            <a:solidFill>
              <a:srgbClr val="a64029"/>
            </a:solidFill>
            <a:ln w="0">
              <a:noFill/>
            </a:ln>
          </p:spPr>
          <p:style>
            <a:lnRef idx="0"/>
            <a:fillRef idx="0"/>
            <a:effectRef idx="0"/>
            <a:fontRef idx="minor"/>
          </p:style>
          <p:txBody>
            <a:bodyPr tIns="75960" bIns="75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2" name="Google Shape;2629;p83"/>
            <p:cNvSpPr/>
            <p:nvPr/>
          </p:nvSpPr>
          <p:spPr>
            <a:xfrm>
              <a:off x="6409080" y="4134240"/>
              <a:ext cx="708840" cy="224280"/>
            </a:xfrm>
            <a:custGeom>
              <a:avLst/>
              <a:gdLst>
                <a:gd name="textAreaLeft" fmla="*/ 0 w 708840"/>
                <a:gd name="textAreaRight" fmla="*/ 709200 w 708840"/>
                <a:gd name="textAreaTop" fmla="*/ 0 h 224280"/>
                <a:gd name="textAreaBottom" fmla="*/ 224640 h 224280"/>
              </a:gdLst>
              <a:ahLst/>
              <a:cxnLst/>
              <a:rect l="textAreaLeft" t="textAreaTop" r="textAreaRight" b="textAreaBottom"/>
              <a:pathLst>
                <a:path w="30861" h="9770">
                  <a:moveTo>
                    <a:pt x="15761" y="0"/>
                  </a:moveTo>
                  <a:cubicBezTo>
                    <a:pt x="15670" y="0"/>
                    <a:pt x="15579" y="23"/>
                    <a:pt x="15499" y="69"/>
                  </a:cubicBezTo>
                  <a:lnTo>
                    <a:pt x="320" y="8811"/>
                  </a:lnTo>
                  <a:cubicBezTo>
                    <a:pt x="69" y="8948"/>
                    <a:pt x="0" y="9267"/>
                    <a:pt x="137" y="9495"/>
                  </a:cubicBezTo>
                  <a:cubicBezTo>
                    <a:pt x="228" y="9678"/>
                    <a:pt x="388" y="9769"/>
                    <a:pt x="571" y="9769"/>
                  </a:cubicBezTo>
                  <a:cubicBezTo>
                    <a:pt x="662" y="9769"/>
                    <a:pt x="753" y="9747"/>
                    <a:pt x="822" y="9701"/>
                  </a:cubicBezTo>
                  <a:lnTo>
                    <a:pt x="15773" y="1119"/>
                  </a:lnTo>
                  <a:lnTo>
                    <a:pt x="30016" y="9199"/>
                  </a:lnTo>
                  <a:cubicBezTo>
                    <a:pt x="30101" y="9245"/>
                    <a:pt x="30194" y="9268"/>
                    <a:pt x="30285" y="9268"/>
                  </a:cubicBezTo>
                  <a:cubicBezTo>
                    <a:pt x="30463" y="9268"/>
                    <a:pt x="30633" y="9182"/>
                    <a:pt x="30723" y="9016"/>
                  </a:cubicBezTo>
                  <a:cubicBezTo>
                    <a:pt x="30860" y="8765"/>
                    <a:pt x="30769" y="8446"/>
                    <a:pt x="30518" y="8309"/>
                  </a:cubicBezTo>
                  <a:lnTo>
                    <a:pt x="16024" y="69"/>
                  </a:lnTo>
                  <a:cubicBezTo>
                    <a:pt x="15944" y="23"/>
                    <a:pt x="15852" y="0"/>
                    <a:pt x="15761" y="0"/>
                  </a:cubicBez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3" name="Google Shape;2630;p83"/>
            <p:cNvSpPr/>
            <p:nvPr/>
          </p:nvSpPr>
          <p:spPr>
            <a:xfrm>
              <a:off x="7016760" y="4274280"/>
              <a:ext cx="101520" cy="72720"/>
            </a:xfrm>
            <a:custGeom>
              <a:avLst/>
              <a:gdLst>
                <a:gd name="textAreaLeft" fmla="*/ 0 w 101520"/>
                <a:gd name="textAreaRight" fmla="*/ 101880 w 101520"/>
                <a:gd name="textAreaTop" fmla="*/ 0 h 72720"/>
                <a:gd name="textAreaBottom" fmla="*/ 73080 h 72720"/>
              </a:gdLst>
              <a:ahLst/>
              <a:cxnLst/>
              <a:rect l="textAreaLeft" t="textAreaTop" r="textAreaRight" b="textAreaBottom"/>
              <a:pathLst>
                <a:path w="4430" h="3175">
                  <a:moveTo>
                    <a:pt x="206" y="1"/>
                  </a:moveTo>
                  <a:cubicBezTo>
                    <a:pt x="138" y="366"/>
                    <a:pt x="69" y="731"/>
                    <a:pt x="1" y="1073"/>
                  </a:cubicBezTo>
                  <a:lnTo>
                    <a:pt x="3585" y="3105"/>
                  </a:lnTo>
                  <a:cubicBezTo>
                    <a:pt x="3670" y="3151"/>
                    <a:pt x="3763" y="3174"/>
                    <a:pt x="3854" y="3174"/>
                  </a:cubicBezTo>
                  <a:cubicBezTo>
                    <a:pt x="4032" y="3174"/>
                    <a:pt x="4202" y="3088"/>
                    <a:pt x="4292" y="2922"/>
                  </a:cubicBezTo>
                  <a:cubicBezTo>
                    <a:pt x="4429" y="2671"/>
                    <a:pt x="4338" y="2352"/>
                    <a:pt x="4087" y="2215"/>
                  </a:cubicBezTo>
                  <a:lnTo>
                    <a:pt x="206" y="1"/>
                  </a:lnTo>
                  <a:close/>
                </a:path>
              </a:pathLst>
            </a:custGeom>
            <a:solidFill>
              <a:schemeClr val="accent3"/>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4" name="Google Shape;2631;p83"/>
            <p:cNvSpPr/>
            <p:nvPr/>
          </p:nvSpPr>
          <p:spPr>
            <a:xfrm>
              <a:off x="6409080" y="4292280"/>
              <a:ext cx="86760" cy="66240"/>
            </a:xfrm>
            <a:custGeom>
              <a:avLst/>
              <a:gdLst>
                <a:gd name="textAreaLeft" fmla="*/ 0 w 86760"/>
                <a:gd name="textAreaRight" fmla="*/ 87120 w 86760"/>
                <a:gd name="textAreaTop" fmla="*/ 0 h 66240"/>
                <a:gd name="textAreaBottom" fmla="*/ 66600 h 66240"/>
              </a:gdLst>
              <a:ahLst/>
              <a:cxnLst/>
              <a:rect l="textAreaLeft" t="textAreaTop" r="textAreaRight" b="textAreaBottom"/>
              <a:pathLst>
                <a:path w="3790" h="2900">
                  <a:moveTo>
                    <a:pt x="3675" y="1"/>
                  </a:moveTo>
                  <a:lnTo>
                    <a:pt x="320" y="1941"/>
                  </a:lnTo>
                  <a:cubicBezTo>
                    <a:pt x="69" y="2078"/>
                    <a:pt x="0" y="2397"/>
                    <a:pt x="137" y="2625"/>
                  </a:cubicBezTo>
                  <a:cubicBezTo>
                    <a:pt x="228" y="2808"/>
                    <a:pt x="388" y="2899"/>
                    <a:pt x="571" y="2899"/>
                  </a:cubicBezTo>
                  <a:cubicBezTo>
                    <a:pt x="662" y="2899"/>
                    <a:pt x="753" y="2877"/>
                    <a:pt x="822" y="2831"/>
                  </a:cubicBezTo>
                  <a:lnTo>
                    <a:pt x="3789" y="1119"/>
                  </a:lnTo>
                  <a:cubicBezTo>
                    <a:pt x="3744" y="754"/>
                    <a:pt x="3698" y="389"/>
                    <a:pt x="3675" y="1"/>
                  </a:cubicBezTo>
                  <a:close/>
                </a:path>
              </a:pathLst>
            </a:custGeom>
            <a:solidFill>
              <a:schemeClr val="accent3"/>
            </a:solidFill>
            <a:ln w="0">
              <a:noFill/>
            </a:ln>
          </p:spPr>
          <p:style>
            <a:lnRef idx="0"/>
            <a:fillRef idx="0"/>
            <a:effectRef idx="0"/>
            <a:fontRef idx="minor"/>
          </p:style>
          <p:txBody>
            <a:bodyPr tIns="33120" bIns="33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5" name="Google Shape;2632;p83"/>
            <p:cNvSpPr/>
            <p:nvPr/>
          </p:nvSpPr>
          <p:spPr>
            <a:xfrm>
              <a:off x="6408720" y="3949560"/>
              <a:ext cx="707760" cy="598320"/>
            </a:xfrm>
            <a:custGeom>
              <a:avLst/>
              <a:gdLst>
                <a:gd name="textAreaLeft" fmla="*/ 0 w 707760"/>
                <a:gd name="textAreaRight" fmla="*/ 708120 w 707760"/>
                <a:gd name="textAreaTop" fmla="*/ 0 h 598320"/>
                <a:gd name="textAreaBottom" fmla="*/ 598680 h 598320"/>
              </a:gdLst>
              <a:ahLst/>
              <a:cxnLst/>
              <a:rect l="textAreaLeft" t="textAreaTop" r="textAreaRight" b="textAreaBottom"/>
              <a:pathLst>
                <a:path w="30815" h="26045">
                  <a:moveTo>
                    <a:pt x="30290" y="1"/>
                  </a:moveTo>
                  <a:cubicBezTo>
                    <a:pt x="30016" y="1"/>
                    <a:pt x="29787" y="229"/>
                    <a:pt x="29787" y="503"/>
                  </a:cubicBezTo>
                  <a:lnTo>
                    <a:pt x="29787" y="16481"/>
                  </a:lnTo>
                  <a:lnTo>
                    <a:pt x="14609" y="24652"/>
                  </a:lnTo>
                  <a:lnTo>
                    <a:pt x="14723" y="9382"/>
                  </a:lnTo>
                  <a:cubicBezTo>
                    <a:pt x="14723" y="9108"/>
                    <a:pt x="14494" y="8857"/>
                    <a:pt x="14221" y="8857"/>
                  </a:cubicBezTo>
                  <a:cubicBezTo>
                    <a:pt x="13924" y="8857"/>
                    <a:pt x="13696" y="9085"/>
                    <a:pt x="13696" y="9382"/>
                  </a:cubicBezTo>
                  <a:lnTo>
                    <a:pt x="13581" y="24606"/>
                  </a:lnTo>
                  <a:lnTo>
                    <a:pt x="1119" y="16983"/>
                  </a:lnTo>
                  <a:lnTo>
                    <a:pt x="1028" y="1370"/>
                  </a:lnTo>
                  <a:cubicBezTo>
                    <a:pt x="1028" y="1096"/>
                    <a:pt x="799" y="868"/>
                    <a:pt x="525" y="868"/>
                  </a:cubicBezTo>
                  <a:cubicBezTo>
                    <a:pt x="229" y="868"/>
                    <a:pt x="0" y="1096"/>
                    <a:pt x="0" y="1370"/>
                  </a:cubicBezTo>
                  <a:lnTo>
                    <a:pt x="92" y="17279"/>
                  </a:lnTo>
                  <a:cubicBezTo>
                    <a:pt x="92" y="17462"/>
                    <a:pt x="183" y="17622"/>
                    <a:pt x="343" y="17713"/>
                  </a:cubicBezTo>
                  <a:lnTo>
                    <a:pt x="13833" y="25953"/>
                  </a:lnTo>
                  <a:cubicBezTo>
                    <a:pt x="13833" y="25953"/>
                    <a:pt x="13833" y="25976"/>
                    <a:pt x="13833" y="25976"/>
                  </a:cubicBezTo>
                  <a:cubicBezTo>
                    <a:pt x="13855" y="25976"/>
                    <a:pt x="13878" y="25999"/>
                    <a:pt x="13924" y="25999"/>
                  </a:cubicBezTo>
                  <a:cubicBezTo>
                    <a:pt x="13924" y="25999"/>
                    <a:pt x="13947" y="26021"/>
                    <a:pt x="13947" y="26021"/>
                  </a:cubicBezTo>
                  <a:cubicBezTo>
                    <a:pt x="13992" y="26021"/>
                    <a:pt x="14038" y="26044"/>
                    <a:pt x="14061" y="26044"/>
                  </a:cubicBezTo>
                  <a:lnTo>
                    <a:pt x="14084" y="26044"/>
                  </a:lnTo>
                  <a:cubicBezTo>
                    <a:pt x="14129" y="26044"/>
                    <a:pt x="14175" y="26044"/>
                    <a:pt x="14221" y="26021"/>
                  </a:cubicBezTo>
                  <a:cubicBezTo>
                    <a:pt x="14243" y="26021"/>
                    <a:pt x="14266" y="25999"/>
                    <a:pt x="14266" y="25999"/>
                  </a:cubicBezTo>
                  <a:cubicBezTo>
                    <a:pt x="14289" y="25999"/>
                    <a:pt x="14312" y="25999"/>
                    <a:pt x="14335" y="25976"/>
                  </a:cubicBezTo>
                  <a:lnTo>
                    <a:pt x="30541" y="17234"/>
                  </a:lnTo>
                  <a:cubicBezTo>
                    <a:pt x="30700" y="17165"/>
                    <a:pt x="30815" y="16983"/>
                    <a:pt x="30815" y="16800"/>
                  </a:cubicBezTo>
                  <a:lnTo>
                    <a:pt x="30815" y="503"/>
                  </a:lnTo>
                  <a:cubicBezTo>
                    <a:pt x="30815" y="229"/>
                    <a:pt x="30586" y="1"/>
                    <a:pt x="30290" y="1"/>
                  </a:cubicBez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6" name="Google Shape;2633;p83"/>
            <p:cNvSpPr/>
            <p:nvPr/>
          </p:nvSpPr>
          <p:spPr>
            <a:xfrm>
              <a:off x="6722640" y="4153320"/>
              <a:ext cx="23760" cy="95040"/>
            </a:xfrm>
            <a:custGeom>
              <a:avLst/>
              <a:gdLst>
                <a:gd name="textAreaLeft" fmla="*/ 0 w 23760"/>
                <a:gd name="textAreaRight" fmla="*/ 24120 w 23760"/>
                <a:gd name="textAreaTop" fmla="*/ 0 h 95040"/>
                <a:gd name="textAreaBottom" fmla="*/ 95400 h 95040"/>
              </a:gdLst>
              <a:ahLst/>
              <a:cxnLst/>
              <a:rect l="textAreaLeft" t="textAreaTop" r="textAreaRight" b="textAreaBottom"/>
              <a:pathLst>
                <a:path w="1051" h="4156">
                  <a:moveTo>
                    <a:pt x="549" y="1"/>
                  </a:moveTo>
                  <a:cubicBezTo>
                    <a:pt x="252" y="1"/>
                    <a:pt x="24" y="229"/>
                    <a:pt x="24" y="526"/>
                  </a:cubicBezTo>
                  <a:lnTo>
                    <a:pt x="1" y="3790"/>
                  </a:lnTo>
                  <a:lnTo>
                    <a:pt x="640" y="4155"/>
                  </a:lnTo>
                  <a:lnTo>
                    <a:pt x="1028" y="3904"/>
                  </a:lnTo>
                  <a:lnTo>
                    <a:pt x="1051" y="526"/>
                  </a:lnTo>
                  <a:cubicBezTo>
                    <a:pt x="1051" y="252"/>
                    <a:pt x="822" y="1"/>
                    <a:pt x="549" y="1"/>
                  </a:cubicBezTo>
                  <a:close/>
                </a:path>
              </a:pathLst>
            </a:custGeom>
            <a:solidFill>
              <a:schemeClr val="accent3"/>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7" name="Google Shape;2634;p83"/>
            <p:cNvSpPr/>
            <p:nvPr/>
          </p:nvSpPr>
          <p:spPr>
            <a:xfrm>
              <a:off x="6408720" y="3969720"/>
              <a:ext cx="23760" cy="101520"/>
            </a:xfrm>
            <a:custGeom>
              <a:avLst/>
              <a:gdLst>
                <a:gd name="textAreaLeft" fmla="*/ 0 w 23760"/>
                <a:gd name="textAreaRight" fmla="*/ 24120 w 23760"/>
                <a:gd name="textAreaTop" fmla="*/ 0 h 101520"/>
                <a:gd name="textAreaBottom" fmla="*/ 101880 h 101520"/>
              </a:gdLst>
              <a:ahLst/>
              <a:cxnLst/>
              <a:rect l="textAreaLeft" t="textAreaTop" r="textAreaRight" b="textAreaBottom"/>
              <a:pathLst>
                <a:path w="1051" h="4429">
                  <a:moveTo>
                    <a:pt x="525" y="0"/>
                  </a:moveTo>
                  <a:cubicBezTo>
                    <a:pt x="229" y="0"/>
                    <a:pt x="0" y="228"/>
                    <a:pt x="0" y="502"/>
                  </a:cubicBezTo>
                  <a:lnTo>
                    <a:pt x="23" y="3835"/>
                  </a:lnTo>
                  <a:lnTo>
                    <a:pt x="1050" y="4428"/>
                  </a:lnTo>
                  <a:lnTo>
                    <a:pt x="1028" y="502"/>
                  </a:lnTo>
                  <a:cubicBezTo>
                    <a:pt x="1028" y="228"/>
                    <a:pt x="799" y="0"/>
                    <a:pt x="525" y="0"/>
                  </a:cubicBezTo>
                  <a:close/>
                </a:path>
              </a:pathLst>
            </a:custGeom>
            <a:solidFill>
              <a:schemeClr val="accent3"/>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8" name="Google Shape;2635;p83"/>
            <p:cNvSpPr/>
            <p:nvPr/>
          </p:nvSpPr>
          <p:spPr>
            <a:xfrm>
              <a:off x="7093080" y="3949560"/>
              <a:ext cx="23400" cy="77760"/>
            </a:xfrm>
            <a:custGeom>
              <a:avLst/>
              <a:gdLst>
                <a:gd name="textAreaLeft" fmla="*/ 0 w 23400"/>
                <a:gd name="textAreaRight" fmla="*/ 23760 w 23400"/>
                <a:gd name="textAreaTop" fmla="*/ 0 h 77760"/>
                <a:gd name="textAreaBottom" fmla="*/ 78120 h 77760"/>
              </a:gdLst>
              <a:ahLst/>
              <a:cxnLst/>
              <a:rect l="textAreaLeft" t="textAreaTop" r="textAreaRight" b="textAreaBottom"/>
              <a:pathLst>
                <a:path w="1028" h="3402">
                  <a:moveTo>
                    <a:pt x="503" y="1"/>
                  </a:moveTo>
                  <a:cubicBezTo>
                    <a:pt x="229" y="1"/>
                    <a:pt x="0" y="229"/>
                    <a:pt x="0" y="503"/>
                  </a:cubicBezTo>
                  <a:lnTo>
                    <a:pt x="0" y="3402"/>
                  </a:lnTo>
                  <a:lnTo>
                    <a:pt x="1028" y="2763"/>
                  </a:lnTo>
                  <a:lnTo>
                    <a:pt x="1028" y="503"/>
                  </a:lnTo>
                  <a:cubicBezTo>
                    <a:pt x="1028" y="229"/>
                    <a:pt x="799" y="1"/>
                    <a:pt x="503" y="1"/>
                  </a:cubicBezTo>
                  <a:close/>
                </a:path>
              </a:pathLst>
            </a:custGeom>
            <a:solidFill>
              <a:schemeClr val="accent3"/>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9" name="Google Shape;2636;p83"/>
            <p:cNvSpPr/>
            <p:nvPr/>
          </p:nvSpPr>
          <p:spPr>
            <a:xfrm>
              <a:off x="6394320" y="3495240"/>
              <a:ext cx="800280" cy="702000"/>
            </a:xfrm>
            <a:custGeom>
              <a:avLst/>
              <a:gdLst>
                <a:gd name="textAreaLeft" fmla="*/ 0 w 800280"/>
                <a:gd name="textAreaRight" fmla="*/ 800640 w 800280"/>
                <a:gd name="textAreaTop" fmla="*/ 0 h 702000"/>
                <a:gd name="textAreaBottom" fmla="*/ 702360 h 702000"/>
              </a:gdLst>
              <a:ahLst/>
              <a:cxnLst/>
              <a:rect l="textAreaLeft" t="textAreaTop" r="textAreaRight" b="textAreaBottom"/>
              <a:pathLst>
                <a:path w="34832" h="30564">
                  <a:moveTo>
                    <a:pt x="34832" y="0"/>
                  </a:moveTo>
                  <a:lnTo>
                    <a:pt x="15772" y="10249"/>
                  </a:lnTo>
                  <a:lnTo>
                    <a:pt x="12098" y="21456"/>
                  </a:lnTo>
                  <a:lnTo>
                    <a:pt x="0" y="15042"/>
                  </a:lnTo>
                  <a:lnTo>
                    <a:pt x="411" y="22483"/>
                  </a:lnTo>
                  <a:lnTo>
                    <a:pt x="14837" y="30563"/>
                  </a:lnTo>
                  <a:lnTo>
                    <a:pt x="31408" y="21091"/>
                  </a:lnTo>
                  <a:lnTo>
                    <a:pt x="34832" y="0"/>
                  </a:ln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90" name="Google Shape;2637;p83"/>
            <p:cNvSpPr/>
            <p:nvPr/>
          </p:nvSpPr>
          <p:spPr>
            <a:xfrm>
              <a:off x="6735240" y="3738240"/>
              <a:ext cx="28080" cy="447840"/>
            </a:xfrm>
            <a:custGeom>
              <a:avLst/>
              <a:gdLst>
                <a:gd name="textAreaLeft" fmla="*/ 0 w 28080"/>
                <a:gd name="textAreaRight" fmla="*/ 28440 w 28080"/>
                <a:gd name="textAreaTop" fmla="*/ 0 h 447840"/>
                <a:gd name="textAreaBottom" fmla="*/ 448200 h 447840"/>
              </a:gdLst>
              <a:ahLst/>
              <a:cxnLst/>
              <a:rect l="textAreaLeft" t="textAreaTop" r="textAreaRight" b="textAreaBottom"/>
              <a:pathLst>
                <a:path w="1234" h="19493">
                  <a:moveTo>
                    <a:pt x="1233" y="0"/>
                  </a:moveTo>
                  <a:lnTo>
                    <a:pt x="1233" y="0"/>
                  </a:lnTo>
                  <a:cubicBezTo>
                    <a:pt x="1096" y="1621"/>
                    <a:pt x="959" y="3241"/>
                    <a:pt x="845" y="4862"/>
                  </a:cubicBezTo>
                  <a:lnTo>
                    <a:pt x="526" y="9746"/>
                  </a:lnTo>
                  <a:lnTo>
                    <a:pt x="229" y="14608"/>
                  </a:lnTo>
                  <a:cubicBezTo>
                    <a:pt x="138" y="16252"/>
                    <a:pt x="69" y="17872"/>
                    <a:pt x="1" y="19493"/>
                  </a:cubicBezTo>
                  <a:cubicBezTo>
                    <a:pt x="138" y="17872"/>
                    <a:pt x="252" y="16252"/>
                    <a:pt x="366" y="14631"/>
                  </a:cubicBezTo>
                  <a:lnTo>
                    <a:pt x="708" y="9746"/>
                  </a:lnTo>
                  <a:lnTo>
                    <a:pt x="982" y="4885"/>
                  </a:lnTo>
                  <a:cubicBezTo>
                    <a:pt x="1073" y="3241"/>
                    <a:pt x="1165" y="1621"/>
                    <a:pt x="1233"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title"/>
          </p:nvPr>
        </p:nvSpPr>
        <p:spPr>
          <a:xfrm>
            <a:off x="723960" y="590400"/>
            <a:ext cx="4086000" cy="1580760"/>
          </a:xfrm>
          <a:prstGeom prst="rect">
            <a:avLst/>
          </a:prstGeom>
          <a:noFill/>
          <a:ln w="0">
            <a:noFill/>
          </a:ln>
        </p:spPr>
        <p:txBody>
          <a:bodyPr lIns="91440" rIns="91440" tIns="91440" bIns="91440" anchor="b">
            <a:normAutofit/>
          </a:bodyPr>
          <a:p>
            <a:pPr indent="0">
              <a:lnSpc>
                <a:spcPct val="100000"/>
              </a:lnSpc>
              <a:buNone/>
              <a:tabLst>
                <a:tab algn="l" pos="0"/>
              </a:tabLst>
            </a:pPr>
            <a:r>
              <a:rPr b="1" lang="en-US" sz="3000" strike="noStrike" u="none">
                <a:solidFill>
                  <a:schemeClr val="dk1"/>
                </a:solidFill>
                <a:effectLst/>
                <a:uFillTx/>
                <a:latin typeface="Overpass Black"/>
                <a:ea typeface="Overpass Black"/>
              </a:rPr>
              <a:t>Conclusions </a:t>
            </a:r>
            <a:endParaRPr b="0" lang="fr-FR" sz="3000" strike="noStrike" u="none">
              <a:solidFill>
                <a:schemeClr val="dk1"/>
              </a:solidFill>
              <a:effectLst/>
              <a:uFillTx/>
              <a:latin typeface="Arial"/>
            </a:endParaRPr>
          </a:p>
        </p:txBody>
      </p:sp>
      <p:sp>
        <p:nvSpPr>
          <p:cNvPr id="592" name="PlaceHolder 2"/>
          <p:cNvSpPr>
            <a:spLocks noGrp="1"/>
          </p:cNvSpPr>
          <p:nvPr>
            <p:ph type="subTitle"/>
          </p:nvPr>
        </p:nvSpPr>
        <p:spPr>
          <a:xfrm>
            <a:off x="723960" y="2171880"/>
            <a:ext cx="4086000" cy="2457000"/>
          </a:xfrm>
          <a:prstGeom prst="rect">
            <a:avLst/>
          </a:prstGeom>
          <a:noFill/>
          <a:ln w="0">
            <a:noFill/>
          </a:ln>
        </p:spPr>
        <p:txBody>
          <a:bodyPr lIns="91440" rIns="91440" tIns="91440" bIns="91440" anchor="t">
            <a:normAutofit fontScale="92500" lnSpcReduction="19999"/>
          </a:bodyPr>
          <a:p>
            <a:pPr indent="0">
              <a:lnSpc>
                <a:spcPct val="150000"/>
              </a:lnSpc>
              <a:buNone/>
              <a:tabLst>
                <a:tab algn="l" pos="0"/>
              </a:tabLst>
            </a:pPr>
            <a:r>
              <a:rPr b="0" lang="en-US" sz="1600" strike="noStrike" u="none">
                <a:solidFill>
                  <a:schemeClr val="dk2"/>
                </a:solidFill>
                <a:effectLst/>
                <a:uFillTx/>
                <a:latin typeface="Source Sans Pro"/>
                <a:ea typeface="Source Sans Pro"/>
              </a:rPr>
              <a:t>The Microgoal Project fosters improved focus and execution by breaking down complex objectives into manageable steps. Through strategic planning, resource management, and ongoing evaluation, it enhances productivity and accountability. This structured approach ensures sustained progress, enabling organizations to achieve ambitious goals systematically and efficiently.</a:t>
            </a:r>
            <a:endParaRPr b="0" lang="en-US" sz="1600" strike="noStrike" u="none">
              <a:solidFill>
                <a:srgbClr val="000000"/>
              </a:solidFill>
              <a:effectLst/>
              <a:uFillTx/>
              <a:latin typeface="OpenSymbol"/>
            </a:endParaRPr>
          </a:p>
        </p:txBody>
      </p:sp>
      <p:pic>
        <p:nvPicPr>
          <p:cNvPr id="593" name="Google Shape;776;p59" descr=""/>
          <p:cNvPicPr/>
          <p:nvPr/>
        </p:nvPicPr>
        <p:blipFill>
          <a:blip r:embed="rId1"/>
          <a:srcRect l="0" t="0" r="19478" b="0"/>
          <a:stretch/>
        </p:blipFill>
        <p:spPr>
          <a:xfrm>
            <a:off x="4972320" y="-37080"/>
            <a:ext cx="4171320" cy="51804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title"/>
          </p:nvPr>
        </p:nvSpPr>
        <p:spPr>
          <a:xfrm>
            <a:off x="723960" y="-39240"/>
            <a:ext cx="3076200" cy="1707480"/>
          </a:xfrm>
          <a:prstGeom prst="rect">
            <a:avLst/>
          </a:prstGeom>
          <a:noFill/>
          <a:ln w="0">
            <a:noFill/>
          </a:ln>
        </p:spPr>
        <p:txBody>
          <a:bodyPr lIns="91440" rIns="91440" tIns="91440" bIns="91440" anchor="ctr">
            <a:spAutoFit/>
          </a:bodyPr>
          <a:p>
            <a:pPr indent="0">
              <a:lnSpc>
                <a:spcPct val="100000"/>
              </a:lnSpc>
              <a:buNone/>
              <a:tabLst>
                <a:tab algn="l" pos="0"/>
              </a:tabLst>
            </a:pPr>
            <a:r>
              <a:rPr b="0" lang="en" sz="5000" strike="noStrike" u="none">
                <a:solidFill>
                  <a:schemeClr val="dk1"/>
                </a:solidFill>
                <a:effectLst/>
                <a:uFillTx/>
                <a:latin typeface="Overpass Black"/>
                <a:ea typeface="Overpass Black"/>
              </a:rPr>
              <a:t>THANKS!</a:t>
            </a:r>
            <a:endParaRPr b="0" lang="fr-FR" sz="5000" strike="noStrike" u="none">
              <a:solidFill>
                <a:schemeClr val="dk1"/>
              </a:solidFill>
              <a:effectLst/>
              <a:uFillTx/>
              <a:latin typeface="Arial"/>
            </a:endParaRPr>
          </a:p>
        </p:txBody>
      </p:sp>
      <p:sp>
        <p:nvSpPr>
          <p:cNvPr id="595" name="PlaceHolder 2"/>
          <p:cNvSpPr>
            <a:spLocks noGrp="1"/>
          </p:cNvSpPr>
          <p:nvPr>
            <p:ph type="subTitle"/>
          </p:nvPr>
        </p:nvSpPr>
        <p:spPr>
          <a:xfrm>
            <a:off x="723960" y="1743120"/>
            <a:ext cx="2609640" cy="1514520"/>
          </a:xfrm>
          <a:prstGeom prst="rect">
            <a:avLst/>
          </a:prstGeom>
          <a:noFill/>
          <a:ln w="0">
            <a:noFill/>
          </a:ln>
        </p:spPr>
        <p:txBody>
          <a:bodyPr lIns="91440" rIns="91440" tIns="91440" bIns="91440" anchor="t">
            <a:spAutoFit/>
          </a:bodyPr>
          <a:p>
            <a:pPr indent="0">
              <a:lnSpc>
                <a:spcPct val="100000"/>
              </a:lnSpc>
              <a:buNone/>
              <a:tabLst>
                <a:tab algn="l" pos="0"/>
              </a:tabLst>
            </a:pPr>
            <a:r>
              <a:rPr b="0" lang="en" sz="1600" strike="noStrike" u="none">
                <a:solidFill>
                  <a:schemeClr val="dk2"/>
                </a:solidFill>
                <a:effectLst/>
                <a:uFillTx/>
                <a:latin typeface="Source Sans Pro"/>
                <a:ea typeface="Source Sans Pro"/>
              </a:rPr>
              <a:t>Do you have any questions?</a:t>
            </a:r>
            <a:endParaRPr b="0" lang="en-US" sz="1600" strike="noStrike" u="none">
              <a:solidFill>
                <a:srgbClr val="000000"/>
              </a:solidFill>
              <a:effectLst/>
              <a:uFillTx/>
              <a:latin typeface="OpenSymbol"/>
            </a:endParaRPr>
          </a:p>
          <a:p>
            <a:pPr indent="0">
              <a:lnSpc>
                <a:spcPct val="100000"/>
              </a:lnSpc>
              <a:buNone/>
              <a:tabLst>
                <a:tab algn="l" pos="0"/>
              </a:tabLst>
            </a:pPr>
            <a:endParaRPr b="0" lang="en-US" sz="1600" strike="noStrike" u="none">
              <a:solidFill>
                <a:srgbClr val="000000"/>
              </a:solidFill>
              <a:effectLst/>
              <a:uFillTx/>
              <a:latin typeface="OpenSymbol"/>
            </a:endParaRPr>
          </a:p>
          <a:p>
            <a:pPr indent="0">
              <a:lnSpc>
                <a:spcPct val="100000"/>
              </a:lnSpc>
              <a:buNone/>
              <a:tabLst>
                <a:tab algn="l" pos="0"/>
              </a:tabLst>
            </a:pPr>
            <a:r>
              <a:rPr b="0" lang="en" sz="1600" strike="noStrike" u="none">
                <a:solidFill>
                  <a:schemeClr val="dk2"/>
                </a:solidFill>
                <a:effectLst/>
                <a:uFillTx/>
                <a:latin typeface="Source Sans Pro"/>
                <a:ea typeface="Source Sans Pro"/>
              </a:rPr>
              <a:t>addyouremail@freepik.com +91 620 421 838 yourcompany.com</a:t>
            </a:r>
            <a:endParaRPr b="0" lang="en-US" sz="1600" strike="noStrike" u="none">
              <a:solidFill>
                <a:srgbClr val="000000"/>
              </a:solidFill>
              <a:effectLst/>
              <a:uFillTx/>
              <a:latin typeface="OpenSymbol"/>
            </a:endParaRPr>
          </a:p>
        </p:txBody>
      </p:sp>
      <p:grpSp>
        <p:nvGrpSpPr>
          <p:cNvPr id="596" name="Google Shape;7527;p110"/>
          <p:cNvGrpSpPr/>
          <p:nvPr/>
        </p:nvGrpSpPr>
        <p:grpSpPr>
          <a:xfrm>
            <a:off x="799920" y="1335240"/>
            <a:ext cx="362520" cy="356400"/>
            <a:chOff x="799920" y="1335240"/>
            <a:chExt cx="362520" cy="356400"/>
          </a:xfrm>
        </p:grpSpPr>
        <p:sp>
          <p:nvSpPr>
            <p:cNvPr id="597" name="Google Shape;7528;p110"/>
            <p:cNvSpPr/>
            <p:nvPr/>
          </p:nvSpPr>
          <p:spPr>
            <a:xfrm>
              <a:off x="799920" y="1335240"/>
              <a:ext cx="356400" cy="356040"/>
            </a:xfrm>
            <a:custGeom>
              <a:avLst/>
              <a:gdLst>
                <a:gd name="textAreaLeft" fmla="*/ 0 w 356400"/>
                <a:gd name="textAreaRight" fmla="*/ 356760 w 356400"/>
                <a:gd name="textAreaTop" fmla="*/ 0 h 356040"/>
                <a:gd name="textAreaBottom" fmla="*/ 356400 h 356040"/>
              </a:gdLst>
              <a:ahLst/>
              <a:cxnLst/>
              <a:rect l="textAreaLeft" t="textAreaTop" r="textAreaRight" b="textAreaBottom"/>
              <a:pathLst>
                <a:path w="13613" h="13599">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8" name="Google Shape;7529;p110"/>
            <p:cNvSpPr/>
            <p:nvPr/>
          </p:nvSpPr>
          <p:spPr>
            <a:xfrm>
              <a:off x="955080" y="1335240"/>
              <a:ext cx="207360" cy="356040"/>
            </a:xfrm>
            <a:custGeom>
              <a:avLst/>
              <a:gdLst>
                <a:gd name="textAreaLeft" fmla="*/ 0 w 207360"/>
                <a:gd name="textAreaRight" fmla="*/ 207720 w 207360"/>
                <a:gd name="textAreaTop" fmla="*/ 0 h 356040"/>
                <a:gd name="textAreaBottom" fmla="*/ 356400 h 356040"/>
              </a:gdLst>
              <a:ahLst/>
              <a:cxnLst/>
              <a:rect l="textAreaLeft" t="textAreaTop" r="textAreaRight" b="textAreaBottom"/>
              <a:pathLst>
                <a:path w="7926" h="13602">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c3575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9" name="Google Shape;7530;p110"/>
            <p:cNvSpPr/>
            <p:nvPr/>
          </p:nvSpPr>
          <p:spPr>
            <a:xfrm>
              <a:off x="862200" y="1412280"/>
              <a:ext cx="193680" cy="279360"/>
            </a:xfrm>
            <a:custGeom>
              <a:avLst/>
              <a:gdLst>
                <a:gd name="textAreaLeft" fmla="*/ 0 w 193680"/>
                <a:gd name="textAreaRight" fmla="*/ 194040 w 193680"/>
                <a:gd name="textAreaTop" fmla="*/ 0 h 279360"/>
                <a:gd name="textAreaBottom" fmla="*/ 279720 h 279360"/>
              </a:gdLst>
              <a:ahLst/>
              <a:cxnLst/>
              <a:rect l="textAreaLeft" t="textAreaTop" r="textAreaRight" b="textAreaBottom"/>
              <a:pathLst>
                <a:path w="7407" h="10668">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00" name="Google Shape;7531;p110"/>
          <p:cNvGrpSpPr/>
          <p:nvPr/>
        </p:nvGrpSpPr>
        <p:grpSpPr>
          <a:xfrm>
            <a:off x="1248480" y="1335240"/>
            <a:ext cx="362520" cy="356400"/>
            <a:chOff x="1248480" y="1335240"/>
            <a:chExt cx="362520" cy="356400"/>
          </a:xfrm>
        </p:grpSpPr>
        <p:sp>
          <p:nvSpPr>
            <p:cNvPr id="601" name="Google Shape;7532;p110"/>
            <p:cNvSpPr/>
            <p:nvPr/>
          </p:nvSpPr>
          <p:spPr>
            <a:xfrm>
              <a:off x="1248480" y="1335240"/>
              <a:ext cx="356400" cy="356040"/>
            </a:xfrm>
            <a:custGeom>
              <a:avLst/>
              <a:gdLst>
                <a:gd name="textAreaLeft" fmla="*/ 0 w 356400"/>
                <a:gd name="textAreaRight" fmla="*/ 356760 w 356400"/>
                <a:gd name="textAreaTop" fmla="*/ 0 h 356040"/>
                <a:gd name="textAreaBottom" fmla="*/ 356400 h 356040"/>
              </a:gdLst>
              <a:ahLst/>
              <a:cxnLst/>
              <a:rect l="textAreaLeft" t="textAreaTop" r="textAreaRight" b="textAreaBottom"/>
              <a:pathLst>
                <a:path w="13613" h="13599">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2" name="Google Shape;7533;p110"/>
            <p:cNvSpPr/>
            <p:nvPr/>
          </p:nvSpPr>
          <p:spPr>
            <a:xfrm>
              <a:off x="1403640" y="1335240"/>
              <a:ext cx="207360" cy="356400"/>
            </a:xfrm>
            <a:custGeom>
              <a:avLst/>
              <a:gdLst>
                <a:gd name="textAreaLeft" fmla="*/ 0 w 207360"/>
                <a:gd name="textAreaRight" fmla="*/ 207720 w 207360"/>
                <a:gd name="textAreaTop" fmla="*/ 0 h 356400"/>
                <a:gd name="textAreaBottom" fmla="*/ 356760 h 356400"/>
              </a:gdLst>
              <a:ahLst/>
              <a:cxnLst/>
              <a:rect l="textAreaLeft" t="textAreaTop" r="textAreaRight" b="textAreaBottom"/>
              <a:pathLst>
                <a:path w="7926" h="13613">
                  <a:moveTo>
                    <a:pt x="881" y="0"/>
                  </a:moveTo>
                  <a:cubicBezTo>
                    <a:pt x="884" y="0"/>
                    <a:pt x="886" y="0"/>
                    <a:pt x="888" y="0"/>
                  </a:cubicBezTo>
                  <a:lnTo>
                    <a:pt x="888" y="0"/>
                  </a:lnTo>
                  <a:cubicBezTo>
                    <a:pt x="891" y="0"/>
                    <a:pt x="893" y="0"/>
                    <a:pt x="896" y="0"/>
                  </a:cubicBezTo>
                  <a:close/>
                  <a:moveTo>
                    <a:pt x="888" y="0"/>
                  </a:moveTo>
                  <a:lnTo>
                    <a:pt x="888" y="0"/>
                  </a:lnTo>
                  <a:cubicBezTo>
                    <a:pt x="588" y="0"/>
                    <a:pt x="301" y="15"/>
                    <a:pt x="1" y="58"/>
                  </a:cubicBezTo>
                  <a:cubicBezTo>
                    <a:pt x="3393" y="491"/>
                    <a:pt x="5934" y="3378"/>
                    <a:pt x="5934" y="6799"/>
                  </a:cubicBezTo>
                  <a:cubicBezTo>
                    <a:pt x="5934" y="10220"/>
                    <a:pt x="3393" y="13107"/>
                    <a:pt x="1" y="13555"/>
                  </a:cubicBezTo>
                  <a:cubicBezTo>
                    <a:pt x="299" y="13594"/>
                    <a:pt x="595" y="13612"/>
                    <a:pt x="887" y="13612"/>
                  </a:cubicBezTo>
                  <a:cubicBezTo>
                    <a:pt x="4418" y="13612"/>
                    <a:pt x="7441" y="10873"/>
                    <a:pt x="7680" y="7247"/>
                  </a:cubicBezTo>
                  <a:cubicBezTo>
                    <a:pt x="7926" y="3323"/>
                    <a:pt x="4826" y="4"/>
                    <a:pt x="888" y="0"/>
                  </a:cubicBezTo>
                  <a:close/>
                </a:path>
              </a:pathLst>
            </a:custGeom>
            <a:solidFill>
              <a:srgbClr val="c3575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3" name="Google Shape;7534;p110"/>
            <p:cNvSpPr/>
            <p:nvPr/>
          </p:nvSpPr>
          <p:spPr>
            <a:xfrm>
              <a:off x="1312920" y="1398960"/>
              <a:ext cx="228240" cy="228240"/>
            </a:xfrm>
            <a:custGeom>
              <a:avLst/>
              <a:gdLst>
                <a:gd name="textAreaLeft" fmla="*/ 0 w 228240"/>
                <a:gd name="textAreaRight" fmla="*/ 228600 w 228240"/>
                <a:gd name="textAreaTop" fmla="*/ 0 h 228240"/>
                <a:gd name="textAreaBottom" fmla="*/ 228600 h 228240"/>
              </a:gdLst>
              <a:ahLst/>
              <a:cxnLst/>
              <a:rect l="textAreaLeft" t="textAreaTop" r="textAreaRight" b="textAreaBottom"/>
              <a:pathLst>
                <a:path w="8720" h="8720">
                  <a:moveTo>
                    <a:pt x="6886" y="448"/>
                  </a:moveTo>
                  <a:cubicBezTo>
                    <a:pt x="7651" y="448"/>
                    <a:pt x="8272" y="1069"/>
                    <a:pt x="8272" y="1834"/>
                  </a:cubicBezTo>
                  <a:lnTo>
                    <a:pt x="8272" y="6872"/>
                  </a:lnTo>
                  <a:lnTo>
                    <a:pt x="8272" y="6886"/>
                  </a:lnTo>
                  <a:cubicBezTo>
                    <a:pt x="8272" y="7652"/>
                    <a:pt x="7651" y="8272"/>
                    <a:pt x="6872" y="8272"/>
                  </a:cubicBezTo>
                  <a:lnTo>
                    <a:pt x="1848" y="8272"/>
                  </a:lnTo>
                  <a:cubicBezTo>
                    <a:pt x="1069" y="8272"/>
                    <a:pt x="448" y="7652"/>
                    <a:pt x="448" y="6886"/>
                  </a:cubicBezTo>
                  <a:lnTo>
                    <a:pt x="448" y="1834"/>
                  </a:lnTo>
                  <a:cubicBezTo>
                    <a:pt x="448" y="1069"/>
                    <a:pt x="1069" y="448"/>
                    <a:pt x="1848" y="448"/>
                  </a:cubicBezTo>
                  <a:close/>
                  <a:moveTo>
                    <a:pt x="1848" y="1"/>
                  </a:moveTo>
                  <a:cubicBezTo>
                    <a:pt x="823" y="1"/>
                    <a:pt x="0" y="824"/>
                    <a:pt x="0" y="1834"/>
                  </a:cubicBezTo>
                  <a:lnTo>
                    <a:pt x="0" y="6872"/>
                  </a:lnTo>
                  <a:cubicBezTo>
                    <a:pt x="0" y="7897"/>
                    <a:pt x="823" y="8720"/>
                    <a:pt x="1848" y="8720"/>
                  </a:cubicBezTo>
                  <a:lnTo>
                    <a:pt x="6886" y="8720"/>
                  </a:lnTo>
                  <a:cubicBezTo>
                    <a:pt x="7897" y="8720"/>
                    <a:pt x="8719" y="7897"/>
                    <a:pt x="8719" y="6886"/>
                  </a:cubicBezTo>
                  <a:lnTo>
                    <a:pt x="8719" y="1834"/>
                  </a:lnTo>
                  <a:cubicBezTo>
                    <a:pt x="8719" y="824"/>
                    <a:pt x="7897" y="1"/>
                    <a:pt x="6872"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4" name="Google Shape;7535;p110"/>
            <p:cNvSpPr/>
            <p:nvPr/>
          </p:nvSpPr>
          <p:spPr>
            <a:xfrm>
              <a:off x="1346400" y="1453320"/>
              <a:ext cx="140040" cy="119880"/>
            </a:xfrm>
            <a:custGeom>
              <a:avLst/>
              <a:gdLst>
                <a:gd name="textAreaLeft" fmla="*/ 0 w 140040"/>
                <a:gd name="textAreaRight" fmla="*/ 140400 w 140040"/>
                <a:gd name="textAreaTop" fmla="*/ 0 h 119880"/>
                <a:gd name="textAreaBottom" fmla="*/ 120240 h 119880"/>
              </a:gdLst>
              <a:ahLst/>
              <a:cxnLst/>
              <a:rect l="textAreaLeft" t="textAreaTop" r="textAreaRight" b="textAreaBottom"/>
              <a:pathLst>
                <a:path w="5356" h="4588">
                  <a:moveTo>
                    <a:pt x="3063" y="447"/>
                  </a:moveTo>
                  <a:cubicBezTo>
                    <a:pt x="4013" y="447"/>
                    <a:pt x="4923" y="1183"/>
                    <a:pt x="4923" y="2295"/>
                  </a:cubicBezTo>
                  <a:cubicBezTo>
                    <a:pt x="4908" y="3320"/>
                    <a:pt x="4085" y="4143"/>
                    <a:pt x="3075" y="4143"/>
                  </a:cubicBezTo>
                  <a:cubicBezTo>
                    <a:pt x="1429" y="4143"/>
                    <a:pt x="592" y="2151"/>
                    <a:pt x="1761" y="996"/>
                  </a:cubicBezTo>
                  <a:cubicBezTo>
                    <a:pt x="2140" y="617"/>
                    <a:pt x="2606" y="447"/>
                    <a:pt x="3063" y="447"/>
                  </a:cubicBezTo>
                  <a:close/>
                  <a:moveTo>
                    <a:pt x="3075" y="0"/>
                  </a:moveTo>
                  <a:cubicBezTo>
                    <a:pt x="1025" y="0"/>
                    <a:pt x="0" y="2468"/>
                    <a:pt x="1444" y="3912"/>
                  </a:cubicBezTo>
                  <a:cubicBezTo>
                    <a:pt x="1910" y="4379"/>
                    <a:pt x="2484" y="4587"/>
                    <a:pt x="3047" y="4587"/>
                  </a:cubicBezTo>
                  <a:cubicBezTo>
                    <a:pt x="4225" y="4587"/>
                    <a:pt x="5356" y="3673"/>
                    <a:pt x="5356" y="2295"/>
                  </a:cubicBezTo>
                  <a:cubicBezTo>
                    <a:pt x="5356" y="1025"/>
                    <a:pt x="4331" y="0"/>
                    <a:pt x="3075" y="0"/>
                  </a:cubicBezTo>
                  <a:close/>
                </a:path>
              </a:pathLst>
            </a:custGeom>
            <a:solidFill>
              <a:schemeClr val="lt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5" name="Google Shape;7536;p110"/>
            <p:cNvSpPr/>
            <p:nvPr/>
          </p:nvSpPr>
          <p:spPr>
            <a:xfrm>
              <a:off x="1473120" y="142812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1185" h="1184">
                  <a:moveTo>
                    <a:pt x="593" y="0"/>
                  </a:moveTo>
                  <a:cubicBezTo>
                    <a:pt x="275" y="0"/>
                    <a:pt x="1" y="260"/>
                    <a:pt x="1" y="592"/>
                  </a:cubicBezTo>
                  <a:cubicBezTo>
                    <a:pt x="1" y="910"/>
                    <a:pt x="275" y="1184"/>
                    <a:pt x="593" y="1184"/>
                  </a:cubicBezTo>
                  <a:cubicBezTo>
                    <a:pt x="925" y="1184"/>
                    <a:pt x="1185" y="910"/>
                    <a:pt x="1185" y="592"/>
                  </a:cubicBezTo>
                  <a:cubicBezTo>
                    <a:pt x="1185" y="260"/>
                    <a:pt x="925" y="0"/>
                    <a:pt x="593" y="0"/>
                  </a:cubicBezTo>
                  <a:close/>
                </a:path>
              </a:pathLst>
            </a:custGeom>
            <a:solidFill>
              <a:schemeClr val="lt2"/>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06" name="Google Shape;7537;p110"/>
          <p:cNvGrpSpPr/>
          <p:nvPr/>
        </p:nvGrpSpPr>
        <p:grpSpPr>
          <a:xfrm>
            <a:off x="1697040" y="1335240"/>
            <a:ext cx="362880" cy="356040"/>
            <a:chOff x="1697040" y="1335240"/>
            <a:chExt cx="362880" cy="356040"/>
          </a:xfrm>
        </p:grpSpPr>
        <p:sp>
          <p:nvSpPr>
            <p:cNvPr id="607" name="Google Shape;7538;p110"/>
            <p:cNvSpPr/>
            <p:nvPr/>
          </p:nvSpPr>
          <p:spPr>
            <a:xfrm>
              <a:off x="1697040" y="1335240"/>
              <a:ext cx="356400" cy="356040"/>
            </a:xfrm>
            <a:custGeom>
              <a:avLst/>
              <a:gdLst>
                <a:gd name="textAreaLeft" fmla="*/ 0 w 356400"/>
                <a:gd name="textAreaRight" fmla="*/ 356760 w 356400"/>
                <a:gd name="textAreaTop" fmla="*/ 0 h 356040"/>
                <a:gd name="textAreaBottom" fmla="*/ 356400 h 356040"/>
              </a:gdLst>
              <a:ahLst/>
              <a:cxnLst/>
              <a:rect l="textAreaLeft" t="textAreaTop" r="textAreaRight" b="textAreaBottom"/>
              <a:pathLst>
                <a:path w="13613" h="13599">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8" name="Google Shape;7539;p110"/>
            <p:cNvSpPr/>
            <p:nvPr/>
          </p:nvSpPr>
          <p:spPr>
            <a:xfrm>
              <a:off x="1852200" y="1335240"/>
              <a:ext cx="207720" cy="356040"/>
            </a:xfrm>
            <a:custGeom>
              <a:avLst/>
              <a:gdLst>
                <a:gd name="textAreaLeft" fmla="*/ 0 w 207720"/>
                <a:gd name="textAreaRight" fmla="*/ 208080 w 207720"/>
                <a:gd name="textAreaTop" fmla="*/ 0 h 356040"/>
                <a:gd name="textAreaBottom" fmla="*/ 356400 h 356040"/>
              </a:gdLst>
              <a:ahLst/>
              <a:cxnLst/>
              <a:rect l="textAreaLeft" t="textAreaTop" r="textAreaRight" b="textAreaBottom"/>
              <a:pathLst>
                <a:path w="7941" h="13602">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c3575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9" name="Google Shape;7540;p110"/>
            <p:cNvSpPr/>
            <p:nvPr/>
          </p:nvSpPr>
          <p:spPr>
            <a:xfrm>
              <a:off x="1782000" y="1482120"/>
              <a:ext cx="38880" cy="116640"/>
            </a:xfrm>
            <a:custGeom>
              <a:avLst/>
              <a:gdLst>
                <a:gd name="textAreaLeft" fmla="*/ 0 w 38880"/>
                <a:gd name="textAreaRight" fmla="*/ 39240 w 38880"/>
                <a:gd name="textAreaTop" fmla="*/ 0 h 116640"/>
                <a:gd name="textAreaBottom" fmla="*/ 117000 h 116640"/>
              </a:gdLst>
              <a:ahLst/>
              <a:cxnLst/>
              <a:rect l="textAreaLeft" t="textAreaTop" r="textAreaRight" b="textAreaBottom"/>
              <a:pathLst>
                <a:path w="1502" h="4461">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lt2"/>
            </a:solidFill>
            <a:ln w="0">
              <a:noFill/>
            </a:ln>
          </p:spPr>
          <p:style>
            <a:lnRef idx="0"/>
            <a:fillRef idx="0"/>
            <a:effectRef idx="0"/>
            <a:fontRef idx="minor"/>
          </p:style>
          <p:txBody>
            <a:bodyPr tIns="58320" bIns="58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10" name="Google Shape;7541;p110"/>
            <p:cNvSpPr/>
            <p:nvPr/>
          </p:nvSpPr>
          <p:spPr>
            <a:xfrm>
              <a:off x="1766160" y="1412280"/>
              <a:ext cx="55080" cy="47160"/>
            </a:xfrm>
            <a:custGeom>
              <a:avLst/>
              <a:gdLst>
                <a:gd name="textAreaLeft" fmla="*/ 0 w 55080"/>
                <a:gd name="textAreaRight" fmla="*/ 55440 w 55080"/>
                <a:gd name="textAreaTop" fmla="*/ 0 h 47160"/>
                <a:gd name="textAreaBottom" fmla="*/ 47520 h 47160"/>
              </a:gdLst>
              <a:ahLst/>
              <a:cxnLst/>
              <a:rect l="textAreaLeft" t="textAreaTop" r="textAreaRight" b="textAreaBottom"/>
              <a:pathLst>
                <a:path w="2109" h="1811">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lt2"/>
            </a:solidFill>
            <a:ln w="0">
              <a:noFill/>
            </a:ln>
          </p:spPr>
          <p:style>
            <a:lnRef idx="0"/>
            <a:fillRef idx="0"/>
            <a:effectRef idx="0"/>
            <a:fontRef idx="minor"/>
          </p:style>
          <p:txBody>
            <a:bodyPr tIns="23760" bIns="23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11" name="Google Shape;7542;p110"/>
            <p:cNvSpPr/>
            <p:nvPr/>
          </p:nvSpPr>
          <p:spPr>
            <a:xfrm>
              <a:off x="1859760" y="1482120"/>
              <a:ext cx="124560" cy="117000"/>
            </a:xfrm>
            <a:custGeom>
              <a:avLst/>
              <a:gdLst>
                <a:gd name="textAreaLeft" fmla="*/ 0 w 124560"/>
                <a:gd name="textAreaRight" fmla="*/ 124920 w 124560"/>
                <a:gd name="textAreaTop" fmla="*/ 0 h 117000"/>
                <a:gd name="textAreaBottom" fmla="*/ 117360 h 117000"/>
              </a:gdLst>
              <a:ahLst/>
              <a:cxnLst/>
              <a:rect l="textAreaLeft" t="textAreaTop" r="textAreaRight" b="textAreaBottom"/>
              <a:pathLst>
                <a:path w="4765" h="4477">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lt2"/>
            </a:solidFill>
            <a:ln w="0">
              <a:noFill/>
            </a:ln>
          </p:spPr>
          <p:style>
            <a:lnRef idx="0"/>
            <a:fillRef idx="0"/>
            <a:effectRef idx="0"/>
            <a:fontRef idx="minor"/>
          </p:style>
          <p:txBody>
            <a:bodyPr tIns="58680" bIns="58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12" name="Google Shape;7543;p110"/>
          <p:cNvGrpSpPr/>
          <p:nvPr/>
        </p:nvGrpSpPr>
        <p:grpSpPr>
          <a:xfrm>
            <a:off x="2145600" y="1335240"/>
            <a:ext cx="362520" cy="356040"/>
            <a:chOff x="2145600" y="1335240"/>
            <a:chExt cx="362520" cy="356040"/>
          </a:xfrm>
        </p:grpSpPr>
        <p:sp>
          <p:nvSpPr>
            <p:cNvPr id="613" name="Google Shape;7544;p110"/>
            <p:cNvSpPr/>
            <p:nvPr/>
          </p:nvSpPr>
          <p:spPr>
            <a:xfrm>
              <a:off x="2145600" y="1335240"/>
              <a:ext cx="356040" cy="356040"/>
            </a:xfrm>
            <a:custGeom>
              <a:avLst/>
              <a:gdLst>
                <a:gd name="textAreaLeft" fmla="*/ 0 w 356040"/>
                <a:gd name="textAreaRight" fmla="*/ 356400 w 356040"/>
                <a:gd name="textAreaTop" fmla="*/ 0 h 356040"/>
                <a:gd name="textAreaBottom" fmla="*/ 356400 h 356040"/>
              </a:gdLst>
              <a:ahLst/>
              <a:cxnLst/>
              <a:rect l="textAreaLeft" t="textAreaTop" r="textAreaRight" b="textAreaBottom"/>
              <a:pathLst>
                <a:path w="13599" h="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4" name="Google Shape;7545;p110"/>
            <p:cNvSpPr/>
            <p:nvPr/>
          </p:nvSpPr>
          <p:spPr>
            <a:xfrm>
              <a:off x="2300400" y="1335240"/>
              <a:ext cx="207720" cy="356040"/>
            </a:xfrm>
            <a:custGeom>
              <a:avLst/>
              <a:gdLst>
                <a:gd name="textAreaLeft" fmla="*/ 0 w 207720"/>
                <a:gd name="textAreaRight" fmla="*/ 208080 w 207720"/>
                <a:gd name="textAreaTop" fmla="*/ 0 h 356040"/>
                <a:gd name="textAreaBottom" fmla="*/ 356400 h 356040"/>
              </a:gdLst>
              <a:ahLst/>
              <a:cxnLst/>
              <a:rect l="textAreaLeft" t="textAreaTop" r="textAreaRight" b="textAreaBottom"/>
              <a:pathLst>
                <a:path w="7941" h="13602">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c3575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5" name="Google Shape;7546;p110"/>
            <p:cNvSpPr/>
            <p:nvPr/>
          </p:nvSpPr>
          <p:spPr>
            <a:xfrm>
              <a:off x="2221920" y="1427400"/>
              <a:ext cx="227520" cy="187200"/>
            </a:xfrm>
            <a:custGeom>
              <a:avLst/>
              <a:gdLst>
                <a:gd name="textAreaLeft" fmla="*/ 0 w 227520"/>
                <a:gd name="textAreaRight" fmla="*/ 227880 w 227520"/>
                <a:gd name="textAreaTop" fmla="*/ 0 h 187200"/>
                <a:gd name="textAreaBottom" fmla="*/ 187560 h 187200"/>
              </a:gdLst>
              <a:ahLst/>
              <a:cxnLst/>
              <a:rect l="textAreaLeft" t="textAreaTop" r="textAreaRight" b="textAreaBottom"/>
              <a:pathLst>
                <a:path w="8688" h="7151">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616" name="Google Shape;7547;p110"/>
          <p:cNvSpPr/>
          <p:nvPr/>
        </p:nvSpPr>
        <p:spPr>
          <a:xfrm>
            <a:off x="723960" y="3914640"/>
            <a:ext cx="2628720" cy="294840"/>
          </a:xfrm>
          <a:prstGeom prst="rect">
            <a:avLst/>
          </a:prstGeom>
          <a:noFill/>
          <a:ln w="0">
            <a:noFill/>
          </a:ln>
        </p:spPr>
        <p:style>
          <a:lnRef idx="0"/>
          <a:fillRef idx="0"/>
          <a:effectRef idx="0"/>
          <a:fontRef idx="minor"/>
        </p:style>
        <p:txBody>
          <a:bodyPr lIns="870823080" rIns="870823080" tIns="-3179880" bIns="-3179880" anchor="t">
            <a:spAutoFit/>
          </a:bodyPr>
          <a:p>
            <a:pPr defTabSz="914400">
              <a:lnSpc>
                <a:spcPct val="100000"/>
              </a:lnSpc>
              <a:spcBef>
                <a:spcPts val="300"/>
              </a:spcBef>
              <a:tabLst>
                <a:tab algn="l" pos="0"/>
              </a:tabLst>
            </a:pPr>
            <a:r>
              <a:rPr b="1" lang="en" sz="1200" strike="noStrike" u="none">
                <a:solidFill>
                  <a:schemeClr val="accent1"/>
                </a:solidFill>
                <a:effectLst/>
                <a:uFillTx/>
                <a:latin typeface="Arial"/>
              </a:rPr>
              <a:t>Please keep this slide for attribution</a:t>
            </a:r>
            <a:endParaRPr b="0" lang="en-US" sz="1200" strike="noStrike" u="none">
              <a:solidFill>
                <a:srgbClr val="000000"/>
              </a:solidFill>
              <a:effectLst/>
              <a:uFillTx/>
              <a:latin typeface="OpenSymbol"/>
            </a:endParaRPr>
          </a:p>
        </p:txBody>
      </p:sp>
      <p:grpSp>
        <p:nvGrpSpPr>
          <p:cNvPr id="617" name="Google Shape;7548;p110"/>
          <p:cNvGrpSpPr/>
          <p:nvPr/>
        </p:nvGrpSpPr>
        <p:grpSpPr>
          <a:xfrm>
            <a:off x="4405320" y="761760"/>
            <a:ext cx="4121280" cy="3949200"/>
            <a:chOff x="4405320" y="761760"/>
            <a:chExt cx="4121280" cy="3949200"/>
          </a:xfrm>
        </p:grpSpPr>
        <p:grpSp>
          <p:nvGrpSpPr>
            <p:cNvPr id="618" name="Google Shape;7549;p110"/>
            <p:cNvGrpSpPr/>
            <p:nvPr/>
          </p:nvGrpSpPr>
          <p:grpSpPr>
            <a:xfrm>
              <a:off x="4405320" y="2433960"/>
              <a:ext cx="4121280" cy="2277000"/>
              <a:chOff x="4405320" y="2433960"/>
              <a:chExt cx="4121280" cy="2277000"/>
            </a:xfrm>
          </p:grpSpPr>
          <p:sp>
            <p:nvSpPr>
              <p:cNvPr id="619" name="Google Shape;7550;p110"/>
              <p:cNvSpPr/>
              <p:nvPr/>
            </p:nvSpPr>
            <p:spPr>
              <a:xfrm>
                <a:off x="5319360" y="2433960"/>
                <a:ext cx="2345760" cy="1232280"/>
              </a:xfrm>
              <a:custGeom>
                <a:avLst/>
                <a:gdLst>
                  <a:gd name="textAreaLeft" fmla="*/ 0 w 2345760"/>
                  <a:gd name="textAreaRight" fmla="*/ 2346120 w 2345760"/>
                  <a:gd name="textAreaTop" fmla="*/ 0 h 1232280"/>
                  <a:gd name="textAreaBottom" fmla="*/ 1232640 h 1232280"/>
                </a:gdLst>
                <a:ahLst/>
                <a:cxnLst/>
                <a:rect l="textAreaLeft" t="textAreaTop" r="textAreaRight" b="textAreaBottom"/>
                <a:pathLst>
                  <a:path w="93839" h="49308">
                    <a:moveTo>
                      <a:pt x="46660" y="1"/>
                    </a:moveTo>
                    <a:cubicBezTo>
                      <a:pt x="35774" y="1"/>
                      <a:pt x="24910" y="2388"/>
                      <a:pt x="16628" y="7170"/>
                    </a:cubicBezTo>
                    <a:cubicBezTo>
                      <a:pt x="1" y="16769"/>
                      <a:pt x="74" y="32368"/>
                      <a:pt x="16799" y="42040"/>
                    </a:cubicBezTo>
                    <a:cubicBezTo>
                      <a:pt x="25206" y="46883"/>
                      <a:pt x="36204" y="49307"/>
                      <a:pt x="47176" y="49307"/>
                    </a:cubicBezTo>
                    <a:cubicBezTo>
                      <a:pt x="58065" y="49307"/>
                      <a:pt x="68929" y="46920"/>
                      <a:pt x="77211" y="42138"/>
                    </a:cubicBezTo>
                    <a:cubicBezTo>
                      <a:pt x="93839" y="32539"/>
                      <a:pt x="93741" y="16940"/>
                      <a:pt x="77015" y="7268"/>
                    </a:cubicBezTo>
                    <a:cubicBezTo>
                      <a:pt x="68621" y="2425"/>
                      <a:pt x="57629" y="1"/>
                      <a:pt x="46660" y="1"/>
                    </a:cubicBezTo>
                    <a:close/>
                  </a:path>
                </a:pathLst>
              </a:custGeom>
              <a:solidFill>
                <a:srgbClr val="d6d7f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0" name="Google Shape;7551;p110"/>
              <p:cNvSpPr/>
              <p:nvPr/>
            </p:nvSpPr>
            <p:spPr>
              <a:xfrm>
                <a:off x="4405320" y="2804040"/>
                <a:ext cx="2345760" cy="1232280"/>
              </a:xfrm>
              <a:custGeom>
                <a:avLst/>
                <a:gdLst>
                  <a:gd name="textAreaLeft" fmla="*/ 0 w 2345760"/>
                  <a:gd name="textAreaRight" fmla="*/ 2346120 w 2345760"/>
                  <a:gd name="textAreaTop" fmla="*/ 0 h 1232280"/>
                  <a:gd name="textAreaBottom" fmla="*/ 1232640 h 1232280"/>
                </a:gdLst>
                <a:ahLst/>
                <a:cxnLst/>
                <a:rect l="textAreaLeft" t="textAreaTop" r="textAreaRight" b="textAreaBottom"/>
                <a:pathLst>
                  <a:path w="93839" h="49308">
                    <a:moveTo>
                      <a:pt x="46672" y="1"/>
                    </a:moveTo>
                    <a:cubicBezTo>
                      <a:pt x="35780" y="1"/>
                      <a:pt x="24909" y="2388"/>
                      <a:pt x="16628" y="7170"/>
                    </a:cubicBezTo>
                    <a:cubicBezTo>
                      <a:pt x="0" y="16769"/>
                      <a:pt x="98" y="32368"/>
                      <a:pt x="16823" y="42040"/>
                    </a:cubicBezTo>
                    <a:cubicBezTo>
                      <a:pt x="25218" y="46883"/>
                      <a:pt x="36210" y="49307"/>
                      <a:pt x="47179" y="49307"/>
                    </a:cubicBezTo>
                    <a:cubicBezTo>
                      <a:pt x="58065" y="49307"/>
                      <a:pt x="68929" y="46920"/>
                      <a:pt x="77211" y="42138"/>
                    </a:cubicBezTo>
                    <a:cubicBezTo>
                      <a:pt x="93838" y="32539"/>
                      <a:pt x="93765" y="16940"/>
                      <a:pt x="77039" y="7268"/>
                    </a:cubicBezTo>
                    <a:cubicBezTo>
                      <a:pt x="68645" y="2425"/>
                      <a:pt x="57647" y="1"/>
                      <a:pt x="46672" y="1"/>
                    </a:cubicBezTo>
                    <a:close/>
                  </a:path>
                </a:pathLst>
              </a:custGeom>
              <a:solidFill>
                <a:srgbClr val="d6d7f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1" name="Google Shape;7552;p110"/>
              <p:cNvSpPr/>
              <p:nvPr/>
            </p:nvSpPr>
            <p:spPr>
              <a:xfrm>
                <a:off x="6180480" y="3117600"/>
                <a:ext cx="2346120" cy="1232280"/>
              </a:xfrm>
              <a:custGeom>
                <a:avLst/>
                <a:gdLst>
                  <a:gd name="textAreaLeft" fmla="*/ 0 w 2346120"/>
                  <a:gd name="textAreaRight" fmla="*/ 2346480 w 2346120"/>
                  <a:gd name="textAreaTop" fmla="*/ 0 h 1232280"/>
                  <a:gd name="textAreaBottom" fmla="*/ 1232640 h 1232280"/>
                </a:gdLst>
                <a:ahLst/>
                <a:cxnLst/>
                <a:rect l="textAreaLeft" t="textAreaTop" r="textAreaRight" b="textAreaBottom"/>
                <a:pathLst>
                  <a:path w="93863" h="49308">
                    <a:moveTo>
                      <a:pt x="46672" y="1"/>
                    </a:moveTo>
                    <a:cubicBezTo>
                      <a:pt x="35780" y="1"/>
                      <a:pt x="24910" y="2388"/>
                      <a:pt x="16628" y="7170"/>
                    </a:cubicBezTo>
                    <a:cubicBezTo>
                      <a:pt x="0" y="16769"/>
                      <a:pt x="98" y="32392"/>
                      <a:pt x="16824" y="42040"/>
                    </a:cubicBezTo>
                    <a:cubicBezTo>
                      <a:pt x="25218" y="46883"/>
                      <a:pt x="36216" y="49307"/>
                      <a:pt x="47191" y="49307"/>
                    </a:cubicBezTo>
                    <a:cubicBezTo>
                      <a:pt x="58083" y="49307"/>
                      <a:pt x="68953" y="46919"/>
                      <a:pt x="77235" y="42138"/>
                    </a:cubicBezTo>
                    <a:cubicBezTo>
                      <a:pt x="93863" y="32539"/>
                      <a:pt x="93765" y="16940"/>
                      <a:pt x="77039" y="7267"/>
                    </a:cubicBezTo>
                    <a:cubicBezTo>
                      <a:pt x="68645" y="2425"/>
                      <a:pt x="57647" y="1"/>
                      <a:pt x="46672" y="1"/>
                    </a:cubicBezTo>
                    <a:close/>
                  </a:path>
                </a:pathLst>
              </a:custGeom>
              <a:solidFill>
                <a:srgbClr val="d6d7f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2" name="Google Shape;7553;p110"/>
              <p:cNvSpPr/>
              <p:nvPr/>
            </p:nvSpPr>
            <p:spPr>
              <a:xfrm>
                <a:off x="4829400" y="3692520"/>
                <a:ext cx="924120" cy="485280"/>
              </a:xfrm>
              <a:custGeom>
                <a:avLst/>
                <a:gdLst>
                  <a:gd name="textAreaLeft" fmla="*/ 0 w 924120"/>
                  <a:gd name="textAreaRight" fmla="*/ 924480 w 924120"/>
                  <a:gd name="textAreaTop" fmla="*/ 0 h 485280"/>
                  <a:gd name="textAreaBottom" fmla="*/ 485640 h 485280"/>
                </a:gdLst>
                <a:ahLst/>
                <a:cxnLst/>
                <a:rect l="textAreaLeft" t="textAreaTop" r="textAreaRight" b="textAreaBottom"/>
                <a:pathLst>
                  <a:path w="36978" h="19432">
                    <a:moveTo>
                      <a:pt x="18395" y="1"/>
                    </a:moveTo>
                    <a:cubicBezTo>
                      <a:pt x="14102" y="1"/>
                      <a:pt x="9822" y="944"/>
                      <a:pt x="6563" y="2835"/>
                    </a:cubicBezTo>
                    <a:cubicBezTo>
                      <a:pt x="0" y="6606"/>
                      <a:pt x="49" y="12753"/>
                      <a:pt x="6637" y="16573"/>
                    </a:cubicBezTo>
                    <a:cubicBezTo>
                      <a:pt x="9941" y="18477"/>
                      <a:pt x="14268" y="19432"/>
                      <a:pt x="18589" y="19432"/>
                    </a:cubicBezTo>
                    <a:cubicBezTo>
                      <a:pt x="22882" y="19432"/>
                      <a:pt x="27168" y="18489"/>
                      <a:pt x="30439" y="16597"/>
                    </a:cubicBezTo>
                    <a:cubicBezTo>
                      <a:pt x="36977" y="12826"/>
                      <a:pt x="36953" y="6680"/>
                      <a:pt x="30365" y="2860"/>
                    </a:cubicBezTo>
                    <a:cubicBezTo>
                      <a:pt x="27049" y="956"/>
                      <a:pt x="22716" y="1"/>
                      <a:pt x="18395" y="1"/>
                    </a:cubicBezTo>
                    <a:close/>
                  </a:path>
                </a:pathLst>
              </a:custGeom>
              <a:solidFill>
                <a:srgbClr val="d6d7f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3" name="Google Shape;7554;p110"/>
              <p:cNvSpPr/>
              <p:nvPr/>
            </p:nvSpPr>
            <p:spPr>
              <a:xfrm>
                <a:off x="5204880" y="4203720"/>
                <a:ext cx="347400" cy="182520"/>
              </a:xfrm>
              <a:custGeom>
                <a:avLst/>
                <a:gdLst>
                  <a:gd name="textAreaLeft" fmla="*/ 0 w 347400"/>
                  <a:gd name="textAreaRight" fmla="*/ 347760 w 347400"/>
                  <a:gd name="textAreaTop" fmla="*/ 0 h 182520"/>
                  <a:gd name="textAreaBottom" fmla="*/ 182880 h 182520"/>
                </a:gdLst>
                <a:ahLst/>
                <a:cxnLst/>
                <a:rect l="textAreaLeft" t="textAreaTop" r="textAreaRight" b="textAreaBottom"/>
                <a:pathLst>
                  <a:path w="13910" h="7317">
                    <a:moveTo>
                      <a:pt x="6913" y="0"/>
                    </a:moveTo>
                    <a:cubicBezTo>
                      <a:pt x="5301" y="0"/>
                      <a:pt x="3693" y="355"/>
                      <a:pt x="2474" y="1063"/>
                    </a:cubicBezTo>
                    <a:cubicBezTo>
                      <a:pt x="1" y="2483"/>
                      <a:pt x="25" y="4809"/>
                      <a:pt x="2498" y="6229"/>
                    </a:cubicBezTo>
                    <a:cubicBezTo>
                      <a:pt x="3740" y="6955"/>
                      <a:pt x="5371" y="7316"/>
                      <a:pt x="6997" y="7316"/>
                    </a:cubicBezTo>
                    <a:cubicBezTo>
                      <a:pt x="8610" y="7316"/>
                      <a:pt x="10217" y="6961"/>
                      <a:pt x="11436" y="6254"/>
                    </a:cubicBezTo>
                    <a:cubicBezTo>
                      <a:pt x="13910" y="4834"/>
                      <a:pt x="13885" y="2507"/>
                      <a:pt x="11412" y="1087"/>
                    </a:cubicBezTo>
                    <a:cubicBezTo>
                      <a:pt x="10170" y="362"/>
                      <a:pt x="8539" y="0"/>
                      <a:pt x="6913" y="0"/>
                    </a:cubicBezTo>
                    <a:close/>
                  </a:path>
                </a:pathLst>
              </a:custGeom>
              <a:solidFill>
                <a:srgbClr val="d6d7f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4" name="Google Shape;7555;p110"/>
              <p:cNvSpPr/>
              <p:nvPr/>
            </p:nvSpPr>
            <p:spPr>
              <a:xfrm>
                <a:off x="4784040" y="4182480"/>
                <a:ext cx="173520" cy="91080"/>
              </a:xfrm>
              <a:custGeom>
                <a:avLst/>
                <a:gdLst>
                  <a:gd name="textAreaLeft" fmla="*/ 0 w 173520"/>
                  <a:gd name="textAreaRight" fmla="*/ 173880 w 173520"/>
                  <a:gd name="textAreaTop" fmla="*/ 0 h 91080"/>
                  <a:gd name="textAreaBottom" fmla="*/ 91440 h 91080"/>
                </a:gdLst>
                <a:ahLst/>
                <a:cxnLst/>
                <a:rect l="textAreaLeft" t="textAreaTop" r="textAreaRight" b="textAreaBottom"/>
                <a:pathLst>
                  <a:path w="6955" h="3659">
                    <a:moveTo>
                      <a:pt x="3445" y="0"/>
                    </a:moveTo>
                    <a:cubicBezTo>
                      <a:pt x="2644" y="0"/>
                      <a:pt x="1844" y="178"/>
                      <a:pt x="1225" y="530"/>
                    </a:cubicBezTo>
                    <a:cubicBezTo>
                      <a:pt x="0" y="1240"/>
                      <a:pt x="0" y="2415"/>
                      <a:pt x="1249" y="3125"/>
                    </a:cubicBezTo>
                    <a:cubicBezTo>
                      <a:pt x="1874" y="3480"/>
                      <a:pt x="2682" y="3658"/>
                      <a:pt x="3490" y="3658"/>
                    </a:cubicBezTo>
                    <a:cubicBezTo>
                      <a:pt x="4298" y="3658"/>
                      <a:pt x="5106" y="3480"/>
                      <a:pt x="5730" y="3125"/>
                    </a:cubicBezTo>
                    <a:cubicBezTo>
                      <a:pt x="6955" y="2415"/>
                      <a:pt x="6955" y="1264"/>
                      <a:pt x="5706" y="554"/>
                    </a:cubicBezTo>
                    <a:cubicBezTo>
                      <a:pt x="5076" y="184"/>
                      <a:pt x="4260" y="0"/>
                      <a:pt x="3445" y="0"/>
                    </a:cubicBezTo>
                    <a:close/>
                  </a:path>
                </a:pathLst>
              </a:custGeom>
              <a:solidFill>
                <a:srgbClr val="d6d7f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5" name="Google Shape;7556;p110"/>
              <p:cNvSpPr/>
              <p:nvPr/>
            </p:nvSpPr>
            <p:spPr>
              <a:xfrm>
                <a:off x="5448600" y="3478320"/>
                <a:ext cx="2345760" cy="1232640"/>
              </a:xfrm>
              <a:custGeom>
                <a:avLst/>
                <a:gdLst>
                  <a:gd name="textAreaLeft" fmla="*/ 0 w 2345760"/>
                  <a:gd name="textAreaRight" fmla="*/ 2346120 w 2345760"/>
                  <a:gd name="textAreaTop" fmla="*/ 0 h 1232640"/>
                  <a:gd name="textAreaBottom" fmla="*/ 1233000 h 1232640"/>
                </a:gdLst>
                <a:ahLst/>
                <a:cxnLst/>
                <a:rect l="textAreaLeft" t="textAreaTop" r="textAreaRight" b="textAreaBottom"/>
                <a:pathLst>
                  <a:path w="93839" h="49326">
                    <a:moveTo>
                      <a:pt x="46639" y="1"/>
                    </a:moveTo>
                    <a:cubicBezTo>
                      <a:pt x="35760" y="1"/>
                      <a:pt x="24905" y="2389"/>
                      <a:pt x="16628" y="7167"/>
                    </a:cubicBezTo>
                    <a:cubicBezTo>
                      <a:pt x="1" y="16766"/>
                      <a:pt x="74" y="32389"/>
                      <a:pt x="16799" y="42038"/>
                    </a:cubicBezTo>
                    <a:cubicBezTo>
                      <a:pt x="25212" y="46895"/>
                      <a:pt x="36218" y="49326"/>
                      <a:pt x="47197" y="49326"/>
                    </a:cubicBezTo>
                    <a:cubicBezTo>
                      <a:pt x="58079" y="49326"/>
                      <a:pt x="68935" y="46938"/>
                      <a:pt x="77211" y="42160"/>
                    </a:cubicBezTo>
                    <a:cubicBezTo>
                      <a:pt x="93839" y="32561"/>
                      <a:pt x="93741" y="16938"/>
                      <a:pt x="77015" y="7289"/>
                    </a:cubicBezTo>
                    <a:cubicBezTo>
                      <a:pt x="68616" y="2431"/>
                      <a:pt x="57615" y="1"/>
                      <a:pt x="46639" y="1"/>
                    </a:cubicBezTo>
                    <a:close/>
                  </a:path>
                </a:pathLst>
              </a:custGeom>
              <a:solidFill>
                <a:srgbClr val="d6d7f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26" name="Google Shape;7557;p110"/>
            <p:cNvGrpSpPr/>
            <p:nvPr/>
          </p:nvGrpSpPr>
          <p:grpSpPr>
            <a:xfrm>
              <a:off x="4908600" y="761760"/>
              <a:ext cx="3515040" cy="3620160"/>
              <a:chOff x="4908600" y="761760"/>
              <a:chExt cx="3515040" cy="3620160"/>
            </a:xfrm>
          </p:grpSpPr>
          <p:sp>
            <p:nvSpPr>
              <p:cNvPr id="627" name="Google Shape;7558;p110"/>
              <p:cNvSpPr/>
              <p:nvPr/>
            </p:nvSpPr>
            <p:spPr>
              <a:xfrm>
                <a:off x="7306920" y="2682000"/>
                <a:ext cx="651960" cy="376560"/>
              </a:xfrm>
              <a:custGeom>
                <a:avLst/>
                <a:gdLst>
                  <a:gd name="textAreaLeft" fmla="*/ 0 w 651960"/>
                  <a:gd name="textAreaRight" fmla="*/ 652320 w 651960"/>
                  <a:gd name="textAreaTop" fmla="*/ 0 h 376560"/>
                  <a:gd name="textAreaBottom" fmla="*/ 376920 h 376560"/>
                </a:gdLst>
                <a:ahLst/>
                <a:cxnLst/>
                <a:rect l="textAreaLeft" t="textAreaTop" r="textAreaRight" b="textAreaBottom"/>
                <a:pathLst>
                  <a:path w="17444" h="10076">
                    <a:moveTo>
                      <a:pt x="14361" y="8296"/>
                    </a:moveTo>
                    <a:cubicBezTo>
                      <a:pt x="11253" y="10076"/>
                      <a:pt x="6241" y="10076"/>
                      <a:pt x="3133" y="8271"/>
                    </a:cubicBezTo>
                    <a:cubicBezTo>
                      <a:pt x="25" y="6467"/>
                      <a:pt x="0" y="3559"/>
                      <a:pt x="3083" y="1780"/>
                    </a:cubicBezTo>
                    <a:cubicBezTo>
                      <a:pt x="6191" y="0"/>
                      <a:pt x="11203" y="0"/>
                      <a:pt x="14311" y="1805"/>
                    </a:cubicBezTo>
                    <a:cubicBezTo>
                      <a:pt x="17444" y="3609"/>
                      <a:pt x="17444" y="6492"/>
                      <a:pt x="14361" y="8296"/>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8" name="Google Shape;7559;p110"/>
              <p:cNvSpPr/>
              <p:nvPr/>
            </p:nvSpPr>
            <p:spPr>
              <a:xfrm>
                <a:off x="5612400" y="3960360"/>
                <a:ext cx="651960" cy="343080"/>
              </a:xfrm>
              <a:custGeom>
                <a:avLst/>
                <a:gdLst>
                  <a:gd name="textAreaLeft" fmla="*/ 0 w 651960"/>
                  <a:gd name="textAreaRight" fmla="*/ 652320 w 651960"/>
                  <a:gd name="textAreaTop" fmla="*/ 0 h 343080"/>
                  <a:gd name="textAreaBottom" fmla="*/ 343440 h 343080"/>
                </a:gdLst>
                <a:ahLst/>
                <a:cxnLst/>
                <a:rect l="textAreaLeft" t="textAreaTop" r="textAreaRight" b="textAreaBottom"/>
                <a:pathLst>
                  <a:path w="17445" h="9181">
                    <a:moveTo>
                      <a:pt x="8667" y="1"/>
                    </a:moveTo>
                    <a:cubicBezTo>
                      <a:pt x="6641" y="1"/>
                      <a:pt x="4619" y="446"/>
                      <a:pt x="3083" y="1332"/>
                    </a:cubicBezTo>
                    <a:cubicBezTo>
                      <a:pt x="1" y="3112"/>
                      <a:pt x="1" y="6019"/>
                      <a:pt x="3109" y="7824"/>
                    </a:cubicBezTo>
                    <a:cubicBezTo>
                      <a:pt x="4680" y="8729"/>
                      <a:pt x="6726" y="9180"/>
                      <a:pt x="8763" y="9180"/>
                    </a:cubicBezTo>
                    <a:cubicBezTo>
                      <a:pt x="10786" y="9180"/>
                      <a:pt x="12801" y="8735"/>
                      <a:pt x="14337" y="7849"/>
                    </a:cubicBezTo>
                    <a:cubicBezTo>
                      <a:pt x="17444" y="6069"/>
                      <a:pt x="17419" y="3162"/>
                      <a:pt x="14312" y="1357"/>
                    </a:cubicBezTo>
                    <a:cubicBezTo>
                      <a:pt x="12752" y="452"/>
                      <a:pt x="10707" y="1"/>
                      <a:pt x="8667"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9" name="Google Shape;7560;p110"/>
              <p:cNvSpPr/>
              <p:nvPr/>
            </p:nvSpPr>
            <p:spPr>
              <a:xfrm>
                <a:off x="6824880" y="3943440"/>
                <a:ext cx="834840" cy="438480"/>
              </a:xfrm>
              <a:custGeom>
                <a:avLst/>
                <a:gdLst>
                  <a:gd name="textAreaLeft" fmla="*/ 0 w 834840"/>
                  <a:gd name="textAreaRight" fmla="*/ 835200 w 834840"/>
                  <a:gd name="textAreaTop" fmla="*/ 0 h 438480"/>
                  <a:gd name="textAreaBottom" fmla="*/ 438840 h 438480"/>
                </a:gdLst>
                <a:ahLst/>
                <a:cxnLst/>
                <a:rect l="textAreaLeft" t="textAreaTop" r="textAreaRight" b="textAreaBottom"/>
                <a:pathLst>
                  <a:path w="22332" h="11737">
                    <a:moveTo>
                      <a:pt x="11123" y="1"/>
                    </a:moveTo>
                    <a:cubicBezTo>
                      <a:pt x="8527" y="1"/>
                      <a:pt x="5935" y="571"/>
                      <a:pt x="3961" y="1708"/>
                    </a:cubicBezTo>
                    <a:cubicBezTo>
                      <a:pt x="1" y="3989"/>
                      <a:pt x="26" y="7698"/>
                      <a:pt x="4011" y="10004"/>
                    </a:cubicBezTo>
                    <a:cubicBezTo>
                      <a:pt x="6009" y="11160"/>
                      <a:pt x="8624" y="11736"/>
                      <a:pt x="11232" y="11736"/>
                    </a:cubicBezTo>
                    <a:cubicBezTo>
                      <a:pt x="13825" y="11736"/>
                      <a:pt x="16410" y="11166"/>
                      <a:pt x="18372" y="10029"/>
                    </a:cubicBezTo>
                    <a:cubicBezTo>
                      <a:pt x="22332" y="7748"/>
                      <a:pt x="22307" y="4039"/>
                      <a:pt x="18347" y="1733"/>
                    </a:cubicBezTo>
                    <a:cubicBezTo>
                      <a:pt x="16349" y="577"/>
                      <a:pt x="13734" y="1"/>
                      <a:pt x="11123"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0" name="Google Shape;7561;p110"/>
              <p:cNvSpPr/>
              <p:nvPr/>
            </p:nvSpPr>
            <p:spPr>
              <a:xfrm>
                <a:off x="5294520" y="2965320"/>
                <a:ext cx="721440" cy="378720"/>
              </a:xfrm>
              <a:custGeom>
                <a:avLst/>
                <a:gdLst>
                  <a:gd name="textAreaLeft" fmla="*/ 0 w 721440"/>
                  <a:gd name="textAreaRight" fmla="*/ 721800 w 721440"/>
                  <a:gd name="textAreaTop" fmla="*/ 0 h 378720"/>
                  <a:gd name="textAreaBottom" fmla="*/ 379080 h 378720"/>
                </a:gdLst>
                <a:ahLst/>
                <a:cxnLst/>
                <a:rect l="textAreaLeft" t="textAreaTop" r="textAreaRight" b="textAreaBottom"/>
                <a:pathLst>
                  <a:path w="19299" h="10139">
                    <a:moveTo>
                      <a:pt x="9585" y="1"/>
                    </a:moveTo>
                    <a:cubicBezTo>
                      <a:pt x="7353" y="1"/>
                      <a:pt x="5128" y="489"/>
                      <a:pt x="3434" y="1473"/>
                    </a:cubicBezTo>
                    <a:cubicBezTo>
                      <a:pt x="0" y="3453"/>
                      <a:pt x="25" y="6661"/>
                      <a:pt x="3459" y="8641"/>
                    </a:cubicBezTo>
                    <a:cubicBezTo>
                      <a:pt x="5187" y="9637"/>
                      <a:pt x="7454" y="10139"/>
                      <a:pt x="9717" y="10139"/>
                    </a:cubicBezTo>
                    <a:cubicBezTo>
                      <a:pt x="11953" y="10139"/>
                      <a:pt x="14184" y="9650"/>
                      <a:pt x="15890" y="8666"/>
                    </a:cubicBezTo>
                    <a:cubicBezTo>
                      <a:pt x="19299" y="6686"/>
                      <a:pt x="19274" y="3478"/>
                      <a:pt x="15840" y="1498"/>
                    </a:cubicBezTo>
                    <a:cubicBezTo>
                      <a:pt x="14112" y="502"/>
                      <a:pt x="11845" y="1"/>
                      <a:pt x="9585"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1" name="Google Shape;7562;p110"/>
              <p:cNvSpPr/>
              <p:nvPr/>
            </p:nvSpPr>
            <p:spPr>
              <a:xfrm>
                <a:off x="6027480" y="761760"/>
                <a:ext cx="518040" cy="773640"/>
              </a:xfrm>
              <a:custGeom>
                <a:avLst/>
                <a:gdLst>
                  <a:gd name="textAreaLeft" fmla="*/ 0 w 518040"/>
                  <a:gd name="textAreaRight" fmla="*/ 518400 w 518040"/>
                  <a:gd name="textAreaTop" fmla="*/ 0 h 773640"/>
                  <a:gd name="textAreaBottom" fmla="*/ 774000 h 773640"/>
                </a:gdLst>
                <a:ahLst/>
                <a:cxnLst/>
                <a:rect l="textAreaLeft" t="textAreaTop" r="textAreaRight" b="textAreaBottom"/>
                <a:pathLst>
                  <a:path w="13861" h="20700">
                    <a:moveTo>
                      <a:pt x="919" y="1"/>
                    </a:moveTo>
                    <a:cubicBezTo>
                      <a:pt x="443" y="1"/>
                      <a:pt x="1" y="373"/>
                      <a:pt x="1" y="903"/>
                    </a:cubicBezTo>
                    <a:lnTo>
                      <a:pt x="1" y="12307"/>
                    </a:lnTo>
                    <a:cubicBezTo>
                      <a:pt x="1" y="12958"/>
                      <a:pt x="351" y="13560"/>
                      <a:pt x="928" y="13886"/>
                    </a:cubicBezTo>
                    <a:lnTo>
                      <a:pt x="12507" y="20577"/>
                    </a:lnTo>
                    <a:cubicBezTo>
                      <a:pt x="12650" y="20661"/>
                      <a:pt x="12802" y="20699"/>
                      <a:pt x="12950" y="20699"/>
                    </a:cubicBezTo>
                    <a:cubicBezTo>
                      <a:pt x="13424" y="20699"/>
                      <a:pt x="13860" y="20310"/>
                      <a:pt x="13860" y="19775"/>
                    </a:cubicBezTo>
                    <a:lnTo>
                      <a:pt x="13860" y="8372"/>
                    </a:lnTo>
                    <a:cubicBezTo>
                      <a:pt x="13860" y="7720"/>
                      <a:pt x="13534" y="7119"/>
                      <a:pt x="12958" y="6793"/>
                    </a:cubicBezTo>
                    <a:lnTo>
                      <a:pt x="1379" y="126"/>
                    </a:lnTo>
                    <a:cubicBezTo>
                      <a:pt x="1231" y="40"/>
                      <a:pt x="1073" y="1"/>
                      <a:pt x="919" y="1"/>
                    </a:cubicBez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2" name="Google Shape;7563;p110"/>
              <p:cNvSpPr/>
              <p:nvPr/>
            </p:nvSpPr>
            <p:spPr>
              <a:xfrm>
                <a:off x="5686200" y="1090080"/>
                <a:ext cx="240480" cy="358200"/>
              </a:xfrm>
              <a:custGeom>
                <a:avLst/>
                <a:gdLst>
                  <a:gd name="textAreaLeft" fmla="*/ 0 w 240480"/>
                  <a:gd name="textAreaRight" fmla="*/ 240840 w 240480"/>
                  <a:gd name="textAreaTop" fmla="*/ 0 h 358200"/>
                  <a:gd name="textAreaBottom" fmla="*/ 358560 h 358200"/>
                </a:gdLst>
                <a:ahLst/>
                <a:cxnLst/>
                <a:rect l="textAreaLeft" t="textAreaTop" r="textAreaRight" b="textAreaBottom"/>
                <a:pathLst>
                  <a:path w="6442" h="9591">
                    <a:moveTo>
                      <a:pt x="419" y="1"/>
                    </a:moveTo>
                    <a:cubicBezTo>
                      <a:pt x="195" y="1"/>
                      <a:pt x="1" y="174"/>
                      <a:pt x="1" y="417"/>
                    </a:cubicBezTo>
                    <a:lnTo>
                      <a:pt x="1" y="5705"/>
                    </a:lnTo>
                    <a:cubicBezTo>
                      <a:pt x="1" y="6006"/>
                      <a:pt x="176" y="6282"/>
                      <a:pt x="427" y="6432"/>
                    </a:cubicBezTo>
                    <a:lnTo>
                      <a:pt x="5790" y="9540"/>
                    </a:lnTo>
                    <a:cubicBezTo>
                      <a:pt x="5854" y="9574"/>
                      <a:pt x="5923" y="9591"/>
                      <a:pt x="5992" y="9591"/>
                    </a:cubicBezTo>
                    <a:cubicBezTo>
                      <a:pt x="6220" y="9591"/>
                      <a:pt x="6442" y="9414"/>
                      <a:pt x="6442" y="9164"/>
                    </a:cubicBezTo>
                    <a:lnTo>
                      <a:pt x="6442" y="3875"/>
                    </a:lnTo>
                    <a:cubicBezTo>
                      <a:pt x="6442" y="3575"/>
                      <a:pt x="6266" y="3299"/>
                      <a:pt x="6016" y="3149"/>
                    </a:cubicBezTo>
                    <a:lnTo>
                      <a:pt x="652" y="66"/>
                    </a:lnTo>
                    <a:cubicBezTo>
                      <a:pt x="576" y="21"/>
                      <a:pt x="496" y="1"/>
                      <a:pt x="419" y="1"/>
                    </a:cubicBez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3" name="Google Shape;7564;p110"/>
              <p:cNvSpPr/>
              <p:nvPr/>
            </p:nvSpPr>
            <p:spPr>
              <a:xfrm>
                <a:off x="7647840" y="2136240"/>
                <a:ext cx="374400" cy="560160"/>
              </a:xfrm>
              <a:custGeom>
                <a:avLst/>
                <a:gdLst>
                  <a:gd name="textAreaLeft" fmla="*/ 0 w 374400"/>
                  <a:gd name="textAreaRight" fmla="*/ 374760 w 374400"/>
                  <a:gd name="textAreaTop" fmla="*/ 0 h 560160"/>
                  <a:gd name="textAreaBottom" fmla="*/ 560520 h 560160"/>
                </a:gdLst>
                <a:ahLst/>
                <a:cxnLst/>
                <a:rect l="textAreaLeft" t="textAreaTop" r="textAreaRight" b="textAreaBottom"/>
                <a:pathLst>
                  <a:path w="10026" h="14986">
                    <a:moveTo>
                      <a:pt x="674" y="1"/>
                    </a:moveTo>
                    <a:cubicBezTo>
                      <a:pt x="321" y="1"/>
                      <a:pt x="0" y="281"/>
                      <a:pt x="0" y="664"/>
                    </a:cubicBezTo>
                    <a:lnTo>
                      <a:pt x="0" y="8909"/>
                    </a:lnTo>
                    <a:cubicBezTo>
                      <a:pt x="0" y="9385"/>
                      <a:pt x="251" y="9811"/>
                      <a:pt x="652" y="10062"/>
                    </a:cubicBezTo>
                    <a:lnTo>
                      <a:pt x="9048" y="14899"/>
                    </a:lnTo>
                    <a:cubicBezTo>
                      <a:pt x="9149" y="14959"/>
                      <a:pt x="9257" y="14986"/>
                      <a:pt x="9363" y="14986"/>
                    </a:cubicBezTo>
                    <a:cubicBezTo>
                      <a:pt x="9704" y="14986"/>
                      <a:pt x="10025" y="14705"/>
                      <a:pt x="10025" y="14323"/>
                    </a:cubicBezTo>
                    <a:lnTo>
                      <a:pt x="10025" y="6077"/>
                    </a:lnTo>
                    <a:cubicBezTo>
                      <a:pt x="10025" y="5601"/>
                      <a:pt x="9775" y="5175"/>
                      <a:pt x="9374" y="4924"/>
                    </a:cubicBezTo>
                    <a:lnTo>
                      <a:pt x="1003" y="87"/>
                    </a:lnTo>
                    <a:cubicBezTo>
                      <a:pt x="896" y="28"/>
                      <a:pt x="783" y="1"/>
                      <a:pt x="674" y="1"/>
                    </a:cubicBez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4" name="Google Shape;7565;p110"/>
              <p:cNvSpPr/>
              <p:nvPr/>
            </p:nvSpPr>
            <p:spPr>
              <a:xfrm>
                <a:off x="7558920" y="990360"/>
                <a:ext cx="505800" cy="755640"/>
              </a:xfrm>
              <a:custGeom>
                <a:avLst/>
                <a:gdLst>
                  <a:gd name="textAreaLeft" fmla="*/ 0 w 505800"/>
                  <a:gd name="textAreaRight" fmla="*/ 506160 w 505800"/>
                  <a:gd name="textAreaTop" fmla="*/ 0 h 755640"/>
                  <a:gd name="textAreaBottom" fmla="*/ 756000 h 755640"/>
                </a:gdLst>
                <a:ahLst/>
                <a:cxnLst/>
                <a:rect l="textAreaLeft" t="textAreaTop" r="textAreaRight" b="textAreaBottom"/>
                <a:pathLst>
                  <a:path w="13535" h="20213">
                    <a:moveTo>
                      <a:pt x="12658" y="0"/>
                    </a:moveTo>
                    <a:cubicBezTo>
                      <a:pt x="12508" y="0"/>
                      <a:pt x="12353" y="39"/>
                      <a:pt x="12206" y="125"/>
                    </a:cubicBezTo>
                    <a:lnTo>
                      <a:pt x="902" y="6642"/>
                    </a:lnTo>
                    <a:cubicBezTo>
                      <a:pt x="351" y="6968"/>
                      <a:pt x="0" y="7544"/>
                      <a:pt x="0" y="8196"/>
                    </a:cubicBezTo>
                    <a:lnTo>
                      <a:pt x="0" y="19324"/>
                    </a:lnTo>
                    <a:cubicBezTo>
                      <a:pt x="0" y="19841"/>
                      <a:pt x="440" y="20212"/>
                      <a:pt x="916" y="20212"/>
                    </a:cubicBezTo>
                    <a:cubicBezTo>
                      <a:pt x="1062" y="20212"/>
                      <a:pt x="1212" y="20177"/>
                      <a:pt x="1354" y="20100"/>
                    </a:cubicBezTo>
                    <a:lnTo>
                      <a:pt x="12657" y="13559"/>
                    </a:lnTo>
                    <a:cubicBezTo>
                      <a:pt x="13208" y="13258"/>
                      <a:pt x="13534" y="12657"/>
                      <a:pt x="13534" y="12030"/>
                    </a:cubicBezTo>
                    <a:lnTo>
                      <a:pt x="13534" y="902"/>
                    </a:lnTo>
                    <a:cubicBezTo>
                      <a:pt x="13534" y="373"/>
                      <a:pt x="13120" y="0"/>
                      <a:pt x="12658" y="0"/>
                    </a:cubicBez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5" name="Google Shape;7566;p110"/>
              <p:cNvSpPr/>
              <p:nvPr/>
            </p:nvSpPr>
            <p:spPr>
              <a:xfrm>
                <a:off x="4908600" y="1962360"/>
                <a:ext cx="725040" cy="1082160"/>
              </a:xfrm>
              <a:custGeom>
                <a:avLst/>
                <a:gdLst>
                  <a:gd name="textAreaLeft" fmla="*/ 0 w 725040"/>
                  <a:gd name="textAreaRight" fmla="*/ 725400 w 725040"/>
                  <a:gd name="textAreaTop" fmla="*/ 0 h 1082160"/>
                  <a:gd name="textAreaBottom" fmla="*/ 1082520 h 1082160"/>
                </a:gdLst>
                <a:ahLst/>
                <a:cxnLst/>
                <a:rect l="textAreaLeft" t="textAreaTop" r="textAreaRight" b="textAreaBottom"/>
                <a:pathLst>
                  <a:path w="19400" h="28952">
                    <a:moveTo>
                      <a:pt x="18110" y="1"/>
                    </a:moveTo>
                    <a:cubicBezTo>
                      <a:pt x="17896" y="1"/>
                      <a:pt x="17676" y="56"/>
                      <a:pt x="17469" y="178"/>
                    </a:cubicBezTo>
                    <a:lnTo>
                      <a:pt x="1279" y="9526"/>
                    </a:lnTo>
                    <a:cubicBezTo>
                      <a:pt x="477" y="9977"/>
                      <a:pt x="1" y="10804"/>
                      <a:pt x="1" y="11732"/>
                    </a:cubicBezTo>
                    <a:lnTo>
                      <a:pt x="1" y="27672"/>
                    </a:lnTo>
                    <a:cubicBezTo>
                      <a:pt x="1" y="28412"/>
                      <a:pt x="619" y="28951"/>
                      <a:pt x="1289" y="28951"/>
                    </a:cubicBezTo>
                    <a:cubicBezTo>
                      <a:pt x="1504" y="28951"/>
                      <a:pt x="1724" y="28896"/>
                      <a:pt x="1930" y="28774"/>
                    </a:cubicBezTo>
                    <a:lnTo>
                      <a:pt x="18121" y="19426"/>
                    </a:lnTo>
                    <a:cubicBezTo>
                      <a:pt x="18898" y="18975"/>
                      <a:pt x="19399" y="18148"/>
                      <a:pt x="19399" y="17220"/>
                    </a:cubicBezTo>
                    <a:lnTo>
                      <a:pt x="19399" y="1280"/>
                    </a:lnTo>
                    <a:cubicBezTo>
                      <a:pt x="19399" y="540"/>
                      <a:pt x="18781" y="1"/>
                      <a:pt x="18110" y="1"/>
                    </a:cubicBez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6" name="Google Shape;7567;p110"/>
              <p:cNvSpPr/>
              <p:nvPr/>
            </p:nvSpPr>
            <p:spPr>
              <a:xfrm>
                <a:off x="5043240" y="2572560"/>
                <a:ext cx="164520" cy="204120"/>
              </a:xfrm>
              <a:custGeom>
                <a:avLst/>
                <a:gdLst>
                  <a:gd name="textAreaLeft" fmla="*/ 0 w 164520"/>
                  <a:gd name="textAreaRight" fmla="*/ 164880 w 164520"/>
                  <a:gd name="textAreaTop" fmla="*/ 0 h 204120"/>
                  <a:gd name="textAreaBottom" fmla="*/ 204480 h 204120"/>
                </a:gdLst>
                <a:ahLst/>
                <a:cxnLst/>
                <a:rect l="textAreaLeft" t="textAreaTop" r="textAreaRight" b="textAreaBottom"/>
                <a:pathLst>
                  <a:path w="4412" h="5465">
                    <a:moveTo>
                      <a:pt x="3560" y="0"/>
                    </a:moveTo>
                    <a:lnTo>
                      <a:pt x="1" y="4737"/>
                    </a:lnTo>
                    <a:cubicBezTo>
                      <a:pt x="406" y="5210"/>
                      <a:pt x="973" y="5465"/>
                      <a:pt x="1644" y="5465"/>
                    </a:cubicBezTo>
                    <a:cubicBezTo>
                      <a:pt x="2217" y="5465"/>
                      <a:pt x="2867" y="5280"/>
                      <a:pt x="3560" y="4887"/>
                    </a:cubicBezTo>
                    <a:cubicBezTo>
                      <a:pt x="3860" y="4712"/>
                      <a:pt x="4136" y="4511"/>
                      <a:pt x="4412" y="4286"/>
                    </a:cubicBezTo>
                    <a:lnTo>
                      <a:pt x="3560" y="0"/>
                    </a:ln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7" name="Google Shape;7568;p110"/>
              <p:cNvSpPr/>
              <p:nvPr/>
            </p:nvSpPr>
            <p:spPr>
              <a:xfrm>
                <a:off x="5176440" y="2367000"/>
                <a:ext cx="159120" cy="365400"/>
              </a:xfrm>
              <a:custGeom>
                <a:avLst/>
                <a:gdLst>
                  <a:gd name="textAreaLeft" fmla="*/ 0 w 159120"/>
                  <a:gd name="textAreaRight" fmla="*/ 159480 w 159120"/>
                  <a:gd name="textAreaTop" fmla="*/ 0 h 365400"/>
                  <a:gd name="textAreaBottom" fmla="*/ 365760 h 365400"/>
                </a:gdLst>
                <a:ahLst/>
                <a:cxnLst/>
                <a:rect l="textAreaLeft" t="textAreaTop" r="textAreaRight" b="textAreaBottom"/>
                <a:pathLst>
                  <a:path w="4262" h="9778">
                    <a:moveTo>
                      <a:pt x="1904" y="1"/>
                    </a:moveTo>
                    <a:cubicBezTo>
                      <a:pt x="1332" y="1"/>
                      <a:pt x="685" y="187"/>
                      <a:pt x="1" y="580"/>
                    </a:cubicBezTo>
                    <a:lnTo>
                      <a:pt x="1" y="5492"/>
                    </a:lnTo>
                    <a:lnTo>
                      <a:pt x="853" y="9778"/>
                    </a:lnTo>
                    <a:cubicBezTo>
                      <a:pt x="2808" y="8199"/>
                      <a:pt x="4261" y="5392"/>
                      <a:pt x="4261" y="3011"/>
                    </a:cubicBezTo>
                    <a:cubicBezTo>
                      <a:pt x="4261" y="1108"/>
                      <a:pt x="3303" y="1"/>
                      <a:pt x="1904"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8" name="Google Shape;7569;p110"/>
              <p:cNvSpPr/>
              <p:nvPr/>
            </p:nvSpPr>
            <p:spPr>
              <a:xfrm>
                <a:off x="5016960" y="2388600"/>
                <a:ext cx="159120" cy="360360"/>
              </a:xfrm>
              <a:custGeom>
                <a:avLst/>
                <a:gdLst>
                  <a:gd name="textAreaLeft" fmla="*/ 0 w 159120"/>
                  <a:gd name="textAreaRight" fmla="*/ 159480 w 159120"/>
                  <a:gd name="textAreaTop" fmla="*/ 0 h 360360"/>
                  <a:gd name="textAreaBottom" fmla="*/ 360720 h 360360"/>
                </a:gdLst>
                <a:ahLst/>
                <a:cxnLst/>
                <a:rect l="textAreaLeft" t="textAreaTop" r="textAreaRight" b="textAreaBottom"/>
                <a:pathLst>
                  <a:path w="4262" h="9650">
                    <a:moveTo>
                      <a:pt x="4262" y="1"/>
                    </a:moveTo>
                    <a:cubicBezTo>
                      <a:pt x="1906" y="1379"/>
                      <a:pt x="1" y="4662"/>
                      <a:pt x="1" y="7369"/>
                    </a:cubicBezTo>
                    <a:cubicBezTo>
                      <a:pt x="1" y="8372"/>
                      <a:pt x="251" y="9149"/>
                      <a:pt x="703" y="9650"/>
                    </a:cubicBezTo>
                    <a:lnTo>
                      <a:pt x="4262" y="4913"/>
                    </a:lnTo>
                    <a:lnTo>
                      <a:pt x="4262" y="1"/>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9" name="Google Shape;7570;p110"/>
              <p:cNvSpPr/>
              <p:nvPr/>
            </p:nvSpPr>
            <p:spPr>
              <a:xfrm>
                <a:off x="5376960" y="2225520"/>
                <a:ext cx="213480" cy="150480"/>
              </a:xfrm>
              <a:custGeom>
                <a:avLst/>
                <a:gdLst>
                  <a:gd name="textAreaLeft" fmla="*/ 0 w 213480"/>
                  <a:gd name="textAreaRight" fmla="*/ 213840 w 213480"/>
                  <a:gd name="textAreaTop" fmla="*/ 0 h 150480"/>
                  <a:gd name="textAreaBottom" fmla="*/ 150840 h 150480"/>
                </a:gdLst>
                <a:ahLst/>
                <a:cxnLst/>
                <a:rect l="textAreaLeft" t="textAreaTop" r="textAreaRight" b="textAreaBottom"/>
                <a:pathLst>
                  <a:path w="5716" h="4036">
                    <a:moveTo>
                      <a:pt x="5715" y="1"/>
                    </a:moveTo>
                    <a:lnTo>
                      <a:pt x="1" y="3209"/>
                    </a:lnTo>
                    <a:lnTo>
                      <a:pt x="1" y="4036"/>
                    </a:lnTo>
                    <a:lnTo>
                      <a:pt x="5715" y="828"/>
                    </a:lnTo>
                    <a:lnTo>
                      <a:pt x="5715" y="1"/>
                    </a:lnTo>
                    <a:close/>
                  </a:path>
                </a:pathLst>
              </a:custGeom>
              <a:solidFill>
                <a:srgbClr val="ffffff"/>
              </a:solidFill>
              <a:ln w="0">
                <a:noFill/>
              </a:ln>
            </p:spPr>
            <p:style>
              <a:lnRef idx="0"/>
              <a:fillRef idx="0"/>
              <a:effectRef idx="0"/>
              <a:fontRef idx="minor"/>
            </p:style>
            <p:txBody>
              <a:bodyPr tIns="75240" bIns="75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0" name="Google Shape;7571;p110"/>
              <p:cNvSpPr/>
              <p:nvPr/>
            </p:nvSpPr>
            <p:spPr>
              <a:xfrm>
                <a:off x="5376960" y="2345760"/>
                <a:ext cx="213480" cy="149760"/>
              </a:xfrm>
              <a:custGeom>
                <a:avLst/>
                <a:gdLst>
                  <a:gd name="textAreaLeft" fmla="*/ 0 w 213480"/>
                  <a:gd name="textAreaRight" fmla="*/ 213840 w 213480"/>
                  <a:gd name="textAreaTop" fmla="*/ 0 h 149760"/>
                  <a:gd name="textAreaBottom" fmla="*/ 150120 h 149760"/>
                </a:gdLst>
                <a:ahLst/>
                <a:cxnLst/>
                <a:rect l="textAreaLeft" t="textAreaTop" r="textAreaRight" b="textAreaBottom"/>
                <a:pathLst>
                  <a:path w="5716" h="4011">
                    <a:moveTo>
                      <a:pt x="5715" y="1"/>
                    </a:moveTo>
                    <a:lnTo>
                      <a:pt x="1" y="3184"/>
                    </a:lnTo>
                    <a:lnTo>
                      <a:pt x="1" y="4011"/>
                    </a:lnTo>
                    <a:lnTo>
                      <a:pt x="5715" y="803"/>
                    </a:lnTo>
                    <a:lnTo>
                      <a:pt x="5715" y="1"/>
                    </a:lnTo>
                    <a:close/>
                  </a:path>
                </a:pathLst>
              </a:custGeom>
              <a:solidFill>
                <a:srgbClr val="ffffff"/>
              </a:solidFill>
              <a:ln w="0">
                <a:noFill/>
              </a:ln>
            </p:spPr>
            <p:style>
              <a:lnRef idx="0"/>
              <a:fillRef idx="0"/>
              <a:effectRef idx="0"/>
              <a:fontRef idx="minor"/>
            </p:style>
            <p:txBody>
              <a:bodyPr tIns="74880" bIns="74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1" name="Google Shape;7572;p110"/>
              <p:cNvSpPr/>
              <p:nvPr/>
            </p:nvSpPr>
            <p:spPr>
              <a:xfrm>
                <a:off x="5376960" y="2464560"/>
                <a:ext cx="213480" cy="149760"/>
              </a:xfrm>
              <a:custGeom>
                <a:avLst/>
                <a:gdLst>
                  <a:gd name="textAreaLeft" fmla="*/ 0 w 213480"/>
                  <a:gd name="textAreaRight" fmla="*/ 213840 w 213480"/>
                  <a:gd name="textAreaTop" fmla="*/ 0 h 149760"/>
                  <a:gd name="textAreaBottom" fmla="*/ 150120 h 149760"/>
                </a:gdLst>
                <a:ahLst/>
                <a:cxnLst/>
                <a:rect l="textAreaLeft" t="textAreaTop" r="textAreaRight" b="textAreaBottom"/>
                <a:pathLst>
                  <a:path w="5716" h="4011">
                    <a:moveTo>
                      <a:pt x="5715" y="1"/>
                    </a:moveTo>
                    <a:lnTo>
                      <a:pt x="1" y="3184"/>
                    </a:lnTo>
                    <a:lnTo>
                      <a:pt x="1" y="4011"/>
                    </a:lnTo>
                    <a:lnTo>
                      <a:pt x="5715" y="803"/>
                    </a:lnTo>
                    <a:lnTo>
                      <a:pt x="5715" y="1"/>
                    </a:lnTo>
                    <a:close/>
                  </a:path>
                </a:pathLst>
              </a:custGeom>
              <a:solidFill>
                <a:srgbClr val="ffffff"/>
              </a:solidFill>
              <a:ln w="0">
                <a:noFill/>
              </a:ln>
            </p:spPr>
            <p:style>
              <a:lnRef idx="0"/>
              <a:fillRef idx="0"/>
              <a:effectRef idx="0"/>
              <a:fontRef idx="minor"/>
            </p:style>
            <p:txBody>
              <a:bodyPr tIns="74880" bIns="74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2" name="Google Shape;7573;p110"/>
              <p:cNvSpPr/>
              <p:nvPr/>
            </p:nvSpPr>
            <p:spPr>
              <a:xfrm>
                <a:off x="6392160" y="3391560"/>
                <a:ext cx="584640" cy="307080"/>
              </a:xfrm>
              <a:custGeom>
                <a:avLst/>
                <a:gdLst>
                  <a:gd name="textAreaLeft" fmla="*/ 0 w 584640"/>
                  <a:gd name="textAreaRight" fmla="*/ 585000 w 584640"/>
                  <a:gd name="textAreaTop" fmla="*/ 0 h 307080"/>
                  <a:gd name="textAreaBottom" fmla="*/ 307440 h 307080"/>
                </a:gdLst>
                <a:ahLst/>
                <a:cxnLst/>
                <a:rect l="textAreaLeft" t="textAreaTop" r="textAreaRight" b="textAreaBottom"/>
                <a:pathLst>
                  <a:path w="15641" h="8225">
                    <a:moveTo>
                      <a:pt x="7774" y="1"/>
                    </a:moveTo>
                    <a:cubicBezTo>
                      <a:pt x="5958" y="1"/>
                      <a:pt x="4143" y="396"/>
                      <a:pt x="2758" y="1182"/>
                    </a:cubicBezTo>
                    <a:cubicBezTo>
                      <a:pt x="1" y="2786"/>
                      <a:pt x="1" y="5392"/>
                      <a:pt x="2783" y="7022"/>
                    </a:cubicBezTo>
                    <a:cubicBezTo>
                      <a:pt x="4186" y="7824"/>
                      <a:pt x="6016" y="8225"/>
                      <a:pt x="7839" y="8225"/>
                    </a:cubicBezTo>
                    <a:cubicBezTo>
                      <a:pt x="9663" y="8225"/>
                      <a:pt x="11480" y="7824"/>
                      <a:pt x="12858" y="7022"/>
                    </a:cubicBezTo>
                    <a:cubicBezTo>
                      <a:pt x="15640" y="5418"/>
                      <a:pt x="15640" y="2836"/>
                      <a:pt x="12833" y="1207"/>
                    </a:cubicBezTo>
                    <a:cubicBezTo>
                      <a:pt x="11437" y="402"/>
                      <a:pt x="9604" y="1"/>
                      <a:pt x="7774" y="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3" name="Google Shape;7574;p110"/>
              <p:cNvSpPr/>
              <p:nvPr/>
            </p:nvSpPr>
            <p:spPr>
              <a:xfrm>
                <a:off x="6427800" y="3354120"/>
                <a:ext cx="516240" cy="157320"/>
              </a:xfrm>
              <a:custGeom>
                <a:avLst/>
                <a:gdLst>
                  <a:gd name="textAreaLeft" fmla="*/ 0 w 516240"/>
                  <a:gd name="textAreaRight" fmla="*/ 516600 w 516240"/>
                  <a:gd name="textAreaTop" fmla="*/ 0 h 157320"/>
                  <a:gd name="textAreaBottom" fmla="*/ 157680 h 157320"/>
                </a:gdLst>
                <a:ahLst/>
                <a:cxnLst/>
                <a:rect l="textAreaLeft" t="textAreaTop" r="textAreaRight" b="textAreaBottom"/>
                <a:pathLst>
                  <a:path w="13810" h="4212">
                    <a:moveTo>
                      <a:pt x="2156" y="0"/>
                    </a:moveTo>
                    <a:lnTo>
                      <a:pt x="0" y="3985"/>
                    </a:lnTo>
                    <a:lnTo>
                      <a:pt x="13810" y="4211"/>
                    </a:lnTo>
                    <a:lnTo>
                      <a:pt x="11655" y="201"/>
                    </a:lnTo>
                    <a:lnTo>
                      <a:pt x="2156" y="0"/>
                    </a:lnTo>
                    <a:close/>
                  </a:path>
                </a:pathLst>
              </a:custGeom>
              <a:solidFill>
                <a:schemeClr val="accent3"/>
              </a:solidFill>
              <a:ln w="0">
                <a:noFill/>
              </a:ln>
            </p:spPr>
            <p:style>
              <a:lnRef idx="0"/>
              <a:fillRef idx="0"/>
              <a:effectRef idx="0"/>
              <a:fontRef idx="minor"/>
            </p:style>
            <p:txBody>
              <a:bodyPr tIns="78840" bIns="78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4" name="Google Shape;7575;p110"/>
              <p:cNvSpPr/>
              <p:nvPr/>
            </p:nvSpPr>
            <p:spPr>
              <a:xfrm>
                <a:off x="6481080" y="3280320"/>
                <a:ext cx="406440" cy="213480"/>
              </a:xfrm>
              <a:custGeom>
                <a:avLst/>
                <a:gdLst>
                  <a:gd name="textAreaLeft" fmla="*/ 0 w 406440"/>
                  <a:gd name="textAreaRight" fmla="*/ 406800 w 406440"/>
                  <a:gd name="textAreaTop" fmla="*/ 0 h 213480"/>
                  <a:gd name="textAreaBottom" fmla="*/ 213840 h 213480"/>
                </a:gdLst>
                <a:ahLst/>
                <a:cxnLst/>
                <a:rect l="textAreaLeft" t="textAreaTop" r="textAreaRight" b="textAreaBottom"/>
                <a:pathLst>
                  <a:path w="10879" h="5719">
                    <a:moveTo>
                      <a:pt x="5427" y="1"/>
                    </a:moveTo>
                    <a:cubicBezTo>
                      <a:pt x="4161" y="1"/>
                      <a:pt x="2896" y="283"/>
                      <a:pt x="1931" y="847"/>
                    </a:cubicBezTo>
                    <a:cubicBezTo>
                      <a:pt x="1" y="1949"/>
                      <a:pt x="1" y="3754"/>
                      <a:pt x="1956" y="4882"/>
                    </a:cubicBezTo>
                    <a:cubicBezTo>
                      <a:pt x="2926" y="5436"/>
                      <a:pt x="4201" y="5718"/>
                      <a:pt x="5473" y="5718"/>
                    </a:cubicBezTo>
                    <a:cubicBezTo>
                      <a:pt x="6732" y="5718"/>
                      <a:pt x="7989" y="5442"/>
                      <a:pt x="8948" y="4882"/>
                    </a:cubicBezTo>
                    <a:cubicBezTo>
                      <a:pt x="10878" y="3779"/>
                      <a:pt x="10853" y="1974"/>
                      <a:pt x="8923" y="847"/>
                    </a:cubicBezTo>
                    <a:cubicBezTo>
                      <a:pt x="7958" y="283"/>
                      <a:pt x="6693" y="1"/>
                      <a:pt x="5427"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5" name="Google Shape;7576;p110"/>
              <p:cNvSpPr/>
              <p:nvPr/>
            </p:nvSpPr>
            <p:spPr>
              <a:xfrm>
                <a:off x="6532560" y="3307320"/>
                <a:ext cx="303480" cy="159480"/>
              </a:xfrm>
              <a:custGeom>
                <a:avLst/>
                <a:gdLst>
                  <a:gd name="textAreaLeft" fmla="*/ 0 w 303480"/>
                  <a:gd name="textAreaRight" fmla="*/ 303840 w 303480"/>
                  <a:gd name="textAreaTop" fmla="*/ 0 h 159480"/>
                  <a:gd name="textAreaBottom" fmla="*/ 159840 h 159480"/>
                </a:gdLst>
                <a:ahLst/>
                <a:cxnLst/>
                <a:rect l="textAreaLeft" t="textAreaTop" r="textAreaRight" b="textAreaBottom"/>
                <a:pathLst>
                  <a:path w="8121" h="4271">
                    <a:moveTo>
                      <a:pt x="4048" y="1"/>
                    </a:moveTo>
                    <a:cubicBezTo>
                      <a:pt x="3102" y="1"/>
                      <a:pt x="2156" y="207"/>
                      <a:pt x="1429" y="621"/>
                    </a:cubicBezTo>
                    <a:cubicBezTo>
                      <a:pt x="0" y="1448"/>
                      <a:pt x="0" y="2801"/>
                      <a:pt x="1454" y="3628"/>
                    </a:cubicBezTo>
                    <a:cubicBezTo>
                      <a:pt x="2186" y="4058"/>
                      <a:pt x="3141" y="4271"/>
                      <a:pt x="4091" y="4271"/>
                    </a:cubicBezTo>
                    <a:cubicBezTo>
                      <a:pt x="5027" y="4271"/>
                      <a:pt x="5958" y="4064"/>
                      <a:pt x="6667" y="3653"/>
                    </a:cubicBezTo>
                    <a:cubicBezTo>
                      <a:pt x="8121" y="2826"/>
                      <a:pt x="8121" y="1473"/>
                      <a:pt x="6667" y="621"/>
                    </a:cubicBezTo>
                    <a:cubicBezTo>
                      <a:pt x="5940" y="207"/>
                      <a:pt x="4994" y="1"/>
                      <a:pt x="4048" y="1"/>
                    </a:cubicBezTo>
                    <a:close/>
                  </a:path>
                </a:pathLst>
              </a:custGeom>
              <a:solidFill>
                <a:srgbClr val="bee1f4"/>
              </a:solidFill>
              <a:ln w="0">
                <a:noFill/>
              </a:ln>
            </p:spPr>
            <p:style>
              <a:lnRef idx="0"/>
              <a:fillRef idx="0"/>
              <a:effectRef idx="0"/>
              <a:fontRef idx="minor"/>
            </p:style>
            <p:txBody>
              <a:bodyPr tIns="79920" bIns="79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6" name="Google Shape;7577;p110"/>
              <p:cNvSpPr/>
              <p:nvPr/>
            </p:nvSpPr>
            <p:spPr>
              <a:xfrm>
                <a:off x="5995440" y="2661480"/>
                <a:ext cx="1447560" cy="729720"/>
              </a:xfrm>
              <a:custGeom>
                <a:avLst/>
                <a:gdLst>
                  <a:gd name="textAreaLeft" fmla="*/ 0 w 1447560"/>
                  <a:gd name="textAreaRight" fmla="*/ 1447920 w 1447560"/>
                  <a:gd name="textAreaTop" fmla="*/ 0 h 729720"/>
                  <a:gd name="textAreaBottom" fmla="*/ 730080 h 729720"/>
                </a:gdLst>
                <a:ahLst/>
                <a:cxnLst/>
                <a:rect l="textAreaLeft" t="textAreaTop" r="textAreaRight" b="textAreaBottom"/>
                <a:pathLst>
                  <a:path w="38723" h="19524">
                    <a:moveTo>
                      <a:pt x="0" y="0"/>
                    </a:moveTo>
                    <a:cubicBezTo>
                      <a:pt x="0" y="0"/>
                      <a:pt x="14762" y="19123"/>
                      <a:pt x="14712" y="19399"/>
                    </a:cubicBezTo>
                    <a:lnTo>
                      <a:pt x="22106" y="19524"/>
                    </a:lnTo>
                    <a:lnTo>
                      <a:pt x="38722" y="0"/>
                    </a:lnTo>
                    <a:close/>
                  </a:path>
                </a:pathLst>
              </a:custGeom>
              <a:solidFill>
                <a:srgbClr val="bee1f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7" name="Google Shape;7578;p110"/>
              <p:cNvSpPr/>
              <p:nvPr/>
            </p:nvSpPr>
            <p:spPr>
              <a:xfrm>
                <a:off x="7345080" y="2697840"/>
                <a:ext cx="235080" cy="173880"/>
              </a:xfrm>
              <a:custGeom>
                <a:avLst/>
                <a:gdLst>
                  <a:gd name="textAreaLeft" fmla="*/ 0 w 235080"/>
                  <a:gd name="textAreaRight" fmla="*/ 235440 w 235080"/>
                  <a:gd name="textAreaTop" fmla="*/ 0 h 173880"/>
                  <a:gd name="textAreaBottom" fmla="*/ 174240 h 173880"/>
                </a:gdLst>
                <a:ahLst/>
                <a:cxnLst/>
                <a:rect l="textAreaLeft" t="textAreaTop" r="textAreaRight" b="textAreaBottom"/>
                <a:pathLst>
                  <a:path w="6292" h="4663">
                    <a:moveTo>
                      <a:pt x="4362" y="1"/>
                    </a:moveTo>
                    <a:cubicBezTo>
                      <a:pt x="4362" y="1"/>
                      <a:pt x="1530" y="3309"/>
                      <a:pt x="778" y="3534"/>
                    </a:cubicBezTo>
                    <a:cubicBezTo>
                      <a:pt x="1" y="3760"/>
                      <a:pt x="703" y="4537"/>
                      <a:pt x="1279" y="4587"/>
                    </a:cubicBezTo>
                    <a:cubicBezTo>
                      <a:pt x="1855" y="4662"/>
                      <a:pt x="3710" y="4562"/>
                      <a:pt x="4236" y="4036"/>
                    </a:cubicBezTo>
                    <a:cubicBezTo>
                      <a:pt x="4788" y="3509"/>
                      <a:pt x="6292" y="2958"/>
                      <a:pt x="6292" y="2958"/>
                    </a:cubicBezTo>
                    <a:cubicBezTo>
                      <a:pt x="6292" y="1229"/>
                      <a:pt x="5891" y="151"/>
                      <a:pt x="5891" y="151"/>
                    </a:cubicBezTo>
                    <a:close/>
                  </a:path>
                </a:pathLst>
              </a:custGeom>
              <a:solidFill>
                <a:srgbClr val="606bf1"/>
              </a:solidFill>
              <a:ln w="0">
                <a:noFill/>
              </a:ln>
            </p:spPr>
            <p:style>
              <a:lnRef idx="0"/>
              <a:fillRef idx="0"/>
              <a:effectRef idx="0"/>
              <a:fontRef idx="minor"/>
            </p:style>
            <p:txBody>
              <a:bodyPr tIns="87120" bIns="87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8" name="Google Shape;7579;p110"/>
              <p:cNvSpPr/>
              <p:nvPr/>
            </p:nvSpPr>
            <p:spPr>
              <a:xfrm>
                <a:off x="7457760" y="1785240"/>
                <a:ext cx="203040" cy="950040"/>
              </a:xfrm>
              <a:custGeom>
                <a:avLst/>
                <a:gdLst>
                  <a:gd name="textAreaLeft" fmla="*/ 0 w 203040"/>
                  <a:gd name="textAreaRight" fmla="*/ 203400 w 203040"/>
                  <a:gd name="textAreaTop" fmla="*/ 0 h 950040"/>
                  <a:gd name="textAreaBottom" fmla="*/ 950400 h 950040"/>
                </a:gdLst>
                <a:ahLst/>
                <a:cxnLst/>
                <a:rect l="textAreaLeft" t="textAreaTop" r="textAreaRight" b="textAreaBottom"/>
                <a:pathLst>
                  <a:path w="5439" h="25415">
                    <a:moveTo>
                      <a:pt x="351" y="1003"/>
                    </a:moveTo>
                    <a:cubicBezTo>
                      <a:pt x="351" y="1003"/>
                      <a:pt x="0" y="8346"/>
                      <a:pt x="126" y="10752"/>
                    </a:cubicBezTo>
                    <a:cubicBezTo>
                      <a:pt x="251" y="13133"/>
                      <a:pt x="852" y="25088"/>
                      <a:pt x="852" y="25088"/>
                    </a:cubicBezTo>
                    <a:cubicBezTo>
                      <a:pt x="2406" y="25414"/>
                      <a:pt x="3384" y="25088"/>
                      <a:pt x="3384" y="25088"/>
                    </a:cubicBezTo>
                    <a:cubicBezTo>
                      <a:pt x="3885" y="15940"/>
                      <a:pt x="3885" y="13309"/>
                      <a:pt x="4035" y="11930"/>
                    </a:cubicBezTo>
                    <a:cubicBezTo>
                      <a:pt x="4161" y="10577"/>
                      <a:pt x="4361" y="6617"/>
                      <a:pt x="4361" y="6617"/>
                    </a:cubicBezTo>
                    <a:cubicBezTo>
                      <a:pt x="5439" y="4361"/>
                      <a:pt x="4311" y="1404"/>
                      <a:pt x="3760" y="702"/>
                    </a:cubicBezTo>
                    <a:cubicBezTo>
                      <a:pt x="3233" y="0"/>
                      <a:pt x="351" y="1003"/>
                      <a:pt x="351" y="1003"/>
                    </a:cubicBezTo>
                    <a:close/>
                  </a:path>
                </a:pathLst>
              </a:custGeom>
              <a:solidFill>
                <a:srgbClr val="112b4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9" name="Google Shape;7580;p110"/>
              <p:cNvSpPr/>
              <p:nvPr/>
            </p:nvSpPr>
            <p:spPr>
              <a:xfrm>
                <a:off x="7650720" y="2788920"/>
                <a:ext cx="131760" cy="232200"/>
              </a:xfrm>
              <a:custGeom>
                <a:avLst/>
                <a:gdLst>
                  <a:gd name="textAreaLeft" fmla="*/ 0 w 131760"/>
                  <a:gd name="textAreaRight" fmla="*/ 132120 w 131760"/>
                  <a:gd name="textAreaTop" fmla="*/ 0 h 232200"/>
                  <a:gd name="textAreaBottom" fmla="*/ 232560 h 232200"/>
                </a:gdLst>
                <a:ahLst/>
                <a:cxnLst/>
                <a:rect l="textAreaLeft" t="textAreaTop" r="textAreaRight" b="textAreaBottom"/>
                <a:pathLst>
                  <a:path w="3535" h="6217">
                    <a:moveTo>
                      <a:pt x="827" y="702"/>
                    </a:moveTo>
                    <a:cubicBezTo>
                      <a:pt x="727" y="2056"/>
                      <a:pt x="251" y="3635"/>
                      <a:pt x="126" y="4437"/>
                    </a:cubicBezTo>
                    <a:cubicBezTo>
                      <a:pt x="0" y="5239"/>
                      <a:pt x="276" y="5690"/>
                      <a:pt x="476" y="5940"/>
                    </a:cubicBezTo>
                    <a:cubicBezTo>
                      <a:pt x="652" y="6216"/>
                      <a:pt x="2933" y="5464"/>
                      <a:pt x="3233" y="4587"/>
                    </a:cubicBezTo>
                    <a:cubicBezTo>
                      <a:pt x="3534" y="3710"/>
                      <a:pt x="2908" y="2958"/>
                      <a:pt x="2857" y="1304"/>
                    </a:cubicBezTo>
                    <a:cubicBezTo>
                      <a:pt x="2131" y="1"/>
                      <a:pt x="827" y="702"/>
                      <a:pt x="827" y="702"/>
                    </a:cubicBezTo>
                    <a:close/>
                  </a:path>
                </a:pathLst>
              </a:custGeom>
              <a:solidFill>
                <a:srgbClr val="606bf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0" name="Google Shape;7581;p110"/>
              <p:cNvSpPr/>
              <p:nvPr/>
            </p:nvSpPr>
            <p:spPr>
              <a:xfrm>
                <a:off x="7558920" y="1792800"/>
                <a:ext cx="232200" cy="1071720"/>
              </a:xfrm>
              <a:custGeom>
                <a:avLst/>
                <a:gdLst>
                  <a:gd name="textAreaLeft" fmla="*/ 0 w 232200"/>
                  <a:gd name="textAreaRight" fmla="*/ 232560 w 232200"/>
                  <a:gd name="textAreaTop" fmla="*/ 0 h 1071720"/>
                  <a:gd name="textAreaBottom" fmla="*/ 1072080 h 1071720"/>
                </a:gdLst>
                <a:ahLst/>
                <a:cxnLst/>
                <a:rect l="textAreaLeft" t="textAreaTop" r="textAreaRight" b="textAreaBottom"/>
                <a:pathLst>
                  <a:path w="6216" h="28673">
                    <a:moveTo>
                      <a:pt x="0" y="1379"/>
                    </a:moveTo>
                    <a:cubicBezTo>
                      <a:pt x="0" y="1379"/>
                      <a:pt x="401" y="8046"/>
                      <a:pt x="1003" y="10277"/>
                    </a:cubicBezTo>
                    <a:cubicBezTo>
                      <a:pt x="1629" y="12482"/>
                      <a:pt x="2181" y="19024"/>
                      <a:pt x="2431" y="20151"/>
                    </a:cubicBezTo>
                    <a:cubicBezTo>
                      <a:pt x="2707" y="21279"/>
                      <a:pt x="3033" y="28297"/>
                      <a:pt x="3033" y="28297"/>
                    </a:cubicBezTo>
                    <a:cubicBezTo>
                      <a:pt x="4436" y="28673"/>
                      <a:pt x="5539" y="28297"/>
                      <a:pt x="5539" y="28297"/>
                    </a:cubicBezTo>
                    <a:cubicBezTo>
                      <a:pt x="5514" y="21730"/>
                      <a:pt x="5664" y="16392"/>
                      <a:pt x="5539" y="14587"/>
                    </a:cubicBezTo>
                    <a:cubicBezTo>
                      <a:pt x="5414" y="12783"/>
                      <a:pt x="5589" y="7445"/>
                      <a:pt x="5589" y="7445"/>
                    </a:cubicBezTo>
                    <a:cubicBezTo>
                      <a:pt x="6166" y="4938"/>
                      <a:pt x="6216" y="4637"/>
                      <a:pt x="5589" y="2983"/>
                    </a:cubicBezTo>
                    <a:cubicBezTo>
                      <a:pt x="4963" y="1329"/>
                      <a:pt x="2306" y="1"/>
                      <a:pt x="0" y="1379"/>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1" name="Google Shape;7582;p110"/>
              <p:cNvSpPr/>
              <p:nvPr/>
            </p:nvSpPr>
            <p:spPr>
              <a:xfrm>
                <a:off x="7117560" y="1251720"/>
                <a:ext cx="493560" cy="436320"/>
              </a:xfrm>
              <a:custGeom>
                <a:avLst/>
                <a:gdLst>
                  <a:gd name="textAreaLeft" fmla="*/ 0 w 493560"/>
                  <a:gd name="textAreaRight" fmla="*/ 493920 w 493560"/>
                  <a:gd name="textAreaTop" fmla="*/ 0 h 436320"/>
                  <a:gd name="textAreaBottom" fmla="*/ 436680 h 436320"/>
                </a:gdLst>
                <a:ahLst/>
                <a:cxnLst/>
                <a:rect l="textAreaLeft" t="textAreaTop" r="textAreaRight" b="textAreaBottom"/>
                <a:pathLst>
                  <a:path w="13209" h="11680">
                    <a:moveTo>
                      <a:pt x="10527" y="1"/>
                    </a:moveTo>
                    <a:cubicBezTo>
                      <a:pt x="8221" y="652"/>
                      <a:pt x="6993" y="6442"/>
                      <a:pt x="6341" y="7745"/>
                    </a:cubicBezTo>
                    <a:cubicBezTo>
                      <a:pt x="5690" y="9048"/>
                      <a:pt x="326" y="9349"/>
                      <a:pt x="326" y="9349"/>
                    </a:cubicBezTo>
                    <a:cubicBezTo>
                      <a:pt x="1" y="10477"/>
                      <a:pt x="903" y="11680"/>
                      <a:pt x="903" y="11680"/>
                    </a:cubicBezTo>
                    <a:cubicBezTo>
                      <a:pt x="6091" y="11454"/>
                      <a:pt x="7920" y="11028"/>
                      <a:pt x="8873" y="8973"/>
                    </a:cubicBezTo>
                    <a:cubicBezTo>
                      <a:pt x="9825" y="6943"/>
                      <a:pt x="13209" y="702"/>
                      <a:pt x="10527"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2" name="Google Shape;7583;p110"/>
              <p:cNvSpPr/>
              <p:nvPr/>
            </p:nvSpPr>
            <p:spPr>
              <a:xfrm>
                <a:off x="7409880" y="1248120"/>
                <a:ext cx="471240" cy="764280"/>
              </a:xfrm>
              <a:custGeom>
                <a:avLst/>
                <a:gdLst>
                  <a:gd name="textAreaLeft" fmla="*/ 0 w 471240"/>
                  <a:gd name="textAreaRight" fmla="*/ 471600 w 471240"/>
                  <a:gd name="textAreaTop" fmla="*/ 0 h 764280"/>
                  <a:gd name="textAreaBottom" fmla="*/ 764640 h 764280"/>
                </a:gdLst>
                <a:ahLst/>
                <a:cxnLst/>
                <a:rect l="textAreaLeft" t="textAreaTop" r="textAreaRight" b="textAreaBottom"/>
                <a:pathLst>
                  <a:path w="12607" h="20452">
                    <a:moveTo>
                      <a:pt x="2707" y="101"/>
                    </a:moveTo>
                    <a:cubicBezTo>
                      <a:pt x="4762" y="0"/>
                      <a:pt x="9499" y="1078"/>
                      <a:pt x="11053" y="3058"/>
                    </a:cubicBezTo>
                    <a:cubicBezTo>
                      <a:pt x="12607" y="5063"/>
                      <a:pt x="10351" y="8572"/>
                      <a:pt x="9800" y="10702"/>
                    </a:cubicBezTo>
                    <a:cubicBezTo>
                      <a:pt x="9273" y="12807"/>
                      <a:pt x="10050" y="18146"/>
                      <a:pt x="10050" y="18647"/>
                    </a:cubicBezTo>
                    <a:cubicBezTo>
                      <a:pt x="7644" y="20251"/>
                      <a:pt x="1805" y="20452"/>
                      <a:pt x="1153" y="18071"/>
                    </a:cubicBezTo>
                    <a:cubicBezTo>
                      <a:pt x="877" y="15464"/>
                      <a:pt x="1479" y="12356"/>
                      <a:pt x="1504" y="10827"/>
                    </a:cubicBezTo>
                    <a:cubicBezTo>
                      <a:pt x="1429" y="7569"/>
                      <a:pt x="0" y="1078"/>
                      <a:pt x="2707" y="10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3" name="Google Shape;7584;p110"/>
              <p:cNvSpPr/>
              <p:nvPr/>
            </p:nvSpPr>
            <p:spPr>
              <a:xfrm>
                <a:off x="7436880" y="1251720"/>
                <a:ext cx="147600" cy="769320"/>
              </a:xfrm>
              <a:custGeom>
                <a:avLst/>
                <a:gdLst>
                  <a:gd name="textAreaLeft" fmla="*/ 0 w 147600"/>
                  <a:gd name="textAreaRight" fmla="*/ 147960 w 147600"/>
                  <a:gd name="textAreaTop" fmla="*/ 0 h 769320"/>
                  <a:gd name="textAreaBottom" fmla="*/ 769680 h 769320"/>
                </a:gdLst>
                <a:ahLst/>
                <a:cxnLst/>
                <a:rect l="textAreaLeft" t="textAreaTop" r="textAreaRight" b="textAreaBottom"/>
                <a:pathLst>
                  <a:path w="3961" h="20578">
                    <a:moveTo>
                      <a:pt x="3735" y="477"/>
                    </a:moveTo>
                    <a:cubicBezTo>
                      <a:pt x="2432" y="5113"/>
                      <a:pt x="2106" y="10301"/>
                      <a:pt x="2232" y="12256"/>
                    </a:cubicBezTo>
                    <a:cubicBezTo>
                      <a:pt x="2357" y="14236"/>
                      <a:pt x="2432" y="20577"/>
                      <a:pt x="2432" y="20577"/>
                    </a:cubicBezTo>
                    <a:cubicBezTo>
                      <a:pt x="878" y="19775"/>
                      <a:pt x="227" y="18296"/>
                      <a:pt x="227" y="17620"/>
                    </a:cubicBezTo>
                    <a:cubicBezTo>
                      <a:pt x="227" y="16943"/>
                      <a:pt x="803" y="11204"/>
                      <a:pt x="778" y="10727"/>
                    </a:cubicBezTo>
                    <a:cubicBezTo>
                      <a:pt x="753" y="10276"/>
                      <a:pt x="1" y="5013"/>
                      <a:pt x="227" y="2632"/>
                    </a:cubicBezTo>
                    <a:cubicBezTo>
                      <a:pt x="427" y="276"/>
                      <a:pt x="1981" y="1"/>
                      <a:pt x="1981" y="1"/>
                    </a:cubicBezTo>
                    <a:lnTo>
                      <a:pt x="3961"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4" name="Google Shape;7585;p110"/>
              <p:cNvSpPr/>
              <p:nvPr/>
            </p:nvSpPr>
            <p:spPr>
              <a:xfrm>
                <a:off x="7495200" y="1061640"/>
                <a:ext cx="33480" cy="86760"/>
              </a:xfrm>
              <a:custGeom>
                <a:avLst/>
                <a:gdLst>
                  <a:gd name="textAreaLeft" fmla="*/ 0 w 33480"/>
                  <a:gd name="textAreaRight" fmla="*/ 33840 w 33480"/>
                  <a:gd name="textAreaTop" fmla="*/ 0 h 86760"/>
                  <a:gd name="textAreaBottom" fmla="*/ 87120 h 86760"/>
                </a:gdLst>
                <a:ahLst/>
                <a:cxnLst/>
                <a:rect l="textAreaLeft" t="textAreaTop" r="textAreaRight" b="textAreaBottom"/>
                <a:pathLst>
                  <a:path w="904" h="2332">
                    <a:moveTo>
                      <a:pt x="903" y="1"/>
                    </a:moveTo>
                    <a:cubicBezTo>
                      <a:pt x="1" y="277"/>
                      <a:pt x="903" y="2332"/>
                      <a:pt x="903" y="2332"/>
                    </a:cubicBezTo>
                    <a:close/>
                  </a:path>
                </a:pathLst>
              </a:custGeom>
              <a:solidFill>
                <a:schemeClr val="accent3"/>
              </a:solidFill>
              <a:ln w="0">
                <a:noFill/>
              </a:ln>
            </p:spPr>
            <p:style>
              <a:lnRef idx="0"/>
              <a:fillRef idx="0"/>
              <a:effectRef idx="0"/>
              <a:fontRef idx="minor"/>
            </p:style>
            <p:txBody>
              <a:bodyPr tIns="43560" bIns="43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5" name="Google Shape;7586;p110"/>
              <p:cNvSpPr/>
              <p:nvPr/>
            </p:nvSpPr>
            <p:spPr>
              <a:xfrm>
                <a:off x="7515000" y="998640"/>
                <a:ext cx="209520" cy="300600"/>
              </a:xfrm>
              <a:custGeom>
                <a:avLst/>
                <a:gdLst>
                  <a:gd name="textAreaLeft" fmla="*/ 0 w 209520"/>
                  <a:gd name="textAreaRight" fmla="*/ 209880 w 209520"/>
                  <a:gd name="textAreaTop" fmla="*/ 0 h 300600"/>
                  <a:gd name="textAreaBottom" fmla="*/ 300960 h 300600"/>
                </a:gdLst>
                <a:ahLst/>
                <a:cxnLst/>
                <a:rect l="textAreaLeft" t="textAreaTop" r="textAreaRight" b="textAreaBottom"/>
                <a:pathLst>
                  <a:path w="5615" h="8046">
                    <a:moveTo>
                      <a:pt x="351" y="1931"/>
                    </a:moveTo>
                    <a:cubicBezTo>
                      <a:pt x="351" y="1931"/>
                      <a:pt x="0" y="3134"/>
                      <a:pt x="125" y="4061"/>
                    </a:cubicBezTo>
                    <a:cubicBezTo>
                      <a:pt x="251" y="5013"/>
                      <a:pt x="351" y="6868"/>
                      <a:pt x="1178" y="7444"/>
                    </a:cubicBezTo>
                    <a:cubicBezTo>
                      <a:pt x="1980" y="8046"/>
                      <a:pt x="3183" y="7369"/>
                      <a:pt x="3960" y="6692"/>
                    </a:cubicBezTo>
                    <a:cubicBezTo>
                      <a:pt x="4737" y="6016"/>
                      <a:pt x="5564" y="4788"/>
                      <a:pt x="5589" y="3309"/>
                    </a:cubicBezTo>
                    <a:cubicBezTo>
                      <a:pt x="5614" y="1830"/>
                      <a:pt x="5038" y="1"/>
                      <a:pt x="2882" y="101"/>
                    </a:cubicBezTo>
                    <a:cubicBezTo>
                      <a:pt x="752" y="201"/>
                      <a:pt x="351" y="1931"/>
                      <a:pt x="351" y="1931"/>
                    </a:cubicBez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6" name="Google Shape;7587;p110"/>
              <p:cNvSpPr/>
              <p:nvPr/>
            </p:nvSpPr>
            <p:spPr>
              <a:xfrm>
                <a:off x="7567200" y="1199520"/>
                <a:ext cx="128880" cy="190080"/>
              </a:xfrm>
              <a:custGeom>
                <a:avLst/>
                <a:gdLst>
                  <a:gd name="textAreaLeft" fmla="*/ 0 w 128880"/>
                  <a:gd name="textAreaRight" fmla="*/ 129240 w 128880"/>
                  <a:gd name="textAreaTop" fmla="*/ 0 h 190080"/>
                  <a:gd name="textAreaBottom" fmla="*/ 190440 h 190080"/>
                </a:gdLst>
                <a:ahLst/>
                <a:cxnLst/>
                <a:rect l="textAreaLeft" t="textAreaTop" r="textAreaRight" b="textAreaBottom"/>
                <a:pathLst>
                  <a:path w="3460" h="5088">
                    <a:moveTo>
                      <a:pt x="3083" y="0"/>
                    </a:moveTo>
                    <a:cubicBezTo>
                      <a:pt x="3083" y="0"/>
                      <a:pt x="2933" y="1930"/>
                      <a:pt x="3434" y="2632"/>
                    </a:cubicBezTo>
                    <a:cubicBezTo>
                      <a:pt x="3459" y="3108"/>
                      <a:pt x="2106" y="5088"/>
                      <a:pt x="778" y="4737"/>
                    </a:cubicBezTo>
                    <a:cubicBezTo>
                      <a:pt x="1" y="4536"/>
                      <a:pt x="76" y="3634"/>
                      <a:pt x="76" y="3634"/>
                    </a:cubicBezTo>
                    <a:cubicBezTo>
                      <a:pt x="176" y="2932"/>
                      <a:pt x="76" y="1253"/>
                      <a:pt x="76" y="1253"/>
                    </a:cubicBez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7" name="Google Shape;7588;p110"/>
              <p:cNvSpPr/>
              <p:nvPr/>
            </p:nvSpPr>
            <p:spPr>
              <a:xfrm>
                <a:off x="7495920" y="923040"/>
                <a:ext cx="293040" cy="294120"/>
              </a:xfrm>
              <a:custGeom>
                <a:avLst/>
                <a:gdLst>
                  <a:gd name="textAreaLeft" fmla="*/ 0 w 293040"/>
                  <a:gd name="textAreaRight" fmla="*/ 293400 w 293040"/>
                  <a:gd name="textAreaTop" fmla="*/ 0 h 294120"/>
                  <a:gd name="textAreaBottom" fmla="*/ 294480 h 294120"/>
                </a:gdLst>
                <a:ahLst/>
                <a:cxnLst/>
                <a:rect l="textAreaLeft" t="textAreaTop" r="textAreaRight" b="textAreaBottom"/>
                <a:pathLst>
                  <a:path w="7846" h="7871">
                    <a:moveTo>
                      <a:pt x="327" y="2382"/>
                    </a:moveTo>
                    <a:cubicBezTo>
                      <a:pt x="1" y="3459"/>
                      <a:pt x="352" y="3860"/>
                      <a:pt x="1279" y="4186"/>
                    </a:cubicBezTo>
                    <a:cubicBezTo>
                      <a:pt x="2206" y="4487"/>
                      <a:pt x="4688" y="3785"/>
                      <a:pt x="4688" y="3785"/>
                    </a:cubicBezTo>
                    <a:cubicBezTo>
                      <a:pt x="4512" y="4963"/>
                      <a:pt x="4888" y="5565"/>
                      <a:pt x="4888" y="5565"/>
                    </a:cubicBezTo>
                    <a:cubicBezTo>
                      <a:pt x="5289" y="4412"/>
                      <a:pt x="5665" y="5013"/>
                      <a:pt x="5715" y="5940"/>
                    </a:cubicBezTo>
                    <a:cubicBezTo>
                      <a:pt x="5740" y="6868"/>
                      <a:pt x="5214" y="6843"/>
                      <a:pt x="5214" y="6843"/>
                    </a:cubicBezTo>
                    <a:cubicBezTo>
                      <a:pt x="5264" y="7620"/>
                      <a:pt x="5515" y="7870"/>
                      <a:pt x="5515" y="7870"/>
                    </a:cubicBezTo>
                    <a:cubicBezTo>
                      <a:pt x="6492" y="7194"/>
                      <a:pt x="7846" y="2607"/>
                      <a:pt x="6066" y="2507"/>
                    </a:cubicBezTo>
                    <a:cubicBezTo>
                      <a:pt x="6041" y="903"/>
                      <a:pt x="978" y="1"/>
                      <a:pt x="327" y="2382"/>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8" name="Google Shape;7589;p110"/>
              <p:cNvSpPr/>
              <p:nvPr/>
            </p:nvSpPr>
            <p:spPr>
              <a:xfrm>
                <a:off x="7607520" y="1286640"/>
                <a:ext cx="254520" cy="748440"/>
              </a:xfrm>
              <a:custGeom>
                <a:avLst/>
                <a:gdLst>
                  <a:gd name="textAreaLeft" fmla="*/ 0 w 254520"/>
                  <a:gd name="textAreaRight" fmla="*/ 254880 w 254520"/>
                  <a:gd name="textAreaTop" fmla="*/ 0 h 748440"/>
                  <a:gd name="textAreaBottom" fmla="*/ 748800 h 748440"/>
                </a:gdLst>
                <a:ahLst/>
                <a:cxnLst/>
                <a:rect l="textAreaLeft" t="textAreaTop" r="textAreaRight" b="textAreaBottom"/>
                <a:pathLst>
                  <a:path w="6818" h="20027">
                    <a:moveTo>
                      <a:pt x="2431" y="1"/>
                    </a:moveTo>
                    <a:cubicBezTo>
                      <a:pt x="853" y="3359"/>
                      <a:pt x="0" y="6417"/>
                      <a:pt x="51" y="9174"/>
                    </a:cubicBezTo>
                    <a:cubicBezTo>
                      <a:pt x="126" y="11956"/>
                      <a:pt x="677" y="20026"/>
                      <a:pt x="677" y="20026"/>
                    </a:cubicBezTo>
                    <a:cubicBezTo>
                      <a:pt x="3459" y="19349"/>
                      <a:pt x="5339" y="18572"/>
                      <a:pt x="5865" y="17620"/>
                    </a:cubicBezTo>
                    <a:cubicBezTo>
                      <a:pt x="4687" y="14512"/>
                      <a:pt x="4261" y="12407"/>
                      <a:pt x="4487" y="11530"/>
                    </a:cubicBezTo>
                    <a:cubicBezTo>
                      <a:pt x="4737" y="10628"/>
                      <a:pt x="6817" y="3861"/>
                      <a:pt x="5740" y="1856"/>
                    </a:cubicBezTo>
                    <a:cubicBezTo>
                      <a:pt x="4712" y="753"/>
                      <a:pt x="2431" y="1"/>
                      <a:pt x="2431"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9" name="Google Shape;7590;p110"/>
              <p:cNvSpPr/>
              <p:nvPr/>
            </p:nvSpPr>
            <p:spPr>
              <a:xfrm>
                <a:off x="7699320" y="1310760"/>
                <a:ext cx="513360" cy="430920"/>
              </a:xfrm>
              <a:custGeom>
                <a:avLst/>
                <a:gdLst>
                  <a:gd name="textAreaLeft" fmla="*/ 0 w 513360"/>
                  <a:gd name="textAreaRight" fmla="*/ 513720 w 513360"/>
                  <a:gd name="textAreaTop" fmla="*/ 0 h 430920"/>
                  <a:gd name="textAreaBottom" fmla="*/ 431280 h 430920"/>
                </a:gdLst>
                <a:ahLst/>
                <a:cxnLst/>
                <a:rect l="textAreaLeft" t="textAreaTop" r="textAreaRight" b="textAreaBottom"/>
                <a:pathLst>
                  <a:path w="13735" h="11530">
                    <a:moveTo>
                      <a:pt x="2557" y="652"/>
                    </a:moveTo>
                    <a:cubicBezTo>
                      <a:pt x="4462" y="1605"/>
                      <a:pt x="5840" y="6166"/>
                      <a:pt x="7294" y="7570"/>
                    </a:cubicBezTo>
                    <a:cubicBezTo>
                      <a:pt x="8121" y="8372"/>
                      <a:pt x="12181" y="9399"/>
                      <a:pt x="13309" y="9424"/>
                    </a:cubicBezTo>
                    <a:cubicBezTo>
                      <a:pt x="13735" y="10427"/>
                      <a:pt x="12958" y="11529"/>
                      <a:pt x="12958" y="11529"/>
                    </a:cubicBezTo>
                    <a:cubicBezTo>
                      <a:pt x="6016" y="10878"/>
                      <a:pt x="5715" y="10502"/>
                      <a:pt x="3585" y="7770"/>
                    </a:cubicBezTo>
                    <a:cubicBezTo>
                      <a:pt x="928" y="4412"/>
                      <a:pt x="1" y="1"/>
                      <a:pt x="2557" y="652"/>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0" name="Google Shape;7591;p110"/>
              <p:cNvSpPr/>
              <p:nvPr/>
            </p:nvSpPr>
            <p:spPr>
              <a:xfrm>
                <a:off x="7596360" y="1269720"/>
                <a:ext cx="101880" cy="142920"/>
              </a:xfrm>
              <a:custGeom>
                <a:avLst/>
                <a:gdLst>
                  <a:gd name="textAreaLeft" fmla="*/ 0 w 101880"/>
                  <a:gd name="textAreaRight" fmla="*/ 102240 w 101880"/>
                  <a:gd name="textAreaTop" fmla="*/ 0 h 142920"/>
                  <a:gd name="textAreaBottom" fmla="*/ 143280 h 142920"/>
                </a:gdLst>
                <a:ahLst/>
                <a:cxnLst/>
                <a:rect l="textAreaLeft" t="textAreaTop" r="textAreaRight" b="textAreaBottom"/>
                <a:pathLst>
                  <a:path w="2733" h="3836">
                    <a:moveTo>
                      <a:pt x="2382" y="1"/>
                    </a:moveTo>
                    <a:cubicBezTo>
                      <a:pt x="2382" y="51"/>
                      <a:pt x="2732" y="452"/>
                      <a:pt x="2732" y="452"/>
                    </a:cubicBezTo>
                    <a:cubicBezTo>
                      <a:pt x="2732" y="452"/>
                      <a:pt x="2056" y="1956"/>
                      <a:pt x="1805" y="2607"/>
                    </a:cubicBezTo>
                    <a:cubicBezTo>
                      <a:pt x="1555" y="3284"/>
                      <a:pt x="903" y="3835"/>
                      <a:pt x="903" y="3835"/>
                    </a:cubicBezTo>
                    <a:lnTo>
                      <a:pt x="1" y="2858"/>
                    </a:lnTo>
                    <a:cubicBezTo>
                      <a:pt x="1229" y="2206"/>
                      <a:pt x="2382" y="1"/>
                      <a:pt x="2382" y="1"/>
                    </a:cubicBezTo>
                    <a:close/>
                  </a:path>
                </a:pathLst>
              </a:custGeom>
              <a:solidFill>
                <a:srgbClr val="ffffff"/>
              </a:solidFill>
              <a:ln w="0">
                <a:noFill/>
              </a:ln>
            </p:spPr>
            <p:style>
              <a:lnRef idx="0"/>
              <a:fillRef idx="0"/>
              <a:effectRef idx="0"/>
              <a:fontRef idx="minor"/>
            </p:style>
            <p:txBody>
              <a:bodyPr tIns="71640" bIns="716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1" name="Google Shape;7592;p110"/>
              <p:cNvSpPr/>
              <p:nvPr/>
            </p:nvSpPr>
            <p:spPr>
              <a:xfrm>
                <a:off x="8175600" y="1657800"/>
                <a:ext cx="198360" cy="93600"/>
              </a:xfrm>
              <a:custGeom>
                <a:avLst/>
                <a:gdLst>
                  <a:gd name="textAreaLeft" fmla="*/ 0 w 198360"/>
                  <a:gd name="textAreaRight" fmla="*/ 198720 w 198360"/>
                  <a:gd name="textAreaTop" fmla="*/ 0 h 93600"/>
                  <a:gd name="textAreaBottom" fmla="*/ 93960 h 93600"/>
                </a:gdLst>
                <a:ahLst/>
                <a:cxnLst/>
                <a:rect l="textAreaLeft" t="textAreaTop" r="textAreaRight" b="textAreaBottom"/>
                <a:pathLst>
                  <a:path w="5314" h="2508">
                    <a:moveTo>
                      <a:pt x="427" y="477"/>
                    </a:moveTo>
                    <a:cubicBezTo>
                      <a:pt x="427" y="477"/>
                      <a:pt x="1379" y="201"/>
                      <a:pt x="2106" y="201"/>
                    </a:cubicBezTo>
                    <a:cubicBezTo>
                      <a:pt x="2833" y="226"/>
                      <a:pt x="3559" y="1"/>
                      <a:pt x="3710" y="1"/>
                    </a:cubicBezTo>
                    <a:cubicBezTo>
                      <a:pt x="3860" y="26"/>
                      <a:pt x="3810" y="577"/>
                      <a:pt x="2807" y="703"/>
                    </a:cubicBezTo>
                    <a:cubicBezTo>
                      <a:pt x="3635" y="928"/>
                      <a:pt x="4336" y="1053"/>
                      <a:pt x="4838" y="903"/>
                    </a:cubicBezTo>
                    <a:cubicBezTo>
                      <a:pt x="5314" y="728"/>
                      <a:pt x="5264" y="1404"/>
                      <a:pt x="4838" y="1855"/>
                    </a:cubicBezTo>
                    <a:cubicBezTo>
                      <a:pt x="4412" y="2307"/>
                      <a:pt x="3685" y="2382"/>
                      <a:pt x="3208" y="2432"/>
                    </a:cubicBezTo>
                    <a:cubicBezTo>
                      <a:pt x="2707" y="2507"/>
                      <a:pt x="777" y="2131"/>
                      <a:pt x="201" y="1906"/>
                    </a:cubicBezTo>
                    <a:cubicBezTo>
                      <a:pt x="0" y="778"/>
                      <a:pt x="427" y="477"/>
                      <a:pt x="427" y="477"/>
                    </a:cubicBezTo>
                    <a:close/>
                  </a:path>
                </a:pathLst>
              </a:custGeom>
              <a:solidFill>
                <a:schemeClr val="accent6"/>
              </a:solidFill>
              <a:ln w="0">
                <a:noFill/>
              </a:ln>
            </p:spPr>
            <p:style>
              <a:lnRef idx="0"/>
              <a:fillRef idx="0"/>
              <a:effectRef idx="0"/>
              <a:fontRef idx="minor"/>
            </p:style>
            <p:txBody>
              <a:bodyPr tIns="46800" bIns="46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2" name="Google Shape;7593;p110"/>
              <p:cNvSpPr/>
              <p:nvPr/>
            </p:nvSpPr>
            <p:spPr>
              <a:xfrm>
                <a:off x="7549560" y="1283760"/>
                <a:ext cx="46440" cy="118800"/>
              </a:xfrm>
              <a:custGeom>
                <a:avLst/>
                <a:gdLst>
                  <a:gd name="textAreaLeft" fmla="*/ 0 w 46440"/>
                  <a:gd name="textAreaRight" fmla="*/ 46800 w 46440"/>
                  <a:gd name="textAreaTop" fmla="*/ 0 h 118800"/>
                  <a:gd name="textAreaBottom" fmla="*/ 119160 h 118800"/>
                </a:gdLst>
                <a:ahLst/>
                <a:cxnLst/>
                <a:rect l="textAreaLeft" t="textAreaTop" r="textAreaRight" b="textAreaBottom"/>
                <a:pathLst>
                  <a:path w="1254" h="3184">
                    <a:moveTo>
                      <a:pt x="677" y="101"/>
                    </a:moveTo>
                    <a:cubicBezTo>
                      <a:pt x="752" y="1"/>
                      <a:pt x="953" y="1981"/>
                      <a:pt x="1254" y="2482"/>
                    </a:cubicBezTo>
                    <a:cubicBezTo>
                      <a:pt x="677" y="3033"/>
                      <a:pt x="326" y="3184"/>
                      <a:pt x="326" y="3184"/>
                    </a:cubicBezTo>
                    <a:cubicBezTo>
                      <a:pt x="326" y="3184"/>
                      <a:pt x="1" y="953"/>
                      <a:pt x="677" y="101"/>
                    </a:cubicBezTo>
                    <a:close/>
                  </a:path>
                </a:pathLst>
              </a:custGeom>
              <a:solidFill>
                <a:srgbClr val="ffffff"/>
              </a:solidFill>
              <a:ln w="0">
                <a:noFill/>
              </a:ln>
            </p:spPr>
            <p:style>
              <a:lnRef idx="0"/>
              <a:fillRef idx="0"/>
              <a:effectRef idx="0"/>
              <a:fontRef idx="minor"/>
            </p:style>
            <p:txBody>
              <a:bodyPr tIns="59400" bIns="59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3" name="Google Shape;7594;p110"/>
              <p:cNvSpPr/>
              <p:nvPr/>
            </p:nvSpPr>
            <p:spPr>
              <a:xfrm>
                <a:off x="7570080" y="1375560"/>
                <a:ext cx="54000" cy="55080"/>
              </a:xfrm>
              <a:custGeom>
                <a:avLst/>
                <a:gdLst>
                  <a:gd name="textAreaLeft" fmla="*/ 0 w 54000"/>
                  <a:gd name="textAreaRight" fmla="*/ 54360 w 54000"/>
                  <a:gd name="textAreaTop" fmla="*/ 0 h 55080"/>
                  <a:gd name="textAreaBottom" fmla="*/ 55440 h 55080"/>
                </a:gdLst>
                <a:ahLst/>
                <a:cxnLst/>
                <a:rect l="textAreaLeft" t="textAreaTop" r="textAreaRight" b="textAreaBottom"/>
                <a:pathLst>
                  <a:path w="1455" h="1480">
                    <a:moveTo>
                      <a:pt x="778" y="1"/>
                    </a:moveTo>
                    <a:lnTo>
                      <a:pt x="1" y="452"/>
                    </a:lnTo>
                    <a:cubicBezTo>
                      <a:pt x="176" y="1079"/>
                      <a:pt x="201" y="1480"/>
                      <a:pt x="201" y="1480"/>
                    </a:cubicBezTo>
                    <a:lnTo>
                      <a:pt x="903" y="1480"/>
                    </a:lnTo>
                    <a:lnTo>
                      <a:pt x="1455" y="728"/>
                    </a:lnTo>
                    <a:close/>
                  </a:path>
                </a:pathLst>
              </a:custGeom>
              <a:solidFill>
                <a:schemeClr val="accent2"/>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4" name="Google Shape;7595;p110"/>
              <p:cNvSpPr/>
              <p:nvPr/>
            </p:nvSpPr>
            <p:spPr>
              <a:xfrm>
                <a:off x="7538400" y="1419480"/>
                <a:ext cx="67320" cy="401760"/>
              </a:xfrm>
              <a:custGeom>
                <a:avLst/>
                <a:gdLst>
                  <a:gd name="textAreaLeft" fmla="*/ 0 w 67320"/>
                  <a:gd name="textAreaRight" fmla="*/ 67680 w 67320"/>
                  <a:gd name="textAreaTop" fmla="*/ 0 h 401760"/>
                  <a:gd name="textAreaBottom" fmla="*/ 402120 h 401760"/>
                </a:gdLst>
                <a:ahLst/>
                <a:cxnLst/>
                <a:rect l="textAreaLeft" t="textAreaTop" r="textAreaRight" b="textAreaBottom"/>
                <a:pathLst>
                  <a:path w="1806" h="10753">
                    <a:moveTo>
                      <a:pt x="1053" y="302"/>
                    </a:moveTo>
                    <a:cubicBezTo>
                      <a:pt x="1" y="5815"/>
                      <a:pt x="101" y="9224"/>
                      <a:pt x="101" y="9224"/>
                    </a:cubicBezTo>
                    <a:lnTo>
                      <a:pt x="627" y="10753"/>
                    </a:lnTo>
                    <a:lnTo>
                      <a:pt x="1805" y="9049"/>
                    </a:lnTo>
                    <a:cubicBezTo>
                      <a:pt x="1805" y="9049"/>
                      <a:pt x="953" y="2557"/>
                      <a:pt x="1755" y="302"/>
                    </a:cubicBezTo>
                    <a:cubicBezTo>
                      <a:pt x="1329" y="1"/>
                      <a:pt x="1053" y="302"/>
                      <a:pt x="1053" y="302"/>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5" name="Google Shape;7596;p110"/>
              <p:cNvSpPr/>
              <p:nvPr/>
            </p:nvSpPr>
            <p:spPr>
              <a:xfrm>
                <a:off x="5639400" y="1553760"/>
                <a:ext cx="560160" cy="243360"/>
              </a:xfrm>
              <a:custGeom>
                <a:avLst/>
                <a:gdLst>
                  <a:gd name="textAreaLeft" fmla="*/ 0 w 560160"/>
                  <a:gd name="textAreaRight" fmla="*/ 560520 w 560160"/>
                  <a:gd name="textAreaTop" fmla="*/ 0 h 243360"/>
                  <a:gd name="textAreaBottom" fmla="*/ 243720 h 243360"/>
                </a:gdLst>
                <a:ahLst/>
                <a:cxnLst/>
                <a:rect l="textAreaLeft" t="textAreaTop" r="textAreaRight" b="textAreaBottom"/>
                <a:pathLst>
                  <a:path w="14989" h="6518">
                    <a:moveTo>
                      <a:pt x="1805" y="151"/>
                    </a:moveTo>
                    <a:cubicBezTo>
                      <a:pt x="1805" y="151"/>
                      <a:pt x="5389" y="2683"/>
                      <a:pt x="6868" y="3510"/>
                    </a:cubicBezTo>
                    <a:cubicBezTo>
                      <a:pt x="8372" y="4337"/>
                      <a:pt x="14186" y="1053"/>
                      <a:pt x="14186" y="1053"/>
                    </a:cubicBezTo>
                    <a:cubicBezTo>
                      <a:pt x="14186" y="1053"/>
                      <a:pt x="14988" y="1480"/>
                      <a:pt x="14637" y="2733"/>
                    </a:cubicBezTo>
                    <a:cubicBezTo>
                      <a:pt x="10828" y="5314"/>
                      <a:pt x="7996" y="6517"/>
                      <a:pt x="6868" y="6267"/>
                    </a:cubicBezTo>
                    <a:cubicBezTo>
                      <a:pt x="5740" y="6016"/>
                      <a:pt x="2306" y="4011"/>
                      <a:pt x="1153" y="3384"/>
                    </a:cubicBezTo>
                    <a:cubicBezTo>
                      <a:pt x="1" y="2758"/>
                      <a:pt x="226" y="1"/>
                      <a:pt x="1805" y="151"/>
                    </a:cubicBez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6" name="Google Shape;7597;p110"/>
              <p:cNvSpPr/>
              <p:nvPr/>
            </p:nvSpPr>
            <p:spPr>
              <a:xfrm>
                <a:off x="5682600" y="3076560"/>
                <a:ext cx="24120" cy="77400"/>
              </a:xfrm>
              <a:custGeom>
                <a:avLst/>
                <a:gdLst>
                  <a:gd name="textAreaLeft" fmla="*/ 0 w 24120"/>
                  <a:gd name="textAreaRight" fmla="*/ 24480 w 24120"/>
                  <a:gd name="textAreaTop" fmla="*/ 0 h 77400"/>
                  <a:gd name="textAreaBottom" fmla="*/ 77760 h 77400"/>
                </a:gdLst>
                <a:ahLst/>
                <a:cxnLst/>
                <a:rect l="textAreaLeft" t="textAreaTop" r="textAreaRight" b="textAreaBottom"/>
                <a:pathLst>
                  <a:path w="653" h="2082">
                    <a:moveTo>
                      <a:pt x="0" y="26"/>
                    </a:moveTo>
                    <a:cubicBezTo>
                      <a:pt x="76" y="1054"/>
                      <a:pt x="176" y="2081"/>
                      <a:pt x="176" y="2081"/>
                    </a:cubicBezTo>
                    <a:lnTo>
                      <a:pt x="401" y="2081"/>
                    </a:lnTo>
                    <a:cubicBezTo>
                      <a:pt x="401" y="2081"/>
                      <a:pt x="401" y="527"/>
                      <a:pt x="652" y="853"/>
                    </a:cubicBezTo>
                    <a:cubicBezTo>
                      <a:pt x="627" y="1"/>
                      <a:pt x="0" y="26"/>
                      <a:pt x="0" y="26"/>
                    </a:cubicBezTo>
                    <a:close/>
                  </a:path>
                </a:pathLst>
              </a:custGeom>
              <a:solidFill>
                <a:srgbClr val="112b46"/>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7" name="Google Shape;7598;p110"/>
              <p:cNvSpPr/>
              <p:nvPr/>
            </p:nvSpPr>
            <p:spPr>
              <a:xfrm>
                <a:off x="5656320" y="2497320"/>
                <a:ext cx="159840" cy="667800"/>
              </a:xfrm>
              <a:custGeom>
                <a:avLst/>
                <a:gdLst>
                  <a:gd name="textAreaLeft" fmla="*/ 0 w 159840"/>
                  <a:gd name="textAreaRight" fmla="*/ 160200 w 159840"/>
                  <a:gd name="textAreaTop" fmla="*/ 0 h 667800"/>
                  <a:gd name="textAreaBottom" fmla="*/ 668160 h 667800"/>
                </a:gdLst>
                <a:ahLst/>
                <a:cxnLst/>
                <a:rect l="textAreaLeft" t="textAreaTop" r="textAreaRight" b="textAreaBottom"/>
                <a:pathLst>
                  <a:path w="4287" h="17870">
                    <a:moveTo>
                      <a:pt x="3885" y="17268"/>
                    </a:moveTo>
                    <a:cubicBezTo>
                      <a:pt x="4011" y="17268"/>
                      <a:pt x="4161" y="17143"/>
                      <a:pt x="4286" y="16968"/>
                    </a:cubicBezTo>
                    <a:cubicBezTo>
                      <a:pt x="4061" y="16692"/>
                      <a:pt x="3810" y="16416"/>
                      <a:pt x="3660" y="16216"/>
                    </a:cubicBezTo>
                    <a:cubicBezTo>
                      <a:pt x="3184" y="15514"/>
                      <a:pt x="2382" y="13985"/>
                      <a:pt x="2332" y="13308"/>
                    </a:cubicBezTo>
                    <a:cubicBezTo>
                      <a:pt x="2281" y="12632"/>
                      <a:pt x="2707" y="5439"/>
                      <a:pt x="2833" y="4562"/>
                    </a:cubicBezTo>
                    <a:cubicBezTo>
                      <a:pt x="2933" y="3684"/>
                      <a:pt x="3259" y="376"/>
                      <a:pt x="3234" y="176"/>
                    </a:cubicBezTo>
                    <a:cubicBezTo>
                      <a:pt x="3209" y="0"/>
                      <a:pt x="151" y="1353"/>
                      <a:pt x="151" y="1353"/>
                    </a:cubicBezTo>
                    <a:cubicBezTo>
                      <a:pt x="201" y="1629"/>
                      <a:pt x="602" y="3358"/>
                      <a:pt x="452" y="4461"/>
                    </a:cubicBezTo>
                    <a:cubicBezTo>
                      <a:pt x="276" y="5564"/>
                      <a:pt x="1" y="6291"/>
                      <a:pt x="151" y="8095"/>
                    </a:cubicBezTo>
                    <a:cubicBezTo>
                      <a:pt x="301" y="9900"/>
                      <a:pt x="1179" y="12807"/>
                      <a:pt x="878" y="14186"/>
                    </a:cubicBezTo>
                    <a:cubicBezTo>
                      <a:pt x="878" y="14211"/>
                      <a:pt x="878" y="14236"/>
                      <a:pt x="878" y="14261"/>
                    </a:cubicBezTo>
                    <a:cubicBezTo>
                      <a:pt x="1755" y="15489"/>
                      <a:pt x="2081" y="17870"/>
                      <a:pt x="3885" y="17268"/>
                    </a:cubicBezTo>
                    <a:close/>
                  </a:path>
                </a:pathLst>
              </a:custGeom>
              <a:solidFill>
                <a:srgbClr val="66534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8" name="Google Shape;7599;p110"/>
              <p:cNvSpPr/>
              <p:nvPr/>
            </p:nvSpPr>
            <p:spPr>
              <a:xfrm>
                <a:off x="5677920" y="3030840"/>
                <a:ext cx="177840" cy="160920"/>
              </a:xfrm>
              <a:custGeom>
                <a:avLst/>
                <a:gdLst>
                  <a:gd name="textAreaLeft" fmla="*/ 0 w 177840"/>
                  <a:gd name="textAreaRight" fmla="*/ 178200 w 177840"/>
                  <a:gd name="textAreaTop" fmla="*/ 0 h 160920"/>
                  <a:gd name="textAreaBottom" fmla="*/ 161280 h 160920"/>
                </a:gdLst>
                <a:ahLst/>
                <a:cxnLst/>
                <a:rect l="textAreaLeft" t="textAreaTop" r="textAreaRight" b="textAreaBottom"/>
                <a:pathLst>
                  <a:path w="4763" h="4312">
                    <a:moveTo>
                      <a:pt x="3709" y="2708"/>
                    </a:moveTo>
                    <a:cubicBezTo>
                      <a:pt x="3584" y="2883"/>
                      <a:pt x="3434" y="3008"/>
                      <a:pt x="3308" y="3008"/>
                    </a:cubicBezTo>
                    <a:cubicBezTo>
                      <a:pt x="1504" y="3610"/>
                      <a:pt x="1178" y="1229"/>
                      <a:pt x="301" y="1"/>
                    </a:cubicBezTo>
                    <a:cubicBezTo>
                      <a:pt x="0" y="1304"/>
                      <a:pt x="125" y="1454"/>
                      <a:pt x="376" y="1630"/>
                    </a:cubicBezTo>
                    <a:cubicBezTo>
                      <a:pt x="602" y="1830"/>
                      <a:pt x="1454" y="2858"/>
                      <a:pt x="1604" y="3585"/>
                    </a:cubicBezTo>
                    <a:cubicBezTo>
                      <a:pt x="1755" y="4312"/>
                      <a:pt x="4035" y="4236"/>
                      <a:pt x="4461" y="4086"/>
                    </a:cubicBezTo>
                    <a:cubicBezTo>
                      <a:pt x="4762" y="3986"/>
                      <a:pt x="4236" y="3334"/>
                      <a:pt x="3709" y="2708"/>
                    </a:cubicBezTo>
                    <a:close/>
                  </a:path>
                </a:pathLst>
              </a:custGeom>
              <a:solidFill>
                <a:srgbClr val="112b46"/>
              </a:solidFill>
              <a:ln w="0">
                <a:noFill/>
              </a:ln>
            </p:spPr>
            <p:style>
              <a:lnRef idx="0"/>
              <a:fillRef idx="0"/>
              <a:effectRef idx="0"/>
              <a:fontRef idx="minor"/>
            </p:style>
            <p:txBody>
              <a:bodyPr tIns="80640" bIns="80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9" name="Google Shape;7600;p110"/>
              <p:cNvSpPr/>
              <p:nvPr/>
            </p:nvSpPr>
            <p:spPr>
              <a:xfrm>
                <a:off x="5465160" y="2504160"/>
                <a:ext cx="147600" cy="785880"/>
              </a:xfrm>
              <a:custGeom>
                <a:avLst/>
                <a:gdLst>
                  <a:gd name="textAreaLeft" fmla="*/ 0 w 147600"/>
                  <a:gd name="textAreaRight" fmla="*/ 147960 w 147600"/>
                  <a:gd name="textAreaTop" fmla="*/ 0 h 785880"/>
                  <a:gd name="textAreaBottom" fmla="*/ 786240 h 785880"/>
                </a:gdLst>
                <a:ahLst/>
                <a:cxnLst/>
                <a:rect l="textAreaLeft" t="textAreaTop" r="textAreaRight" b="textAreaBottom"/>
                <a:pathLst>
                  <a:path w="3961" h="21029">
                    <a:moveTo>
                      <a:pt x="2708" y="7369"/>
                    </a:moveTo>
                    <a:cubicBezTo>
                      <a:pt x="2607" y="8171"/>
                      <a:pt x="2131" y="14361"/>
                      <a:pt x="2206" y="15389"/>
                    </a:cubicBezTo>
                    <a:cubicBezTo>
                      <a:pt x="2257" y="16016"/>
                      <a:pt x="2557" y="16993"/>
                      <a:pt x="2758" y="17795"/>
                    </a:cubicBezTo>
                    <a:cubicBezTo>
                      <a:pt x="2858" y="18296"/>
                      <a:pt x="2933" y="18722"/>
                      <a:pt x="2858" y="18923"/>
                    </a:cubicBezTo>
                    <a:cubicBezTo>
                      <a:pt x="2683" y="19449"/>
                      <a:pt x="2683" y="21028"/>
                      <a:pt x="1830" y="20677"/>
                    </a:cubicBezTo>
                    <a:cubicBezTo>
                      <a:pt x="978" y="20326"/>
                      <a:pt x="402" y="19224"/>
                      <a:pt x="577" y="18021"/>
                    </a:cubicBezTo>
                    <a:cubicBezTo>
                      <a:pt x="753" y="16793"/>
                      <a:pt x="552" y="16216"/>
                      <a:pt x="602" y="15489"/>
                    </a:cubicBezTo>
                    <a:cubicBezTo>
                      <a:pt x="652" y="14762"/>
                      <a:pt x="151" y="10276"/>
                      <a:pt x="76" y="8672"/>
                    </a:cubicBezTo>
                    <a:cubicBezTo>
                      <a:pt x="1" y="7068"/>
                      <a:pt x="527" y="6291"/>
                      <a:pt x="577" y="5239"/>
                    </a:cubicBezTo>
                    <a:cubicBezTo>
                      <a:pt x="627" y="4161"/>
                      <a:pt x="302" y="1930"/>
                      <a:pt x="302" y="1930"/>
                    </a:cubicBezTo>
                    <a:cubicBezTo>
                      <a:pt x="302" y="1930"/>
                      <a:pt x="3961" y="1"/>
                      <a:pt x="3660" y="2331"/>
                    </a:cubicBezTo>
                    <a:cubicBezTo>
                      <a:pt x="3359" y="4662"/>
                      <a:pt x="2783" y="6567"/>
                      <a:pt x="2708" y="7369"/>
                    </a:cubicBezTo>
                    <a:close/>
                  </a:path>
                </a:pathLst>
              </a:custGeom>
              <a:solidFill>
                <a:srgbClr val="66534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0" name="Google Shape;7601;p110"/>
              <p:cNvSpPr/>
              <p:nvPr/>
            </p:nvSpPr>
            <p:spPr>
              <a:xfrm>
                <a:off x="5405040" y="2069280"/>
                <a:ext cx="400680" cy="628560"/>
              </a:xfrm>
              <a:custGeom>
                <a:avLst/>
                <a:gdLst>
                  <a:gd name="textAreaLeft" fmla="*/ 0 w 400680"/>
                  <a:gd name="textAreaRight" fmla="*/ 401040 w 400680"/>
                  <a:gd name="textAreaTop" fmla="*/ 0 h 628560"/>
                  <a:gd name="textAreaBottom" fmla="*/ 628920 h 628560"/>
                </a:gdLst>
                <a:ahLst/>
                <a:cxnLst/>
                <a:rect l="textAreaLeft" t="textAreaTop" r="textAreaRight" b="textAreaBottom"/>
                <a:pathLst>
                  <a:path w="10728" h="16818">
                    <a:moveTo>
                      <a:pt x="502" y="1379"/>
                    </a:moveTo>
                    <a:cubicBezTo>
                      <a:pt x="1" y="3885"/>
                      <a:pt x="1204" y="5564"/>
                      <a:pt x="1404" y="6141"/>
                    </a:cubicBezTo>
                    <a:cubicBezTo>
                      <a:pt x="1630" y="6717"/>
                      <a:pt x="928" y="13860"/>
                      <a:pt x="928" y="13860"/>
                    </a:cubicBezTo>
                    <a:cubicBezTo>
                      <a:pt x="2858" y="16818"/>
                      <a:pt x="9625" y="14988"/>
                      <a:pt x="10728" y="13133"/>
                    </a:cubicBezTo>
                    <a:cubicBezTo>
                      <a:pt x="10577" y="8722"/>
                      <a:pt x="10201" y="1529"/>
                      <a:pt x="10226" y="752"/>
                    </a:cubicBezTo>
                    <a:cubicBezTo>
                      <a:pt x="10277" y="0"/>
                      <a:pt x="502" y="1379"/>
                      <a:pt x="502" y="1379"/>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1" name="Google Shape;7602;p110"/>
              <p:cNvSpPr/>
              <p:nvPr/>
            </p:nvSpPr>
            <p:spPr>
              <a:xfrm>
                <a:off x="5480280" y="3169440"/>
                <a:ext cx="98280" cy="120600"/>
              </a:xfrm>
              <a:custGeom>
                <a:avLst/>
                <a:gdLst>
                  <a:gd name="textAreaLeft" fmla="*/ 0 w 98280"/>
                  <a:gd name="textAreaRight" fmla="*/ 98640 w 98280"/>
                  <a:gd name="textAreaTop" fmla="*/ 0 h 120600"/>
                  <a:gd name="textAreaBottom" fmla="*/ 120960 h 120600"/>
                </a:gdLst>
                <a:ahLst/>
                <a:cxnLst/>
                <a:rect l="textAreaLeft" t="textAreaTop" r="textAreaRight" b="textAreaBottom"/>
                <a:pathLst>
                  <a:path w="2633" h="3234">
                    <a:moveTo>
                      <a:pt x="2607" y="1203"/>
                    </a:moveTo>
                    <a:cubicBezTo>
                      <a:pt x="2557" y="2256"/>
                      <a:pt x="2282" y="3233"/>
                      <a:pt x="1429" y="2882"/>
                    </a:cubicBezTo>
                    <a:cubicBezTo>
                      <a:pt x="577" y="2531"/>
                      <a:pt x="1" y="1429"/>
                      <a:pt x="176" y="226"/>
                    </a:cubicBezTo>
                    <a:cubicBezTo>
                      <a:pt x="627" y="1554"/>
                      <a:pt x="2382" y="1504"/>
                      <a:pt x="2357" y="0"/>
                    </a:cubicBezTo>
                    <a:cubicBezTo>
                      <a:pt x="2457" y="501"/>
                      <a:pt x="2632" y="978"/>
                      <a:pt x="2607" y="1203"/>
                    </a:cubicBezTo>
                    <a:close/>
                  </a:path>
                </a:pathLst>
              </a:custGeom>
              <a:solidFill>
                <a:srgbClr val="112b46"/>
              </a:solidFill>
              <a:ln w="0">
                <a:noFill/>
              </a:ln>
            </p:spPr>
            <p:style>
              <a:lnRef idx="0"/>
              <a:fillRef idx="0"/>
              <a:effectRef idx="0"/>
              <a:fontRef idx="minor"/>
            </p:style>
            <p:txBody>
              <a:bodyPr tIns="60480" bIns="60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2" name="Google Shape;7603;p110"/>
              <p:cNvSpPr/>
              <p:nvPr/>
            </p:nvSpPr>
            <p:spPr>
              <a:xfrm>
                <a:off x="5600880" y="1249200"/>
                <a:ext cx="128160" cy="260280"/>
              </a:xfrm>
              <a:custGeom>
                <a:avLst/>
                <a:gdLst>
                  <a:gd name="textAreaLeft" fmla="*/ 0 w 128160"/>
                  <a:gd name="textAreaRight" fmla="*/ 128520 w 128160"/>
                  <a:gd name="textAreaTop" fmla="*/ 0 h 260280"/>
                  <a:gd name="textAreaBottom" fmla="*/ 260640 h 260280"/>
                </a:gdLst>
                <a:ahLst/>
                <a:cxnLst/>
                <a:rect l="textAreaLeft" t="textAreaTop" r="textAreaRight" b="textAreaBottom"/>
                <a:pathLst>
                  <a:path w="3435" h="6968">
                    <a:moveTo>
                      <a:pt x="1856" y="0"/>
                    </a:moveTo>
                    <a:cubicBezTo>
                      <a:pt x="3008" y="1128"/>
                      <a:pt x="3410" y="2081"/>
                      <a:pt x="3234" y="3183"/>
                    </a:cubicBezTo>
                    <a:cubicBezTo>
                      <a:pt x="3059" y="4261"/>
                      <a:pt x="2858" y="5640"/>
                      <a:pt x="3435" y="6066"/>
                    </a:cubicBezTo>
                    <a:cubicBezTo>
                      <a:pt x="2232" y="6968"/>
                      <a:pt x="1" y="5640"/>
                      <a:pt x="51" y="5389"/>
                    </a:cubicBezTo>
                    <a:cubicBezTo>
                      <a:pt x="101" y="5163"/>
                      <a:pt x="1304" y="1655"/>
                      <a:pt x="1404" y="1630"/>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3" name="Google Shape;7604;p110"/>
              <p:cNvSpPr/>
              <p:nvPr/>
            </p:nvSpPr>
            <p:spPr>
              <a:xfrm>
                <a:off x="5329080" y="1512360"/>
                <a:ext cx="476640" cy="760680"/>
              </a:xfrm>
              <a:custGeom>
                <a:avLst/>
                <a:gdLst>
                  <a:gd name="textAreaLeft" fmla="*/ 0 w 476640"/>
                  <a:gd name="textAreaRight" fmla="*/ 477000 w 476640"/>
                  <a:gd name="textAreaTop" fmla="*/ 0 h 760680"/>
                  <a:gd name="textAreaBottom" fmla="*/ 761040 h 760680"/>
                </a:gdLst>
                <a:ahLst/>
                <a:cxnLst/>
                <a:rect l="textAreaLeft" t="textAreaTop" r="textAreaRight" b="textAreaBottom"/>
                <a:pathLst>
                  <a:path w="12758" h="20352">
                    <a:moveTo>
                      <a:pt x="10101" y="1253"/>
                    </a:moveTo>
                    <a:cubicBezTo>
                      <a:pt x="7620" y="0"/>
                      <a:pt x="3334" y="727"/>
                      <a:pt x="1680" y="2556"/>
                    </a:cubicBezTo>
                    <a:cubicBezTo>
                      <a:pt x="1" y="4411"/>
                      <a:pt x="3510" y="7795"/>
                      <a:pt x="4086" y="9750"/>
                    </a:cubicBezTo>
                    <a:cubicBezTo>
                      <a:pt x="4687" y="11704"/>
                      <a:pt x="677" y="17193"/>
                      <a:pt x="1981" y="18872"/>
                    </a:cubicBezTo>
                    <a:cubicBezTo>
                      <a:pt x="4587" y="20351"/>
                      <a:pt x="12056" y="19323"/>
                      <a:pt x="12758" y="17118"/>
                    </a:cubicBezTo>
                    <a:cubicBezTo>
                      <a:pt x="12733" y="13860"/>
                      <a:pt x="10778" y="10978"/>
                      <a:pt x="11254" y="9624"/>
                    </a:cubicBezTo>
                    <a:cubicBezTo>
                      <a:pt x="11279" y="8747"/>
                      <a:pt x="12532" y="5890"/>
                      <a:pt x="12031" y="4787"/>
                    </a:cubicBezTo>
                    <a:cubicBezTo>
                      <a:pt x="11003" y="2556"/>
                      <a:pt x="11229" y="1930"/>
                      <a:pt x="10101" y="1253"/>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4" name="Google Shape;7605;p110"/>
              <p:cNvSpPr/>
              <p:nvPr/>
            </p:nvSpPr>
            <p:spPr>
              <a:xfrm>
                <a:off x="5499000" y="1233000"/>
                <a:ext cx="209520" cy="299520"/>
              </a:xfrm>
              <a:custGeom>
                <a:avLst/>
                <a:gdLst>
                  <a:gd name="textAreaLeft" fmla="*/ 0 w 209520"/>
                  <a:gd name="textAreaRight" fmla="*/ 209880 w 209520"/>
                  <a:gd name="textAreaTop" fmla="*/ 0 h 299520"/>
                  <a:gd name="textAreaBottom" fmla="*/ 299880 h 299520"/>
                </a:gdLst>
                <a:ahLst/>
                <a:cxnLst/>
                <a:rect l="textAreaLeft" t="textAreaTop" r="textAreaRight" b="textAreaBottom"/>
                <a:pathLst>
                  <a:path w="5615" h="8021">
                    <a:moveTo>
                      <a:pt x="5288" y="1930"/>
                    </a:moveTo>
                    <a:cubicBezTo>
                      <a:pt x="5288" y="1930"/>
                      <a:pt x="5614" y="3108"/>
                      <a:pt x="5489" y="4061"/>
                    </a:cubicBezTo>
                    <a:cubicBezTo>
                      <a:pt x="5364" y="4988"/>
                      <a:pt x="5288" y="6843"/>
                      <a:pt x="4461" y="7444"/>
                    </a:cubicBezTo>
                    <a:cubicBezTo>
                      <a:pt x="3634" y="8020"/>
                      <a:pt x="2456" y="7344"/>
                      <a:pt x="1654" y="6667"/>
                    </a:cubicBezTo>
                    <a:cubicBezTo>
                      <a:pt x="877" y="6015"/>
                      <a:pt x="50" y="4787"/>
                      <a:pt x="25" y="3284"/>
                    </a:cubicBezTo>
                    <a:cubicBezTo>
                      <a:pt x="0" y="1805"/>
                      <a:pt x="602" y="0"/>
                      <a:pt x="2732" y="76"/>
                    </a:cubicBezTo>
                    <a:cubicBezTo>
                      <a:pt x="4862" y="176"/>
                      <a:pt x="5288" y="1930"/>
                      <a:pt x="5288" y="1930"/>
                    </a:cubicBezTo>
                    <a:close/>
                  </a:path>
                </a:pathLst>
              </a:custGeom>
              <a:solidFill>
                <a:srgbClr val="66534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5" name="Google Shape;7606;p110"/>
              <p:cNvSpPr/>
              <p:nvPr/>
            </p:nvSpPr>
            <p:spPr>
              <a:xfrm>
                <a:off x="5548680" y="1463760"/>
                <a:ext cx="107280" cy="190080"/>
              </a:xfrm>
              <a:custGeom>
                <a:avLst/>
                <a:gdLst>
                  <a:gd name="textAreaLeft" fmla="*/ 0 w 107280"/>
                  <a:gd name="textAreaRight" fmla="*/ 107640 w 107280"/>
                  <a:gd name="textAreaTop" fmla="*/ 0 h 190080"/>
                  <a:gd name="textAreaBottom" fmla="*/ 190440 h 190080"/>
                </a:gdLst>
                <a:ahLst/>
                <a:cxnLst/>
                <a:rect l="textAreaLeft" t="textAreaTop" r="textAreaRight" b="textAreaBottom"/>
                <a:pathLst>
                  <a:path w="2883" h="5089">
                    <a:moveTo>
                      <a:pt x="301" y="1"/>
                    </a:moveTo>
                    <a:cubicBezTo>
                      <a:pt x="301" y="1"/>
                      <a:pt x="452" y="1906"/>
                      <a:pt x="26" y="2607"/>
                    </a:cubicBezTo>
                    <a:cubicBezTo>
                      <a:pt x="0" y="3084"/>
                      <a:pt x="1128" y="5089"/>
                      <a:pt x="2231" y="4738"/>
                    </a:cubicBezTo>
                    <a:cubicBezTo>
                      <a:pt x="2883" y="4537"/>
                      <a:pt x="2807" y="3610"/>
                      <a:pt x="2807" y="3610"/>
                    </a:cubicBezTo>
                    <a:cubicBezTo>
                      <a:pt x="2732" y="2908"/>
                      <a:pt x="2807" y="1229"/>
                      <a:pt x="2807" y="1229"/>
                    </a:cubicBezTo>
                    <a:close/>
                  </a:path>
                </a:pathLst>
              </a:custGeom>
              <a:solidFill>
                <a:srgbClr val="66534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6" name="Google Shape;7607;p110"/>
              <p:cNvSpPr/>
              <p:nvPr/>
            </p:nvSpPr>
            <p:spPr>
              <a:xfrm>
                <a:off x="5436000" y="1209600"/>
                <a:ext cx="186120" cy="333360"/>
              </a:xfrm>
              <a:custGeom>
                <a:avLst/>
                <a:gdLst>
                  <a:gd name="textAreaLeft" fmla="*/ 0 w 186120"/>
                  <a:gd name="textAreaRight" fmla="*/ 186480 w 186120"/>
                  <a:gd name="textAreaTop" fmla="*/ 0 h 333360"/>
                  <a:gd name="textAreaBottom" fmla="*/ 333720 h 333360"/>
                </a:gdLst>
                <a:ahLst/>
                <a:cxnLst/>
                <a:rect l="textAreaLeft" t="textAreaTop" r="textAreaRight" b="textAreaBottom"/>
                <a:pathLst>
                  <a:path w="4989" h="8924">
                    <a:moveTo>
                      <a:pt x="4988" y="2607"/>
                    </a:moveTo>
                    <a:cubicBezTo>
                      <a:pt x="4562" y="4136"/>
                      <a:pt x="3209" y="4487"/>
                      <a:pt x="3209" y="4487"/>
                    </a:cubicBezTo>
                    <a:cubicBezTo>
                      <a:pt x="3008" y="6517"/>
                      <a:pt x="3485" y="7971"/>
                      <a:pt x="4136" y="8297"/>
                    </a:cubicBezTo>
                    <a:cubicBezTo>
                      <a:pt x="2357" y="8923"/>
                      <a:pt x="1329" y="8447"/>
                      <a:pt x="853" y="7495"/>
                    </a:cubicBezTo>
                    <a:cubicBezTo>
                      <a:pt x="377" y="6542"/>
                      <a:pt x="1" y="2457"/>
                      <a:pt x="1981" y="1229"/>
                    </a:cubicBezTo>
                    <a:cubicBezTo>
                      <a:pt x="3986" y="1"/>
                      <a:pt x="4988" y="2607"/>
                      <a:pt x="4988" y="2607"/>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7" name="Google Shape;7608;p110"/>
              <p:cNvSpPr/>
              <p:nvPr/>
            </p:nvSpPr>
            <p:spPr>
              <a:xfrm>
                <a:off x="5549400" y="1204920"/>
                <a:ext cx="155160" cy="134640"/>
              </a:xfrm>
              <a:custGeom>
                <a:avLst/>
                <a:gdLst>
                  <a:gd name="textAreaLeft" fmla="*/ 0 w 155160"/>
                  <a:gd name="textAreaRight" fmla="*/ 155520 w 155160"/>
                  <a:gd name="textAreaTop" fmla="*/ 0 h 134640"/>
                  <a:gd name="textAreaBottom" fmla="*/ 135000 h 134640"/>
                </a:gdLst>
                <a:ahLst/>
                <a:cxnLst/>
                <a:rect l="textAreaLeft" t="textAreaTop" r="textAreaRight" b="textAreaBottom"/>
                <a:pathLst>
                  <a:path w="4161" h="3610">
                    <a:moveTo>
                      <a:pt x="1955" y="2732"/>
                    </a:moveTo>
                    <a:cubicBezTo>
                      <a:pt x="2582" y="3559"/>
                      <a:pt x="3935" y="3610"/>
                      <a:pt x="4161" y="3559"/>
                    </a:cubicBezTo>
                    <a:cubicBezTo>
                      <a:pt x="4136" y="351"/>
                      <a:pt x="1028" y="0"/>
                      <a:pt x="1" y="1178"/>
                    </a:cubicBezTo>
                    <a:cubicBezTo>
                      <a:pt x="828" y="2782"/>
                      <a:pt x="1955" y="2732"/>
                      <a:pt x="1955" y="2732"/>
                    </a:cubicBezTo>
                    <a:close/>
                  </a:path>
                </a:pathLst>
              </a:custGeom>
              <a:solidFill>
                <a:schemeClr val="accent3"/>
              </a:solidFill>
              <a:ln w="0">
                <a:noFill/>
              </a:ln>
            </p:spPr>
            <p:style>
              <a:lnRef idx="0"/>
              <a:fillRef idx="0"/>
              <a:effectRef idx="0"/>
              <a:fontRef idx="minor"/>
            </p:style>
            <p:txBody>
              <a:bodyPr tIns="67320" bIns="67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8" name="Google Shape;7609;p110"/>
              <p:cNvSpPr/>
              <p:nvPr/>
            </p:nvSpPr>
            <p:spPr>
              <a:xfrm>
                <a:off x="5510160" y="1613520"/>
                <a:ext cx="196560" cy="371880"/>
              </a:xfrm>
              <a:custGeom>
                <a:avLst/>
                <a:gdLst>
                  <a:gd name="textAreaLeft" fmla="*/ 0 w 196560"/>
                  <a:gd name="textAreaRight" fmla="*/ 196920 w 196560"/>
                  <a:gd name="textAreaTop" fmla="*/ 0 h 371880"/>
                  <a:gd name="textAreaBottom" fmla="*/ 372240 h 371880"/>
                </a:gdLst>
                <a:ahLst/>
                <a:cxnLst/>
                <a:rect l="textAreaLeft" t="textAreaTop" r="textAreaRight" b="textAreaBottom"/>
                <a:pathLst>
                  <a:path w="5265" h="9951">
                    <a:moveTo>
                      <a:pt x="602" y="6793"/>
                    </a:moveTo>
                    <a:cubicBezTo>
                      <a:pt x="728" y="6743"/>
                      <a:pt x="1" y="1003"/>
                      <a:pt x="1" y="1003"/>
                    </a:cubicBezTo>
                    <a:lnTo>
                      <a:pt x="5064" y="1"/>
                    </a:lnTo>
                    <a:lnTo>
                      <a:pt x="5264" y="8873"/>
                    </a:lnTo>
                    <a:lnTo>
                      <a:pt x="678" y="9951"/>
                    </a:ln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79" name="Google Shape;7610;p110"/>
              <p:cNvSpPr/>
              <p:nvPr/>
            </p:nvSpPr>
            <p:spPr>
              <a:xfrm>
                <a:off x="5634000" y="1726920"/>
                <a:ext cx="117720" cy="158040"/>
              </a:xfrm>
              <a:custGeom>
                <a:avLst/>
                <a:gdLst>
                  <a:gd name="textAreaLeft" fmla="*/ 0 w 117720"/>
                  <a:gd name="textAreaRight" fmla="*/ 118080 w 117720"/>
                  <a:gd name="textAreaTop" fmla="*/ 0 h 158040"/>
                  <a:gd name="textAreaBottom" fmla="*/ 158400 h 158040"/>
                </a:gdLst>
                <a:ahLst/>
                <a:cxnLst/>
                <a:rect l="textAreaLeft" t="textAreaTop" r="textAreaRight" b="textAreaBottom"/>
                <a:pathLst>
                  <a:path w="3159" h="4237">
                    <a:moveTo>
                      <a:pt x="0" y="2306"/>
                    </a:moveTo>
                    <a:cubicBezTo>
                      <a:pt x="0" y="2306"/>
                      <a:pt x="1604" y="727"/>
                      <a:pt x="1955" y="351"/>
                    </a:cubicBezTo>
                    <a:cubicBezTo>
                      <a:pt x="2331" y="0"/>
                      <a:pt x="2331" y="477"/>
                      <a:pt x="1855" y="1329"/>
                    </a:cubicBezTo>
                    <a:cubicBezTo>
                      <a:pt x="2582" y="1504"/>
                      <a:pt x="3058" y="2482"/>
                      <a:pt x="3108" y="2807"/>
                    </a:cubicBezTo>
                    <a:cubicBezTo>
                      <a:pt x="3158" y="3158"/>
                      <a:pt x="2231" y="4036"/>
                      <a:pt x="1955" y="4136"/>
                    </a:cubicBezTo>
                    <a:cubicBezTo>
                      <a:pt x="1704" y="4236"/>
                      <a:pt x="627" y="4136"/>
                      <a:pt x="627" y="4136"/>
                    </a:cubicBezTo>
                    <a:close/>
                  </a:path>
                </a:pathLst>
              </a:custGeom>
              <a:solidFill>
                <a:srgbClr val="66534b"/>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0" name="Google Shape;7611;p110"/>
              <p:cNvSpPr/>
              <p:nvPr/>
            </p:nvSpPr>
            <p:spPr>
              <a:xfrm>
                <a:off x="5352840" y="1591200"/>
                <a:ext cx="333360" cy="422280"/>
              </a:xfrm>
              <a:custGeom>
                <a:avLst/>
                <a:gdLst>
                  <a:gd name="textAreaLeft" fmla="*/ 0 w 333360"/>
                  <a:gd name="textAreaRight" fmla="*/ 333720 w 333360"/>
                  <a:gd name="textAreaTop" fmla="*/ 0 h 422280"/>
                  <a:gd name="textAreaBottom" fmla="*/ 422640 h 422280"/>
                </a:gdLst>
                <a:ahLst/>
                <a:cxnLst/>
                <a:rect l="textAreaLeft" t="textAreaTop" r="textAreaRight" b="textAreaBottom"/>
                <a:pathLst>
                  <a:path w="8923" h="11304">
                    <a:moveTo>
                      <a:pt x="1855" y="76"/>
                    </a:moveTo>
                    <a:cubicBezTo>
                      <a:pt x="3233" y="151"/>
                      <a:pt x="3459" y="7645"/>
                      <a:pt x="3459" y="7645"/>
                    </a:cubicBezTo>
                    <a:cubicBezTo>
                      <a:pt x="3459" y="7645"/>
                      <a:pt x="7243" y="5890"/>
                      <a:pt x="7519" y="5940"/>
                    </a:cubicBezTo>
                    <a:cubicBezTo>
                      <a:pt x="8923" y="6241"/>
                      <a:pt x="8146" y="7770"/>
                      <a:pt x="8146" y="7770"/>
                    </a:cubicBezTo>
                    <a:cubicBezTo>
                      <a:pt x="5188" y="10025"/>
                      <a:pt x="3985" y="11304"/>
                      <a:pt x="2532" y="11028"/>
                    </a:cubicBezTo>
                    <a:cubicBezTo>
                      <a:pt x="1103" y="10752"/>
                      <a:pt x="0" y="5589"/>
                      <a:pt x="50" y="3259"/>
                    </a:cubicBezTo>
                    <a:cubicBezTo>
                      <a:pt x="101" y="928"/>
                      <a:pt x="978" y="0"/>
                      <a:pt x="1855" y="76"/>
                    </a:cubicBez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1" name="Google Shape;7612;p110"/>
              <p:cNvSpPr/>
              <p:nvPr/>
            </p:nvSpPr>
            <p:spPr>
              <a:xfrm>
                <a:off x="5794920" y="1208880"/>
                <a:ext cx="1778400" cy="1779480"/>
              </a:xfrm>
              <a:custGeom>
                <a:avLst/>
                <a:gdLst>
                  <a:gd name="textAreaLeft" fmla="*/ 0 w 1778400"/>
                  <a:gd name="textAreaRight" fmla="*/ 1778760 w 1778400"/>
                  <a:gd name="textAreaTop" fmla="*/ 0 h 1779480"/>
                  <a:gd name="textAreaBottom" fmla="*/ 1779840 h 1779480"/>
                </a:gdLst>
                <a:ahLst/>
                <a:cxnLst/>
                <a:rect l="textAreaLeft" t="textAreaTop" r="textAreaRight" b="textAreaBottom"/>
                <a:pathLst>
                  <a:path w="47571" h="47595">
                    <a:moveTo>
                      <a:pt x="23786" y="1"/>
                    </a:moveTo>
                    <a:cubicBezTo>
                      <a:pt x="10653" y="1"/>
                      <a:pt x="1" y="10652"/>
                      <a:pt x="1" y="23785"/>
                    </a:cubicBezTo>
                    <a:cubicBezTo>
                      <a:pt x="1" y="26467"/>
                      <a:pt x="427" y="29049"/>
                      <a:pt x="1254" y="31455"/>
                    </a:cubicBezTo>
                    <a:cubicBezTo>
                      <a:pt x="4387" y="40703"/>
                      <a:pt x="13059" y="47369"/>
                      <a:pt x="23284" y="47570"/>
                    </a:cubicBezTo>
                    <a:cubicBezTo>
                      <a:pt x="23460" y="47595"/>
                      <a:pt x="23610" y="47595"/>
                      <a:pt x="23786" y="47595"/>
                    </a:cubicBezTo>
                    <a:cubicBezTo>
                      <a:pt x="23936" y="47595"/>
                      <a:pt x="24111" y="47570"/>
                      <a:pt x="24262" y="47570"/>
                    </a:cubicBezTo>
                    <a:cubicBezTo>
                      <a:pt x="34512" y="47369"/>
                      <a:pt x="43159" y="40703"/>
                      <a:pt x="46317" y="31455"/>
                    </a:cubicBezTo>
                    <a:cubicBezTo>
                      <a:pt x="47119" y="29049"/>
                      <a:pt x="47570" y="26467"/>
                      <a:pt x="47570" y="23785"/>
                    </a:cubicBezTo>
                    <a:cubicBezTo>
                      <a:pt x="47570" y="10652"/>
                      <a:pt x="36918" y="1"/>
                      <a:pt x="23786" y="1"/>
                    </a:cubicBezTo>
                    <a:close/>
                  </a:path>
                </a:pathLst>
              </a:custGeom>
              <a:solidFill>
                <a:srgbClr val="85cde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2" name="Google Shape;7613;p110"/>
              <p:cNvSpPr/>
              <p:nvPr/>
            </p:nvSpPr>
            <p:spPr>
              <a:xfrm>
                <a:off x="5842080" y="2076480"/>
                <a:ext cx="1684800" cy="911520"/>
              </a:xfrm>
              <a:custGeom>
                <a:avLst/>
                <a:gdLst>
                  <a:gd name="textAreaLeft" fmla="*/ 0 w 1684800"/>
                  <a:gd name="textAreaRight" fmla="*/ 1685160 w 1684800"/>
                  <a:gd name="textAreaTop" fmla="*/ 0 h 911520"/>
                  <a:gd name="textAreaBottom" fmla="*/ 911880 h 911520"/>
                </a:gdLst>
                <a:ahLst/>
                <a:cxnLst/>
                <a:rect l="textAreaLeft" t="textAreaTop" r="textAreaRight" b="textAreaBottom"/>
                <a:pathLst>
                  <a:path w="45063" h="24387">
                    <a:moveTo>
                      <a:pt x="22532" y="1"/>
                    </a:moveTo>
                    <a:cubicBezTo>
                      <a:pt x="12080" y="1"/>
                      <a:pt x="3183" y="3434"/>
                      <a:pt x="0" y="8247"/>
                    </a:cubicBezTo>
                    <a:cubicBezTo>
                      <a:pt x="3133" y="17495"/>
                      <a:pt x="11805" y="24161"/>
                      <a:pt x="22030" y="24362"/>
                    </a:cubicBezTo>
                    <a:cubicBezTo>
                      <a:pt x="22206" y="24387"/>
                      <a:pt x="22356" y="24387"/>
                      <a:pt x="22532" y="24387"/>
                    </a:cubicBezTo>
                    <a:cubicBezTo>
                      <a:pt x="22682" y="24387"/>
                      <a:pt x="22857" y="24362"/>
                      <a:pt x="23008" y="24362"/>
                    </a:cubicBezTo>
                    <a:cubicBezTo>
                      <a:pt x="33258" y="24161"/>
                      <a:pt x="41905" y="17495"/>
                      <a:pt x="45063" y="8247"/>
                    </a:cubicBezTo>
                    <a:cubicBezTo>
                      <a:pt x="41855" y="3434"/>
                      <a:pt x="32983" y="1"/>
                      <a:pt x="22532" y="1"/>
                    </a:cubicBezTo>
                    <a:close/>
                  </a:path>
                </a:pathLst>
              </a:custGeom>
              <a:solidFill>
                <a:srgbClr val="8fd7e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3" name="Google Shape;7614;p110"/>
              <p:cNvSpPr/>
              <p:nvPr/>
            </p:nvSpPr>
            <p:spPr>
              <a:xfrm>
                <a:off x="5766840" y="1568160"/>
                <a:ext cx="1832760" cy="529920"/>
              </a:xfrm>
              <a:custGeom>
                <a:avLst/>
                <a:gdLst>
                  <a:gd name="textAreaLeft" fmla="*/ 0 w 1832760"/>
                  <a:gd name="textAreaRight" fmla="*/ 1833120 w 1832760"/>
                  <a:gd name="textAreaTop" fmla="*/ 0 h 529920"/>
                  <a:gd name="textAreaBottom" fmla="*/ 530280 h 529920"/>
                </a:gdLst>
                <a:ahLst/>
                <a:cxnLst/>
                <a:rect l="textAreaLeft" t="textAreaTop" r="textAreaRight" b="textAreaBottom"/>
                <a:pathLst>
                  <a:path w="49023" h="14177">
                    <a:moveTo>
                      <a:pt x="24394" y="0"/>
                    </a:moveTo>
                    <a:cubicBezTo>
                      <a:pt x="18153" y="0"/>
                      <a:pt x="11926" y="1366"/>
                      <a:pt x="7193" y="4101"/>
                    </a:cubicBezTo>
                    <a:cubicBezTo>
                      <a:pt x="2531" y="6783"/>
                      <a:pt x="0" y="10367"/>
                      <a:pt x="50" y="14176"/>
                    </a:cubicBezTo>
                    <a:lnTo>
                      <a:pt x="301" y="14176"/>
                    </a:lnTo>
                    <a:cubicBezTo>
                      <a:pt x="251" y="10467"/>
                      <a:pt x="2757" y="6958"/>
                      <a:pt x="7318" y="4327"/>
                    </a:cubicBezTo>
                    <a:cubicBezTo>
                      <a:pt x="12014" y="1604"/>
                      <a:pt x="18197" y="244"/>
                      <a:pt x="24391" y="244"/>
                    </a:cubicBezTo>
                    <a:cubicBezTo>
                      <a:pt x="30628" y="244"/>
                      <a:pt x="36876" y="1623"/>
                      <a:pt x="41629" y="4377"/>
                    </a:cubicBezTo>
                    <a:cubicBezTo>
                      <a:pt x="46191" y="7008"/>
                      <a:pt x="48722" y="10492"/>
                      <a:pt x="48772" y="14176"/>
                    </a:cubicBezTo>
                    <a:lnTo>
                      <a:pt x="49023" y="14176"/>
                    </a:lnTo>
                    <a:cubicBezTo>
                      <a:pt x="48973" y="10392"/>
                      <a:pt x="46391" y="6833"/>
                      <a:pt x="41780" y="4151"/>
                    </a:cubicBezTo>
                    <a:cubicBezTo>
                      <a:pt x="36976" y="1385"/>
                      <a:pt x="30678" y="0"/>
                      <a:pt x="24394" y="0"/>
                    </a:cubicBezTo>
                    <a:close/>
                  </a:path>
                </a:pathLst>
              </a:custGeom>
              <a:solidFill>
                <a:srgbClr val="bee1f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4" name="Google Shape;7615;p110"/>
              <p:cNvSpPr/>
              <p:nvPr/>
            </p:nvSpPr>
            <p:spPr>
              <a:xfrm>
                <a:off x="6231960" y="1302480"/>
                <a:ext cx="1097280" cy="1623960"/>
              </a:xfrm>
              <a:custGeom>
                <a:avLst/>
                <a:gdLst>
                  <a:gd name="textAreaLeft" fmla="*/ 0 w 1097280"/>
                  <a:gd name="textAreaRight" fmla="*/ 1097640 w 1097280"/>
                  <a:gd name="textAreaTop" fmla="*/ 0 h 1623960"/>
                  <a:gd name="textAreaBottom" fmla="*/ 1624320 h 1623960"/>
                </a:gdLst>
                <a:ahLst/>
                <a:cxnLst/>
                <a:rect l="textAreaLeft" t="textAreaTop" r="textAreaRight" b="textAreaBottom"/>
                <a:pathLst>
                  <a:path w="29349" h="43434">
                    <a:moveTo>
                      <a:pt x="23735" y="0"/>
                    </a:moveTo>
                    <a:lnTo>
                      <a:pt x="23634" y="226"/>
                    </a:lnTo>
                    <a:cubicBezTo>
                      <a:pt x="27118" y="1880"/>
                      <a:pt x="29098" y="5965"/>
                      <a:pt x="29098" y="11404"/>
                    </a:cubicBezTo>
                    <a:cubicBezTo>
                      <a:pt x="29098" y="22181"/>
                      <a:pt x="21454" y="35389"/>
                      <a:pt x="12030" y="40827"/>
                    </a:cubicBezTo>
                    <a:cubicBezTo>
                      <a:pt x="9346" y="42387"/>
                      <a:pt x="6751" y="43175"/>
                      <a:pt x="4418" y="43175"/>
                    </a:cubicBezTo>
                    <a:cubicBezTo>
                      <a:pt x="2852" y="43175"/>
                      <a:pt x="1404" y="42820"/>
                      <a:pt x="126" y="42106"/>
                    </a:cubicBezTo>
                    <a:lnTo>
                      <a:pt x="0" y="42331"/>
                    </a:lnTo>
                    <a:cubicBezTo>
                      <a:pt x="1303" y="43058"/>
                      <a:pt x="2807" y="43434"/>
                      <a:pt x="4411" y="43434"/>
                    </a:cubicBezTo>
                    <a:cubicBezTo>
                      <a:pt x="6792" y="43434"/>
                      <a:pt x="9424" y="42632"/>
                      <a:pt x="12156" y="41053"/>
                    </a:cubicBezTo>
                    <a:cubicBezTo>
                      <a:pt x="21654" y="35564"/>
                      <a:pt x="29349" y="22281"/>
                      <a:pt x="29349" y="11404"/>
                    </a:cubicBezTo>
                    <a:cubicBezTo>
                      <a:pt x="29349" y="5865"/>
                      <a:pt x="27319" y="1704"/>
                      <a:pt x="23735" y="0"/>
                    </a:cubicBezTo>
                    <a:close/>
                  </a:path>
                </a:pathLst>
              </a:custGeom>
              <a:solidFill>
                <a:srgbClr val="bee1f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5" name="Google Shape;7616;p110"/>
              <p:cNvSpPr/>
              <p:nvPr/>
            </p:nvSpPr>
            <p:spPr>
              <a:xfrm>
                <a:off x="6038640" y="1302480"/>
                <a:ext cx="1098000" cy="1623960"/>
              </a:xfrm>
              <a:custGeom>
                <a:avLst/>
                <a:gdLst>
                  <a:gd name="textAreaLeft" fmla="*/ 0 w 1098000"/>
                  <a:gd name="textAreaRight" fmla="*/ 1098360 w 1098000"/>
                  <a:gd name="textAreaTop" fmla="*/ 0 h 1623960"/>
                  <a:gd name="textAreaBottom" fmla="*/ 1624320 h 1623960"/>
                </a:gdLst>
                <a:ahLst/>
                <a:cxnLst/>
                <a:rect l="textAreaLeft" t="textAreaTop" r="textAreaRight" b="textAreaBottom"/>
                <a:pathLst>
                  <a:path w="29374" h="43434">
                    <a:moveTo>
                      <a:pt x="5614" y="0"/>
                    </a:moveTo>
                    <a:cubicBezTo>
                      <a:pt x="2055" y="1704"/>
                      <a:pt x="0" y="5865"/>
                      <a:pt x="0" y="11404"/>
                    </a:cubicBezTo>
                    <a:cubicBezTo>
                      <a:pt x="0" y="22281"/>
                      <a:pt x="7720" y="35564"/>
                      <a:pt x="17193" y="41053"/>
                    </a:cubicBezTo>
                    <a:cubicBezTo>
                      <a:pt x="19925" y="42632"/>
                      <a:pt x="22582" y="43434"/>
                      <a:pt x="24963" y="43434"/>
                    </a:cubicBezTo>
                    <a:cubicBezTo>
                      <a:pt x="26567" y="43434"/>
                      <a:pt x="28046" y="43058"/>
                      <a:pt x="29374" y="42331"/>
                    </a:cubicBezTo>
                    <a:lnTo>
                      <a:pt x="29249" y="42106"/>
                    </a:lnTo>
                    <a:cubicBezTo>
                      <a:pt x="27970" y="42820"/>
                      <a:pt x="26522" y="43175"/>
                      <a:pt x="24955" y="43175"/>
                    </a:cubicBezTo>
                    <a:cubicBezTo>
                      <a:pt x="22619" y="43175"/>
                      <a:pt x="20018" y="42387"/>
                      <a:pt x="17319" y="40827"/>
                    </a:cubicBezTo>
                    <a:cubicBezTo>
                      <a:pt x="7920" y="35389"/>
                      <a:pt x="251" y="22181"/>
                      <a:pt x="251" y="11404"/>
                    </a:cubicBezTo>
                    <a:cubicBezTo>
                      <a:pt x="251" y="5965"/>
                      <a:pt x="2256" y="1880"/>
                      <a:pt x="5740" y="226"/>
                    </a:cubicBezTo>
                    <a:lnTo>
                      <a:pt x="5614" y="0"/>
                    </a:lnTo>
                    <a:close/>
                  </a:path>
                </a:pathLst>
              </a:custGeom>
              <a:solidFill>
                <a:srgbClr val="bee1f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6" name="Google Shape;7617;p110"/>
              <p:cNvSpPr/>
              <p:nvPr/>
            </p:nvSpPr>
            <p:spPr>
              <a:xfrm>
                <a:off x="5771520" y="2098080"/>
                <a:ext cx="1825200" cy="740160"/>
              </a:xfrm>
              <a:custGeom>
                <a:avLst/>
                <a:gdLst>
                  <a:gd name="textAreaLeft" fmla="*/ 0 w 1825200"/>
                  <a:gd name="textAreaRight" fmla="*/ 1825560 w 1825200"/>
                  <a:gd name="textAreaTop" fmla="*/ 0 h 740160"/>
                  <a:gd name="textAreaBottom" fmla="*/ 740520 h 740160"/>
                </a:gdLst>
                <a:ahLst/>
                <a:cxnLst/>
                <a:rect l="textAreaLeft" t="textAreaTop" r="textAreaRight" b="textAreaBottom"/>
                <a:pathLst>
                  <a:path w="48823" h="19800">
                    <a:moveTo>
                      <a:pt x="0" y="0"/>
                    </a:moveTo>
                    <a:cubicBezTo>
                      <a:pt x="0" y="10903"/>
                      <a:pt x="10953" y="19800"/>
                      <a:pt x="24412" y="19800"/>
                    </a:cubicBezTo>
                    <a:cubicBezTo>
                      <a:pt x="37870" y="19800"/>
                      <a:pt x="48823" y="10903"/>
                      <a:pt x="48823" y="0"/>
                    </a:cubicBezTo>
                    <a:lnTo>
                      <a:pt x="48572" y="0"/>
                    </a:lnTo>
                    <a:cubicBezTo>
                      <a:pt x="48572" y="10777"/>
                      <a:pt x="37720" y="19524"/>
                      <a:pt x="24412" y="19524"/>
                    </a:cubicBezTo>
                    <a:cubicBezTo>
                      <a:pt x="11078" y="19524"/>
                      <a:pt x="251" y="10777"/>
                      <a:pt x="251" y="0"/>
                    </a:cubicBezTo>
                    <a:close/>
                  </a:path>
                </a:pathLst>
              </a:custGeom>
              <a:solidFill>
                <a:srgbClr val="bee1f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7" name="Google Shape;7618;p110"/>
              <p:cNvSpPr/>
              <p:nvPr/>
            </p:nvSpPr>
            <p:spPr>
              <a:xfrm>
                <a:off x="5862600" y="1281960"/>
                <a:ext cx="744840" cy="1669680"/>
              </a:xfrm>
              <a:custGeom>
                <a:avLst/>
                <a:gdLst>
                  <a:gd name="textAreaLeft" fmla="*/ 0 w 744840"/>
                  <a:gd name="textAreaRight" fmla="*/ 745200 w 744840"/>
                  <a:gd name="textAreaTop" fmla="*/ 0 h 1669680"/>
                  <a:gd name="textAreaBottom" fmla="*/ 1670040 h 1669680"/>
                </a:gdLst>
                <a:ahLst/>
                <a:cxnLst/>
                <a:rect l="textAreaLeft" t="textAreaTop" r="textAreaRight" b="textAreaBottom"/>
                <a:pathLst>
                  <a:path w="19926" h="44658">
                    <a:moveTo>
                      <a:pt x="15846" y="5456"/>
                    </a:moveTo>
                    <a:cubicBezTo>
                      <a:pt x="15846" y="5456"/>
                      <a:pt x="15844" y="5457"/>
                      <a:pt x="15840" y="5459"/>
                    </a:cubicBezTo>
                    <a:cubicBezTo>
                      <a:pt x="15836" y="5460"/>
                      <a:pt x="15833" y="5462"/>
                      <a:pt x="15828" y="5465"/>
                    </a:cubicBezTo>
                    <a:lnTo>
                      <a:pt x="15828" y="5465"/>
                    </a:lnTo>
                    <a:cubicBezTo>
                      <a:pt x="15840" y="5460"/>
                      <a:pt x="15846" y="5456"/>
                      <a:pt x="15846" y="5456"/>
                    </a:cubicBezTo>
                    <a:close/>
                    <a:moveTo>
                      <a:pt x="15578" y="0"/>
                    </a:moveTo>
                    <a:cubicBezTo>
                      <a:pt x="15496" y="0"/>
                      <a:pt x="15392" y="21"/>
                      <a:pt x="15264" y="71"/>
                    </a:cubicBezTo>
                    <a:cubicBezTo>
                      <a:pt x="14662" y="321"/>
                      <a:pt x="12707" y="873"/>
                      <a:pt x="12607" y="1224"/>
                    </a:cubicBezTo>
                    <a:cubicBezTo>
                      <a:pt x="12507" y="1575"/>
                      <a:pt x="12858" y="1600"/>
                      <a:pt x="11655" y="2402"/>
                    </a:cubicBezTo>
                    <a:cubicBezTo>
                      <a:pt x="10427" y="3204"/>
                      <a:pt x="9399" y="4306"/>
                      <a:pt x="8823" y="4657"/>
                    </a:cubicBezTo>
                    <a:cubicBezTo>
                      <a:pt x="8271" y="5008"/>
                      <a:pt x="8346" y="5384"/>
                      <a:pt x="7870" y="5585"/>
                    </a:cubicBezTo>
                    <a:cubicBezTo>
                      <a:pt x="7369" y="5810"/>
                      <a:pt x="7269" y="5660"/>
                      <a:pt x="6868" y="6186"/>
                    </a:cubicBezTo>
                    <a:cubicBezTo>
                      <a:pt x="6442" y="6712"/>
                      <a:pt x="4813" y="7840"/>
                      <a:pt x="4487" y="8342"/>
                    </a:cubicBezTo>
                    <a:cubicBezTo>
                      <a:pt x="4186" y="8818"/>
                      <a:pt x="2532" y="10823"/>
                      <a:pt x="1554" y="13530"/>
                    </a:cubicBezTo>
                    <a:cubicBezTo>
                      <a:pt x="577" y="16236"/>
                      <a:pt x="26" y="18818"/>
                      <a:pt x="51" y="19444"/>
                    </a:cubicBezTo>
                    <a:cubicBezTo>
                      <a:pt x="101" y="20046"/>
                      <a:pt x="0" y="22377"/>
                      <a:pt x="276" y="22803"/>
                    </a:cubicBezTo>
                    <a:cubicBezTo>
                      <a:pt x="552" y="23204"/>
                      <a:pt x="777" y="23880"/>
                      <a:pt x="853" y="24557"/>
                    </a:cubicBezTo>
                    <a:cubicBezTo>
                      <a:pt x="928" y="25259"/>
                      <a:pt x="1479" y="25635"/>
                      <a:pt x="1655" y="26061"/>
                    </a:cubicBezTo>
                    <a:cubicBezTo>
                      <a:pt x="1830" y="26462"/>
                      <a:pt x="1730" y="27414"/>
                      <a:pt x="1755" y="27690"/>
                    </a:cubicBezTo>
                    <a:cubicBezTo>
                      <a:pt x="1805" y="27966"/>
                      <a:pt x="2632" y="29495"/>
                      <a:pt x="2707" y="29745"/>
                    </a:cubicBezTo>
                    <a:cubicBezTo>
                      <a:pt x="2717" y="29787"/>
                      <a:pt x="2729" y="29803"/>
                      <a:pt x="2745" y="29803"/>
                    </a:cubicBezTo>
                    <a:cubicBezTo>
                      <a:pt x="2793" y="29803"/>
                      <a:pt x="2867" y="29650"/>
                      <a:pt x="2943" y="29650"/>
                    </a:cubicBezTo>
                    <a:cubicBezTo>
                      <a:pt x="2973" y="29650"/>
                      <a:pt x="3004" y="29675"/>
                      <a:pt x="3033" y="29745"/>
                    </a:cubicBezTo>
                    <a:cubicBezTo>
                      <a:pt x="3183" y="30021"/>
                      <a:pt x="3484" y="30698"/>
                      <a:pt x="3484" y="31424"/>
                    </a:cubicBezTo>
                    <a:cubicBezTo>
                      <a:pt x="3484" y="32151"/>
                      <a:pt x="2557" y="32201"/>
                      <a:pt x="2808" y="32853"/>
                    </a:cubicBezTo>
                    <a:cubicBezTo>
                      <a:pt x="3033" y="33505"/>
                      <a:pt x="5364" y="37364"/>
                      <a:pt x="6341" y="38743"/>
                    </a:cubicBezTo>
                    <a:cubicBezTo>
                      <a:pt x="7319" y="40146"/>
                      <a:pt x="9875" y="42402"/>
                      <a:pt x="10627" y="42853"/>
                    </a:cubicBezTo>
                    <a:lnTo>
                      <a:pt x="14587" y="44658"/>
                    </a:lnTo>
                    <a:cubicBezTo>
                      <a:pt x="14917" y="44587"/>
                      <a:pt x="14604" y="44050"/>
                      <a:pt x="15088" y="44050"/>
                    </a:cubicBezTo>
                    <a:cubicBezTo>
                      <a:pt x="15119" y="44050"/>
                      <a:pt x="15152" y="44052"/>
                      <a:pt x="15189" y="44056"/>
                    </a:cubicBezTo>
                    <a:cubicBezTo>
                      <a:pt x="15626" y="44109"/>
                      <a:pt x="16503" y="44356"/>
                      <a:pt x="17197" y="44356"/>
                    </a:cubicBezTo>
                    <a:cubicBezTo>
                      <a:pt x="17498" y="44356"/>
                      <a:pt x="17764" y="44310"/>
                      <a:pt x="17945" y="44181"/>
                    </a:cubicBezTo>
                    <a:cubicBezTo>
                      <a:pt x="18572" y="43780"/>
                      <a:pt x="17544" y="43304"/>
                      <a:pt x="18271" y="43079"/>
                    </a:cubicBezTo>
                    <a:cubicBezTo>
                      <a:pt x="18998" y="42878"/>
                      <a:pt x="19675" y="42502"/>
                      <a:pt x="19800" y="42051"/>
                    </a:cubicBezTo>
                    <a:cubicBezTo>
                      <a:pt x="19900" y="41600"/>
                      <a:pt x="19925" y="41274"/>
                      <a:pt x="19374" y="41174"/>
                    </a:cubicBezTo>
                    <a:cubicBezTo>
                      <a:pt x="18823" y="41074"/>
                      <a:pt x="18271" y="40497"/>
                      <a:pt x="17795" y="40347"/>
                    </a:cubicBezTo>
                    <a:cubicBezTo>
                      <a:pt x="17294" y="40196"/>
                      <a:pt x="16442" y="40272"/>
                      <a:pt x="15915" y="39971"/>
                    </a:cubicBezTo>
                    <a:cubicBezTo>
                      <a:pt x="15389" y="39645"/>
                      <a:pt x="14136" y="38617"/>
                      <a:pt x="13660" y="38567"/>
                    </a:cubicBezTo>
                    <a:cubicBezTo>
                      <a:pt x="13158" y="38542"/>
                      <a:pt x="12131" y="38567"/>
                      <a:pt x="12657" y="38417"/>
                    </a:cubicBezTo>
                    <a:cubicBezTo>
                      <a:pt x="13158" y="38241"/>
                      <a:pt x="13559" y="38267"/>
                      <a:pt x="13309" y="38016"/>
                    </a:cubicBezTo>
                    <a:cubicBezTo>
                      <a:pt x="13058" y="37790"/>
                      <a:pt x="12482" y="36637"/>
                      <a:pt x="12056" y="36312"/>
                    </a:cubicBezTo>
                    <a:cubicBezTo>
                      <a:pt x="11655" y="36011"/>
                      <a:pt x="10502" y="35735"/>
                      <a:pt x="9975" y="35084"/>
                    </a:cubicBezTo>
                    <a:cubicBezTo>
                      <a:pt x="9449" y="34407"/>
                      <a:pt x="8772" y="32928"/>
                      <a:pt x="8772" y="32928"/>
                    </a:cubicBezTo>
                    <a:cubicBezTo>
                      <a:pt x="8772" y="32928"/>
                      <a:pt x="7269" y="32502"/>
                      <a:pt x="6742" y="31850"/>
                    </a:cubicBezTo>
                    <a:cubicBezTo>
                      <a:pt x="6241" y="31199"/>
                      <a:pt x="5715" y="30522"/>
                      <a:pt x="5389" y="30472"/>
                    </a:cubicBezTo>
                    <a:cubicBezTo>
                      <a:pt x="5088" y="30397"/>
                      <a:pt x="4813" y="30146"/>
                      <a:pt x="4612" y="30121"/>
                    </a:cubicBezTo>
                    <a:cubicBezTo>
                      <a:pt x="4597" y="30118"/>
                      <a:pt x="4583" y="30116"/>
                      <a:pt x="4569" y="30116"/>
                    </a:cubicBezTo>
                    <a:cubicBezTo>
                      <a:pt x="4369" y="30116"/>
                      <a:pt x="4245" y="30432"/>
                      <a:pt x="4011" y="30572"/>
                    </a:cubicBezTo>
                    <a:cubicBezTo>
                      <a:pt x="3987" y="30584"/>
                      <a:pt x="3963" y="30590"/>
                      <a:pt x="3940" y="30590"/>
                    </a:cubicBezTo>
                    <a:cubicBezTo>
                      <a:pt x="3718" y="30590"/>
                      <a:pt x="3520" y="30078"/>
                      <a:pt x="3384" y="29670"/>
                    </a:cubicBezTo>
                    <a:cubicBezTo>
                      <a:pt x="3259" y="29219"/>
                      <a:pt x="2757" y="29394"/>
                      <a:pt x="2557" y="28993"/>
                    </a:cubicBezTo>
                    <a:cubicBezTo>
                      <a:pt x="2356" y="28617"/>
                      <a:pt x="2131" y="27865"/>
                      <a:pt x="2181" y="27615"/>
                    </a:cubicBezTo>
                    <a:cubicBezTo>
                      <a:pt x="2206" y="27364"/>
                      <a:pt x="2582" y="26587"/>
                      <a:pt x="2482" y="26186"/>
                    </a:cubicBezTo>
                    <a:cubicBezTo>
                      <a:pt x="2381" y="25810"/>
                      <a:pt x="1805" y="25409"/>
                      <a:pt x="1630" y="25008"/>
                    </a:cubicBezTo>
                    <a:cubicBezTo>
                      <a:pt x="1454" y="24632"/>
                      <a:pt x="1855" y="23931"/>
                      <a:pt x="2106" y="23605"/>
                    </a:cubicBezTo>
                    <a:cubicBezTo>
                      <a:pt x="2356" y="23254"/>
                      <a:pt x="2632" y="23179"/>
                      <a:pt x="2281" y="22878"/>
                    </a:cubicBezTo>
                    <a:cubicBezTo>
                      <a:pt x="2103" y="22712"/>
                      <a:pt x="1904" y="22624"/>
                      <a:pt x="1763" y="22624"/>
                    </a:cubicBezTo>
                    <a:cubicBezTo>
                      <a:pt x="1626" y="22624"/>
                      <a:pt x="1543" y="22706"/>
                      <a:pt x="1579" y="22878"/>
                    </a:cubicBezTo>
                    <a:cubicBezTo>
                      <a:pt x="1614" y="23028"/>
                      <a:pt x="1553" y="23131"/>
                      <a:pt x="1449" y="23131"/>
                    </a:cubicBezTo>
                    <a:cubicBezTo>
                      <a:pt x="1329" y="23131"/>
                      <a:pt x="1151" y="22992"/>
                      <a:pt x="1003" y="22627"/>
                    </a:cubicBezTo>
                    <a:cubicBezTo>
                      <a:pt x="727" y="21926"/>
                      <a:pt x="602" y="20296"/>
                      <a:pt x="1178" y="19670"/>
                    </a:cubicBezTo>
                    <a:cubicBezTo>
                      <a:pt x="1684" y="19095"/>
                      <a:pt x="1431" y="18373"/>
                      <a:pt x="1869" y="18373"/>
                    </a:cubicBezTo>
                    <a:cubicBezTo>
                      <a:pt x="1908" y="18373"/>
                      <a:pt x="1953" y="18379"/>
                      <a:pt x="2006" y="18392"/>
                    </a:cubicBezTo>
                    <a:cubicBezTo>
                      <a:pt x="2632" y="18542"/>
                      <a:pt x="2757" y="19018"/>
                      <a:pt x="2908" y="19494"/>
                    </a:cubicBezTo>
                    <a:cubicBezTo>
                      <a:pt x="2970" y="19745"/>
                      <a:pt x="3071" y="19895"/>
                      <a:pt x="3152" y="19895"/>
                    </a:cubicBezTo>
                    <a:cubicBezTo>
                      <a:pt x="3234" y="19895"/>
                      <a:pt x="3296" y="19745"/>
                      <a:pt x="3284" y="19394"/>
                    </a:cubicBezTo>
                    <a:lnTo>
                      <a:pt x="3284" y="19394"/>
                    </a:lnTo>
                    <a:cubicBezTo>
                      <a:pt x="3935" y="20196"/>
                      <a:pt x="3910" y="20647"/>
                      <a:pt x="4011" y="20748"/>
                    </a:cubicBezTo>
                    <a:cubicBezTo>
                      <a:pt x="4111" y="20848"/>
                      <a:pt x="4261" y="20848"/>
                      <a:pt x="4261" y="21073"/>
                    </a:cubicBezTo>
                    <a:cubicBezTo>
                      <a:pt x="4261" y="21274"/>
                      <a:pt x="4086" y="22176"/>
                      <a:pt x="4111" y="22652"/>
                    </a:cubicBezTo>
                    <a:cubicBezTo>
                      <a:pt x="4157" y="23117"/>
                      <a:pt x="4118" y="23538"/>
                      <a:pt x="4291" y="23538"/>
                    </a:cubicBezTo>
                    <a:cubicBezTo>
                      <a:pt x="4305" y="23538"/>
                      <a:pt x="4320" y="23535"/>
                      <a:pt x="4336" y="23530"/>
                    </a:cubicBezTo>
                    <a:cubicBezTo>
                      <a:pt x="4537" y="23454"/>
                      <a:pt x="4712" y="22527"/>
                      <a:pt x="4712" y="21926"/>
                    </a:cubicBezTo>
                    <a:cubicBezTo>
                      <a:pt x="4712" y="21349"/>
                      <a:pt x="4838" y="20723"/>
                      <a:pt x="5163" y="20672"/>
                    </a:cubicBezTo>
                    <a:cubicBezTo>
                      <a:pt x="5433" y="20650"/>
                      <a:pt x="5723" y="20386"/>
                      <a:pt x="6051" y="20386"/>
                    </a:cubicBezTo>
                    <a:cubicBezTo>
                      <a:pt x="6089" y="20386"/>
                      <a:pt x="6127" y="20389"/>
                      <a:pt x="6166" y="20397"/>
                    </a:cubicBezTo>
                    <a:cubicBezTo>
                      <a:pt x="6218" y="20407"/>
                      <a:pt x="6273" y="20412"/>
                      <a:pt x="6330" y="20412"/>
                    </a:cubicBezTo>
                    <a:cubicBezTo>
                      <a:pt x="6680" y="20412"/>
                      <a:pt x="7082" y="20216"/>
                      <a:pt x="7168" y="19870"/>
                    </a:cubicBezTo>
                    <a:cubicBezTo>
                      <a:pt x="7269" y="19494"/>
                      <a:pt x="8497" y="18367"/>
                      <a:pt x="8823" y="18367"/>
                    </a:cubicBezTo>
                    <a:cubicBezTo>
                      <a:pt x="9156" y="18390"/>
                      <a:pt x="9467" y="18821"/>
                      <a:pt x="9755" y="18821"/>
                    </a:cubicBezTo>
                    <a:cubicBezTo>
                      <a:pt x="9770" y="18821"/>
                      <a:pt x="9785" y="18820"/>
                      <a:pt x="9800" y="18818"/>
                    </a:cubicBezTo>
                    <a:cubicBezTo>
                      <a:pt x="10126" y="18743"/>
                      <a:pt x="9750" y="17941"/>
                      <a:pt x="10326" y="17865"/>
                    </a:cubicBezTo>
                    <a:cubicBezTo>
                      <a:pt x="10661" y="17820"/>
                      <a:pt x="10996" y="17746"/>
                      <a:pt x="11230" y="17746"/>
                    </a:cubicBezTo>
                    <a:cubicBezTo>
                      <a:pt x="11381" y="17746"/>
                      <a:pt x="11490" y="17777"/>
                      <a:pt x="11529" y="17865"/>
                    </a:cubicBezTo>
                    <a:cubicBezTo>
                      <a:pt x="11655" y="18116"/>
                      <a:pt x="10853" y="18241"/>
                      <a:pt x="11078" y="18417"/>
                    </a:cubicBezTo>
                    <a:cubicBezTo>
                      <a:pt x="11135" y="18457"/>
                      <a:pt x="11203" y="18472"/>
                      <a:pt x="11277" y="18472"/>
                    </a:cubicBezTo>
                    <a:cubicBezTo>
                      <a:pt x="11515" y="18472"/>
                      <a:pt x="11820" y="18315"/>
                      <a:pt x="12066" y="18315"/>
                    </a:cubicBezTo>
                    <a:cubicBezTo>
                      <a:pt x="12079" y="18315"/>
                      <a:pt x="12093" y="18316"/>
                      <a:pt x="12106" y="18317"/>
                    </a:cubicBezTo>
                    <a:cubicBezTo>
                      <a:pt x="12293" y="18348"/>
                      <a:pt x="12705" y="18467"/>
                      <a:pt x="12995" y="18467"/>
                    </a:cubicBezTo>
                    <a:cubicBezTo>
                      <a:pt x="13169" y="18467"/>
                      <a:pt x="13299" y="18423"/>
                      <a:pt x="13309" y="18291"/>
                    </a:cubicBezTo>
                    <a:cubicBezTo>
                      <a:pt x="13329" y="18009"/>
                      <a:pt x="13382" y="17677"/>
                      <a:pt x="13257" y="17677"/>
                    </a:cubicBezTo>
                    <a:cubicBezTo>
                      <a:pt x="13227" y="17677"/>
                      <a:pt x="13187" y="17696"/>
                      <a:pt x="13133" y="17740"/>
                    </a:cubicBezTo>
                    <a:cubicBezTo>
                      <a:pt x="12933" y="17904"/>
                      <a:pt x="12891" y="18121"/>
                      <a:pt x="12807" y="18121"/>
                    </a:cubicBezTo>
                    <a:cubicBezTo>
                      <a:pt x="12775" y="18121"/>
                      <a:pt x="12737" y="18091"/>
                      <a:pt x="12682" y="18016"/>
                    </a:cubicBezTo>
                    <a:cubicBezTo>
                      <a:pt x="12482" y="17740"/>
                      <a:pt x="12231" y="17690"/>
                      <a:pt x="12306" y="17264"/>
                    </a:cubicBezTo>
                    <a:cubicBezTo>
                      <a:pt x="12382" y="16863"/>
                      <a:pt x="12883" y="16437"/>
                      <a:pt x="12757" y="16337"/>
                    </a:cubicBezTo>
                    <a:cubicBezTo>
                      <a:pt x="12607" y="16236"/>
                      <a:pt x="11855" y="16211"/>
                      <a:pt x="11755" y="16061"/>
                    </a:cubicBezTo>
                    <a:cubicBezTo>
                      <a:pt x="11669" y="15954"/>
                      <a:pt x="11949" y="15628"/>
                      <a:pt x="12406" y="15628"/>
                    </a:cubicBezTo>
                    <a:cubicBezTo>
                      <a:pt x="12485" y="15628"/>
                      <a:pt x="12569" y="15638"/>
                      <a:pt x="12657" y="15660"/>
                    </a:cubicBezTo>
                    <a:cubicBezTo>
                      <a:pt x="13206" y="15779"/>
                      <a:pt x="13551" y="16240"/>
                      <a:pt x="13907" y="16240"/>
                    </a:cubicBezTo>
                    <a:cubicBezTo>
                      <a:pt x="13925" y="16240"/>
                      <a:pt x="13943" y="16239"/>
                      <a:pt x="13960" y="16236"/>
                    </a:cubicBezTo>
                    <a:cubicBezTo>
                      <a:pt x="14260" y="16218"/>
                      <a:pt x="14644" y="15905"/>
                      <a:pt x="14818" y="15905"/>
                    </a:cubicBezTo>
                    <a:cubicBezTo>
                      <a:pt x="14878" y="15905"/>
                      <a:pt x="14913" y="15941"/>
                      <a:pt x="14913" y="16036"/>
                    </a:cubicBezTo>
                    <a:cubicBezTo>
                      <a:pt x="14913" y="16412"/>
                      <a:pt x="14211" y="16963"/>
                      <a:pt x="14111" y="17264"/>
                    </a:cubicBezTo>
                    <a:cubicBezTo>
                      <a:pt x="14011" y="17590"/>
                      <a:pt x="14186" y="17765"/>
                      <a:pt x="14662" y="17916"/>
                    </a:cubicBezTo>
                    <a:cubicBezTo>
                      <a:pt x="15077" y="18025"/>
                      <a:pt x="15112" y="18420"/>
                      <a:pt x="15296" y="18420"/>
                    </a:cubicBezTo>
                    <a:cubicBezTo>
                      <a:pt x="15323" y="18420"/>
                      <a:pt x="15354" y="18411"/>
                      <a:pt x="15389" y="18392"/>
                    </a:cubicBezTo>
                    <a:cubicBezTo>
                      <a:pt x="15665" y="18241"/>
                      <a:pt x="15840" y="17214"/>
                      <a:pt x="15539" y="17038"/>
                    </a:cubicBezTo>
                    <a:cubicBezTo>
                      <a:pt x="15494" y="17014"/>
                      <a:pt x="15448" y="17005"/>
                      <a:pt x="15402" y="17005"/>
                    </a:cubicBezTo>
                    <a:cubicBezTo>
                      <a:pt x="15252" y="17005"/>
                      <a:pt x="15111" y="17107"/>
                      <a:pt x="15045" y="17107"/>
                    </a:cubicBezTo>
                    <a:cubicBezTo>
                      <a:pt x="14988" y="17107"/>
                      <a:pt x="14988" y="17029"/>
                      <a:pt x="15088" y="16738"/>
                    </a:cubicBezTo>
                    <a:cubicBezTo>
                      <a:pt x="15314" y="15986"/>
                      <a:pt x="15840" y="15885"/>
                      <a:pt x="15640" y="15234"/>
                    </a:cubicBezTo>
                    <a:cubicBezTo>
                      <a:pt x="15414" y="14582"/>
                      <a:pt x="15013" y="13805"/>
                      <a:pt x="15013" y="13530"/>
                    </a:cubicBezTo>
                    <a:cubicBezTo>
                      <a:pt x="15013" y="13254"/>
                      <a:pt x="15314" y="11800"/>
                      <a:pt x="15314" y="11800"/>
                    </a:cubicBezTo>
                    <a:lnTo>
                      <a:pt x="15314" y="11800"/>
                    </a:lnTo>
                    <a:cubicBezTo>
                      <a:pt x="15314" y="11800"/>
                      <a:pt x="14938" y="12239"/>
                      <a:pt x="14643" y="12239"/>
                    </a:cubicBezTo>
                    <a:cubicBezTo>
                      <a:pt x="14615" y="12239"/>
                      <a:pt x="14588" y="12235"/>
                      <a:pt x="14562" y="12226"/>
                    </a:cubicBezTo>
                    <a:cubicBezTo>
                      <a:pt x="14236" y="12101"/>
                      <a:pt x="14036" y="11900"/>
                      <a:pt x="14211" y="11675"/>
                    </a:cubicBezTo>
                    <a:cubicBezTo>
                      <a:pt x="14387" y="11424"/>
                      <a:pt x="14813" y="10998"/>
                      <a:pt x="14687" y="10973"/>
                    </a:cubicBezTo>
                    <a:cubicBezTo>
                      <a:pt x="14587" y="10923"/>
                      <a:pt x="14462" y="10798"/>
                      <a:pt x="14462" y="10597"/>
                    </a:cubicBezTo>
                    <a:cubicBezTo>
                      <a:pt x="14462" y="10372"/>
                      <a:pt x="14236" y="10146"/>
                      <a:pt x="14136" y="9996"/>
                    </a:cubicBezTo>
                    <a:cubicBezTo>
                      <a:pt x="14045" y="9883"/>
                      <a:pt x="14037" y="9688"/>
                      <a:pt x="13907" y="9688"/>
                    </a:cubicBezTo>
                    <a:cubicBezTo>
                      <a:pt x="13893" y="9688"/>
                      <a:pt x="13877" y="9690"/>
                      <a:pt x="13860" y="9695"/>
                    </a:cubicBezTo>
                    <a:cubicBezTo>
                      <a:pt x="13685" y="9720"/>
                      <a:pt x="13409" y="10171"/>
                      <a:pt x="13309" y="10447"/>
                    </a:cubicBezTo>
                    <a:cubicBezTo>
                      <a:pt x="13209" y="10723"/>
                      <a:pt x="12607" y="10798"/>
                      <a:pt x="12607" y="11048"/>
                    </a:cubicBezTo>
                    <a:cubicBezTo>
                      <a:pt x="12607" y="11274"/>
                      <a:pt x="12682" y="11976"/>
                      <a:pt x="12106" y="12076"/>
                    </a:cubicBezTo>
                    <a:cubicBezTo>
                      <a:pt x="11504" y="12176"/>
                      <a:pt x="11204" y="12076"/>
                      <a:pt x="11078" y="12251"/>
                    </a:cubicBezTo>
                    <a:cubicBezTo>
                      <a:pt x="10980" y="12423"/>
                      <a:pt x="10572" y="13406"/>
                      <a:pt x="10343" y="13406"/>
                    </a:cubicBezTo>
                    <a:cubicBezTo>
                      <a:pt x="10337" y="13406"/>
                      <a:pt x="10332" y="13405"/>
                      <a:pt x="10326" y="13404"/>
                    </a:cubicBezTo>
                    <a:cubicBezTo>
                      <a:pt x="10076" y="13329"/>
                      <a:pt x="10201" y="12903"/>
                      <a:pt x="10326" y="12452"/>
                    </a:cubicBezTo>
                    <a:cubicBezTo>
                      <a:pt x="10427" y="12001"/>
                      <a:pt x="10853" y="12101"/>
                      <a:pt x="10777" y="11675"/>
                    </a:cubicBezTo>
                    <a:cubicBezTo>
                      <a:pt x="10702" y="11224"/>
                      <a:pt x="10477" y="11424"/>
                      <a:pt x="10527" y="10998"/>
                    </a:cubicBezTo>
                    <a:cubicBezTo>
                      <a:pt x="10602" y="10597"/>
                      <a:pt x="10226" y="9996"/>
                      <a:pt x="10326" y="9820"/>
                    </a:cubicBezTo>
                    <a:cubicBezTo>
                      <a:pt x="10402" y="9645"/>
                      <a:pt x="10752" y="9620"/>
                      <a:pt x="10702" y="9344"/>
                    </a:cubicBezTo>
                    <a:cubicBezTo>
                      <a:pt x="10677" y="9068"/>
                      <a:pt x="10777" y="8216"/>
                      <a:pt x="11479" y="8191"/>
                    </a:cubicBezTo>
                    <a:cubicBezTo>
                      <a:pt x="12156" y="8166"/>
                      <a:pt x="13509" y="7915"/>
                      <a:pt x="13785" y="7765"/>
                    </a:cubicBezTo>
                    <a:cubicBezTo>
                      <a:pt x="13915" y="7706"/>
                      <a:pt x="14040" y="7680"/>
                      <a:pt x="14151" y="7680"/>
                    </a:cubicBezTo>
                    <a:cubicBezTo>
                      <a:pt x="14275" y="7680"/>
                      <a:pt x="14382" y="7712"/>
                      <a:pt x="14462" y="7765"/>
                    </a:cubicBezTo>
                    <a:cubicBezTo>
                      <a:pt x="14514" y="7817"/>
                      <a:pt x="14544" y="7843"/>
                      <a:pt x="14586" y="7843"/>
                    </a:cubicBezTo>
                    <a:cubicBezTo>
                      <a:pt x="14644" y="7843"/>
                      <a:pt x="14723" y="7792"/>
                      <a:pt x="14913" y="7690"/>
                    </a:cubicBezTo>
                    <a:cubicBezTo>
                      <a:pt x="15178" y="7513"/>
                      <a:pt x="15990" y="7063"/>
                      <a:pt x="16281" y="7063"/>
                    </a:cubicBezTo>
                    <a:cubicBezTo>
                      <a:pt x="16319" y="7063"/>
                      <a:pt x="16349" y="7071"/>
                      <a:pt x="16366" y="7088"/>
                    </a:cubicBezTo>
                    <a:cubicBezTo>
                      <a:pt x="16492" y="7214"/>
                      <a:pt x="16366" y="8016"/>
                      <a:pt x="16041" y="8342"/>
                    </a:cubicBezTo>
                    <a:cubicBezTo>
                      <a:pt x="15764" y="8619"/>
                      <a:pt x="15572" y="9002"/>
                      <a:pt x="15347" y="9002"/>
                    </a:cubicBezTo>
                    <a:cubicBezTo>
                      <a:pt x="15328" y="9002"/>
                      <a:pt x="15309" y="8999"/>
                      <a:pt x="15289" y="8993"/>
                    </a:cubicBezTo>
                    <a:cubicBezTo>
                      <a:pt x="15104" y="8938"/>
                      <a:pt x="14714" y="8718"/>
                      <a:pt x="14593" y="8718"/>
                    </a:cubicBezTo>
                    <a:cubicBezTo>
                      <a:pt x="14550" y="8718"/>
                      <a:pt x="14541" y="8746"/>
                      <a:pt x="14587" y="8818"/>
                    </a:cubicBezTo>
                    <a:cubicBezTo>
                      <a:pt x="14762" y="9093"/>
                      <a:pt x="15214" y="9194"/>
                      <a:pt x="15214" y="9419"/>
                    </a:cubicBezTo>
                    <a:cubicBezTo>
                      <a:pt x="15214" y="9620"/>
                      <a:pt x="15038" y="10472"/>
                      <a:pt x="15289" y="10622"/>
                    </a:cubicBezTo>
                    <a:cubicBezTo>
                      <a:pt x="15316" y="10638"/>
                      <a:pt x="15340" y="10645"/>
                      <a:pt x="15362" y="10645"/>
                    </a:cubicBezTo>
                    <a:cubicBezTo>
                      <a:pt x="15546" y="10645"/>
                      <a:pt x="15575" y="10141"/>
                      <a:pt x="15665" y="10096"/>
                    </a:cubicBezTo>
                    <a:cubicBezTo>
                      <a:pt x="15666" y="10096"/>
                      <a:pt x="15668" y="10095"/>
                      <a:pt x="15670" y="10095"/>
                    </a:cubicBezTo>
                    <a:cubicBezTo>
                      <a:pt x="15750" y="10095"/>
                      <a:pt x="15709" y="10639"/>
                      <a:pt x="15858" y="10639"/>
                    </a:cubicBezTo>
                    <a:cubicBezTo>
                      <a:pt x="15880" y="10639"/>
                      <a:pt x="15908" y="10627"/>
                      <a:pt x="15940" y="10597"/>
                    </a:cubicBezTo>
                    <a:cubicBezTo>
                      <a:pt x="16191" y="10347"/>
                      <a:pt x="16291" y="9645"/>
                      <a:pt x="16316" y="9369"/>
                    </a:cubicBezTo>
                    <a:cubicBezTo>
                      <a:pt x="16354" y="9160"/>
                      <a:pt x="16262" y="9066"/>
                      <a:pt x="16293" y="9066"/>
                    </a:cubicBezTo>
                    <a:cubicBezTo>
                      <a:pt x="16302" y="9066"/>
                      <a:pt x="16324" y="9075"/>
                      <a:pt x="16366" y="9093"/>
                    </a:cubicBezTo>
                    <a:cubicBezTo>
                      <a:pt x="16542" y="9169"/>
                      <a:pt x="16366" y="9870"/>
                      <a:pt x="16667" y="9870"/>
                    </a:cubicBezTo>
                    <a:cubicBezTo>
                      <a:pt x="16993" y="9870"/>
                      <a:pt x="17670" y="9745"/>
                      <a:pt x="17394" y="9369"/>
                    </a:cubicBezTo>
                    <a:cubicBezTo>
                      <a:pt x="17118" y="8993"/>
                      <a:pt x="16993" y="8367"/>
                      <a:pt x="17093" y="8291"/>
                    </a:cubicBezTo>
                    <a:cubicBezTo>
                      <a:pt x="17194" y="8216"/>
                      <a:pt x="17369" y="8116"/>
                      <a:pt x="17369" y="7915"/>
                    </a:cubicBezTo>
                    <a:cubicBezTo>
                      <a:pt x="17369" y="7715"/>
                      <a:pt x="17720" y="6738"/>
                      <a:pt x="17219" y="6587"/>
                    </a:cubicBezTo>
                    <a:cubicBezTo>
                      <a:pt x="17128" y="6563"/>
                      <a:pt x="17044" y="6555"/>
                      <a:pt x="16970" y="6555"/>
                    </a:cubicBezTo>
                    <a:cubicBezTo>
                      <a:pt x="16797" y="6555"/>
                      <a:pt x="16678" y="6601"/>
                      <a:pt x="16643" y="6601"/>
                    </a:cubicBezTo>
                    <a:cubicBezTo>
                      <a:pt x="16615" y="6601"/>
                      <a:pt x="16643" y="6571"/>
                      <a:pt x="16742" y="6462"/>
                    </a:cubicBezTo>
                    <a:cubicBezTo>
                      <a:pt x="17018" y="6136"/>
                      <a:pt x="17118" y="5735"/>
                      <a:pt x="17118" y="5735"/>
                    </a:cubicBezTo>
                    <a:cubicBezTo>
                      <a:pt x="17118" y="5735"/>
                      <a:pt x="17050" y="5726"/>
                      <a:pt x="16943" y="5726"/>
                    </a:cubicBezTo>
                    <a:cubicBezTo>
                      <a:pt x="16704" y="5726"/>
                      <a:pt x="16276" y="5774"/>
                      <a:pt x="16016" y="6086"/>
                    </a:cubicBezTo>
                    <a:cubicBezTo>
                      <a:pt x="15640" y="6537"/>
                      <a:pt x="15740" y="6662"/>
                      <a:pt x="15640" y="6738"/>
                    </a:cubicBezTo>
                    <a:cubicBezTo>
                      <a:pt x="15555" y="6801"/>
                      <a:pt x="15021" y="7152"/>
                      <a:pt x="14783" y="7152"/>
                    </a:cubicBezTo>
                    <a:cubicBezTo>
                      <a:pt x="14740" y="7152"/>
                      <a:pt x="14707" y="7140"/>
                      <a:pt x="14687" y="7113"/>
                    </a:cubicBezTo>
                    <a:cubicBezTo>
                      <a:pt x="14587" y="6938"/>
                      <a:pt x="15289" y="6562"/>
                      <a:pt x="15364" y="6462"/>
                    </a:cubicBezTo>
                    <a:cubicBezTo>
                      <a:pt x="15412" y="6365"/>
                      <a:pt x="15716" y="5548"/>
                      <a:pt x="15828" y="5465"/>
                    </a:cubicBezTo>
                    <a:lnTo>
                      <a:pt x="15828" y="5465"/>
                    </a:lnTo>
                    <a:cubicBezTo>
                      <a:pt x="15681" y="5540"/>
                      <a:pt x="14655" y="6066"/>
                      <a:pt x="14387" y="6311"/>
                    </a:cubicBezTo>
                    <a:cubicBezTo>
                      <a:pt x="14147" y="6514"/>
                      <a:pt x="13771" y="6636"/>
                      <a:pt x="13620" y="6636"/>
                    </a:cubicBezTo>
                    <a:cubicBezTo>
                      <a:pt x="13565" y="6636"/>
                      <a:pt x="13540" y="6620"/>
                      <a:pt x="13559" y="6587"/>
                    </a:cubicBezTo>
                    <a:cubicBezTo>
                      <a:pt x="13610" y="6487"/>
                      <a:pt x="15364" y="5760"/>
                      <a:pt x="14938" y="5635"/>
                    </a:cubicBezTo>
                    <a:cubicBezTo>
                      <a:pt x="14891" y="5618"/>
                      <a:pt x="14840" y="5611"/>
                      <a:pt x="14787" y="5611"/>
                    </a:cubicBezTo>
                    <a:cubicBezTo>
                      <a:pt x="14444" y="5611"/>
                      <a:pt x="13989" y="5906"/>
                      <a:pt x="13748" y="5906"/>
                    </a:cubicBezTo>
                    <a:cubicBezTo>
                      <a:pt x="13686" y="5906"/>
                      <a:pt x="13637" y="5886"/>
                      <a:pt x="13610" y="5835"/>
                    </a:cubicBezTo>
                    <a:cubicBezTo>
                      <a:pt x="13484" y="5560"/>
                      <a:pt x="13860" y="5735"/>
                      <a:pt x="13735" y="5459"/>
                    </a:cubicBezTo>
                    <a:cubicBezTo>
                      <a:pt x="13686" y="5370"/>
                      <a:pt x="13603" y="5352"/>
                      <a:pt x="13516" y="5352"/>
                    </a:cubicBezTo>
                    <a:cubicBezTo>
                      <a:pt x="13457" y="5352"/>
                      <a:pt x="13396" y="5360"/>
                      <a:pt x="13344" y="5360"/>
                    </a:cubicBezTo>
                    <a:cubicBezTo>
                      <a:pt x="13236" y="5360"/>
                      <a:pt x="13163" y="5325"/>
                      <a:pt x="13209" y="5108"/>
                    </a:cubicBezTo>
                    <a:cubicBezTo>
                      <a:pt x="13309" y="4632"/>
                      <a:pt x="13108" y="4507"/>
                      <a:pt x="13409" y="4482"/>
                    </a:cubicBezTo>
                    <a:cubicBezTo>
                      <a:pt x="13735" y="4457"/>
                      <a:pt x="13760" y="4181"/>
                      <a:pt x="14011" y="3755"/>
                    </a:cubicBezTo>
                    <a:cubicBezTo>
                      <a:pt x="14236" y="3329"/>
                      <a:pt x="14286" y="2226"/>
                      <a:pt x="14562" y="2201"/>
                    </a:cubicBezTo>
                    <a:cubicBezTo>
                      <a:pt x="14838" y="2151"/>
                      <a:pt x="16742" y="1199"/>
                      <a:pt x="16918" y="773"/>
                    </a:cubicBezTo>
                    <a:cubicBezTo>
                      <a:pt x="17066" y="412"/>
                      <a:pt x="17538" y="87"/>
                      <a:pt x="17254" y="87"/>
                    </a:cubicBezTo>
                    <a:cubicBezTo>
                      <a:pt x="17202" y="87"/>
                      <a:pt x="17126" y="98"/>
                      <a:pt x="17018" y="121"/>
                    </a:cubicBezTo>
                    <a:cubicBezTo>
                      <a:pt x="16470" y="219"/>
                      <a:pt x="15968" y="393"/>
                      <a:pt x="15834" y="393"/>
                    </a:cubicBezTo>
                    <a:cubicBezTo>
                      <a:pt x="15796" y="393"/>
                      <a:pt x="15788" y="379"/>
                      <a:pt x="15815" y="347"/>
                    </a:cubicBezTo>
                    <a:cubicBezTo>
                      <a:pt x="15893" y="249"/>
                      <a:pt x="15865" y="0"/>
                      <a:pt x="15578" y="0"/>
                    </a:cubicBezTo>
                    <a:close/>
                  </a:path>
                </a:pathLst>
              </a:custGeom>
              <a:solidFill>
                <a:srgbClr val="bee1f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8" name="Google Shape;7619;p110"/>
              <p:cNvSpPr/>
              <p:nvPr/>
            </p:nvSpPr>
            <p:spPr>
              <a:xfrm>
                <a:off x="6043680" y="2291040"/>
                <a:ext cx="72720" cy="65880"/>
              </a:xfrm>
              <a:custGeom>
                <a:avLst/>
                <a:gdLst>
                  <a:gd name="textAreaLeft" fmla="*/ 0 w 72720"/>
                  <a:gd name="textAreaRight" fmla="*/ 73080 w 72720"/>
                  <a:gd name="textAreaTop" fmla="*/ 0 h 65880"/>
                  <a:gd name="textAreaBottom" fmla="*/ 66240 h 65880"/>
                </a:gdLst>
                <a:ahLst/>
                <a:cxnLst/>
                <a:rect l="textAreaLeft" t="textAreaTop" r="textAreaRight" b="textAreaBottom"/>
                <a:pathLst>
                  <a:path w="1959" h="1767">
                    <a:moveTo>
                      <a:pt x="557" y="1"/>
                    </a:moveTo>
                    <a:cubicBezTo>
                      <a:pt x="552" y="1"/>
                      <a:pt x="548" y="1"/>
                      <a:pt x="544" y="2"/>
                    </a:cubicBezTo>
                    <a:cubicBezTo>
                      <a:pt x="318" y="52"/>
                      <a:pt x="644" y="378"/>
                      <a:pt x="744" y="729"/>
                    </a:cubicBezTo>
                    <a:cubicBezTo>
                      <a:pt x="764" y="801"/>
                      <a:pt x="745" y="829"/>
                      <a:pt x="703" y="829"/>
                    </a:cubicBezTo>
                    <a:cubicBezTo>
                      <a:pt x="563" y="829"/>
                      <a:pt x="168" y="526"/>
                      <a:pt x="46" y="526"/>
                    </a:cubicBezTo>
                    <a:cubicBezTo>
                      <a:pt x="13" y="526"/>
                      <a:pt x="0" y="548"/>
                      <a:pt x="18" y="604"/>
                    </a:cubicBezTo>
                    <a:cubicBezTo>
                      <a:pt x="103" y="903"/>
                      <a:pt x="1500" y="1767"/>
                      <a:pt x="1864" y="1767"/>
                    </a:cubicBezTo>
                    <a:cubicBezTo>
                      <a:pt x="1927" y="1767"/>
                      <a:pt x="1959" y="1741"/>
                      <a:pt x="1947" y="1681"/>
                    </a:cubicBezTo>
                    <a:cubicBezTo>
                      <a:pt x="1874" y="1239"/>
                      <a:pt x="787" y="1"/>
                      <a:pt x="557" y="1"/>
                    </a:cubicBezTo>
                    <a:close/>
                  </a:path>
                </a:pathLst>
              </a:custGeom>
              <a:solidFill>
                <a:srgbClr val="bee1f4"/>
              </a:solidFill>
              <a:ln w="0">
                <a:noFill/>
              </a:ln>
            </p:spPr>
            <p:style>
              <a:lnRef idx="0"/>
              <a:fillRef idx="0"/>
              <a:effectRef idx="0"/>
              <a:fontRef idx="minor"/>
            </p:style>
            <p:txBody>
              <a:bodyPr tIns="33120" bIns="33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9" name="Google Shape;7620;p110"/>
              <p:cNvSpPr/>
              <p:nvPr/>
            </p:nvSpPr>
            <p:spPr>
              <a:xfrm>
                <a:off x="5966640" y="2161800"/>
                <a:ext cx="99720" cy="118800"/>
              </a:xfrm>
              <a:custGeom>
                <a:avLst/>
                <a:gdLst>
                  <a:gd name="textAreaLeft" fmla="*/ 0 w 99720"/>
                  <a:gd name="textAreaRight" fmla="*/ 100080 w 99720"/>
                  <a:gd name="textAreaTop" fmla="*/ 0 h 118800"/>
                  <a:gd name="textAreaBottom" fmla="*/ 119160 h 118800"/>
                </a:gdLst>
                <a:ahLst/>
                <a:cxnLst/>
                <a:rect l="textAreaLeft" t="textAreaTop" r="textAreaRight" b="textAreaBottom"/>
                <a:pathLst>
                  <a:path w="2679" h="3183">
                    <a:moveTo>
                      <a:pt x="242" y="0"/>
                    </a:moveTo>
                    <a:cubicBezTo>
                      <a:pt x="228" y="0"/>
                      <a:pt x="215" y="2"/>
                      <a:pt x="201" y="5"/>
                    </a:cubicBezTo>
                    <a:cubicBezTo>
                      <a:pt x="0" y="55"/>
                      <a:pt x="452" y="381"/>
                      <a:pt x="627" y="606"/>
                    </a:cubicBezTo>
                    <a:cubicBezTo>
                      <a:pt x="802" y="832"/>
                      <a:pt x="1479" y="2010"/>
                      <a:pt x="1379" y="2436"/>
                    </a:cubicBezTo>
                    <a:cubicBezTo>
                      <a:pt x="1279" y="2837"/>
                      <a:pt x="1905" y="2962"/>
                      <a:pt x="2206" y="3087"/>
                    </a:cubicBezTo>
                    <a:cubicBezTo>
                      <a:pt x="2367" y="3155"/>
                      <a:pt x="2467" y="3182"/>
                      <a:pt x="2524" y="3182"/>
                    </a:cubicBezTo>
                    <a:cubicBezTo>
                      <a:pt x="2678" y="3182"/>
                      <a:pt x="2510" y="2977"/>
                      <a:pt x="2381" y="2812"/>
                    </a:cubicBezTo>
                    <a:cubicBezTo>
                      <a:pt x="2231" y="2611"/>
                      <a:pt x="1429" y="1157"/>
                      <a:pt x="1078" y="731"/>
                    </a:cubicBezTo>
                    <a:cubicBezTo>
                      <a:pt x="725" y="355"/>
                      <a:pt x="460" y="0"/>
                      <a:pt x="242" y="0"/>
                    </a:cubicBezTo>
                    <a:close/>
                  </a:path>
                </a:pathLst>
              </a:custGeom>
              <a:solidFill>
                <a:srgbClr val="bee1f4"/>
              </a:solidFill>
              <a:ln w="0">
                <a:noFill/>
              </a:ln>
            </p:spPr>
            <p:style>
              <a:lnRef idx="0"/>
              <a:fillRef idx="0"/>
              <a:effectRef idx="0"/>
              <a:fontRef idx="minor"/>
            </p:style>
            <p:txBody>
              <a:bodyPr tIns="59400" bIns="59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0" name="Google Shape;7621;p110"/>
              <p:cNvSpPr/>
              <p:nvPr/>
            </p:nvSpPr>
            <p:spPr>
              <a:xfrm>
                <a:off x="6558480" y="1447560"/>
                <a:ext cx="225000" cy="335520"/>
              </a:xfrm>
              <a:custGeom>
                <a:avLst/>
                <a:gdLst>
                  <a:gd name="textAreaLeft" fmla="*/ 0 w 225000"/>
                  <a:gd name="textAreaRight" fmla="*/ 225360 w 225000"/>
                  <a:gd name="textAreaTop" fmla="*/ 0 h 335520"/>
                  <a:gd name="textAreaBottom" fmla="*/ 335880 h 335520"/>
                </a:gdLst>
                <a:ahLst/>
                <a:cxnLst/>
                <a:rect l="textAreaLeft" t="textAreaTop" r="textAreaRight" b="textAreaBottom"/>
                <a:pathLst>
                  <a:path w="6028" h="8978">
                    <a:moveTo>
                      <a:pt x="4010" y="1"/>
                    </a:moveTo>
                    <a:cubicBezTo>
                      <a:pt x="3805" y="1"/>
                      <a:pt x="3779" y="276"/>
                      <a:pt x="3396" y="357"/>
                    </a:cubicBezTo>
                    <a:cubicBezTo>
                      <a:pt x="2919" y="457"/>
                      <a:pt x="2443" y="432"/>
                      <a:pt x="1842" y="607"/>
                    </a:cubicBezTo>
                    <a:cubicBezTo>
                      <a:pt x="1240" y="783"/>
                      <a:pt x="914" y="1159"/>
                      <a:pt x="1040" y="1535"/>
                    </a:cubicBezTo>
                    <a:cubicBezTo>
                      <a:pt x="1140" y="1885"/>
                      <a:pt x="1340" y="2487"/>
                      <a:pt x="1040" y="3139"/>
                    </a:cubicBezTo>
                    <a:cubicBezTo>
                      <a:pt x="714" y="3790"/>
                      <a:pt x="1090" y="3890"/>
                      <a:pt x="914" y="4191"/>
                    </a:cubicBezTo>
                    <a:cubicBezTo>
                      <a:pt x="764" y="4517"/>
                      <a:pt x="789" y="4743"/>
                      <a:pt x="463" y="4918"/>
                    </a:cubicBezTo>
                    <a:cubicBezTo>
                      <a:pt x="137" y="5119"/>
                      <a:pt x="37" y="5820"/>
                      <a:pt x="12" y="7550"/>
                    </a:cubicBezTo>
                    <a:cubicBezTo>
                      <a:pt x="1" y="8331"/>
                      <a:pt x="64" y="8546"/>
                      <a:pt x="171" y="8546"/>
                    </a:cubicBezTo>
                    <a:cubicBezTo>
                      <a:pt x="302" y="8546"/>
                      <a:pt x="497" y="8226"/>
                      <a:pt x="701" y="8226"/>
                    </a:cubicBezTo>
                    <a:cubicBezTo>
                      <a:pt x="705" y="8226"/>
                      <a:pt x="710" y="8226"/>
                      <a:pt x="714" y="8226"/>
                    </a:cubicBezTo>
                    <a:cubicBezTo>
                      <a:pt x="1115" y="8251"/>
                      <a:pt x="889" y="8577"/>
                      <a:pt x="864" y="8853"/>
                    </a:cubicBezTo>
                    <a:cubicBezTo>
                      <a:pt x="864" y="8944"/>
                      <a:pt x="891" y="8977"/>
                      <a:pt x="932" y="8977"/>
                    </a:cubicBezTo>
                    <a:cubicBezTo>
                      <a:pt x="1016" y="8977"/>
                      <a:pt x="1156" y="8837"/>
                      <a:pt x="1240" y="8753"/>
                    </a:cubicBezTo>
                    <a:cubicBezTo>
                      <a:pt x="1391" y="8627"/>
                      <a:pt x="2142" y="7374"/>
                      <a:pt x="2418" y="6948"/>
                    </a:cubicBezTo>
                    <a:cubicBezTo>
                      <a:pt x="2543" y="6748"/>
                      <a:pt x="2606" y="6729"/>
                      <a:pt x="2678" y="6729"/>
                    </a:cubicBezTo>
                    <a:cubicBezTo>
                      <a:pt x="2695" y="6729"/>
                      <a:pt x="2712" y="6730"/>
                      <a:pt x="2730" y="6730"/>
                    </a:cubicBezTo>
                    <a:cubicBezTo>
                      <a:pt x="2792" y="6730"/>
                      <a:pt x="2869" y="6719"/>
                      <a:pt x="2995" y="6622"/>
                    </a:cubicBezTo>
                    <a:cubicBezTo>
                      <a:pt x="3320" y="6372"/>
                      <a:pt x="3797" y="5946"/>
                      <a:pt x="3972" y="5570"/>
                    </a:cubicBezTo>
                    <a:cubicBezTo>
                      <a:pt x="4031" y="5451"/>
                      <a:pt x="4165" y="5416"/>
                      <a:pt x="4336" y="5416"/>
                    </a:cubicBezTo>
                    <a:cubicBezTo>
                      <a:pt x="4594" y="5416"/>
                      <a:pt x="4937" y="5496"/>
                      <a:pt x="5240" y="5496"/>
                    </a:cubicBezTo>
                    <a:cubicBezTo>
                      <a:pt x="5332" y="5496"/>
                      <a:pt x="5420" y="5489"/>
                      <a:pt x="5501" y="5469"/>
                    </a:cubicBezTo>
                    <a:cubicBezTo>
                      <a:pt x="6027" y="5344"/>
                      <a:pt x="6027" y="4893"/>
                      <a:pt x="5902" y="4442"/>
                    </a:cubicBezTo>
                    <a:cubicBezTo>
                      <a:pt x="5752" y="3966"/>
                      <a:pt x="5300" y="3815"/>
                      <a:pt x="5351" y="3464"/>
                    </a:cubicBezTo>
                    <a:cubicBezTo>
                      <a:pt x="5368" y="3353"/>
                      <a:pt x="5446" y="3333"/>
                      <a:pt x="5539" y="3333"/>
                    </a:cubicBezTo>
                    <a:cubicBezTo>
                      <a:pt x="5594" y="3333"/>
                      <a:pt x="5655" y="3340"/>
                      <a:pt x="5711" y="3340"/>
                    </a:cubicBezTo>
                    <a:cubicBezTo>
                      <a:pt x="5835" y="3340"/>
                      <a:pt x="5936" y="3303"/>
                      <a:pt x="5902" y="3063"/>
                    </a:cubicBezTo>
                    <a:cubicBezTo>
                      <a:pt x="5827" y="2537"/>
                      <a:pt x="5927" y="2061"/>
                      <a:pt x="5601" y="1760"/>
                    </a:cubicBezTo>
                    <a:cubicBezTo>
                      <a:pt x="5300" y="1434"/>
                      <a:pt x="5476" y="1134"/>
                      <a:pt x="5576" y="883"/>
                    </a:cubicBezTo>
                    <a:cubicBezTo>
                      <a:pt x="5641" y="705"/>
                      <a:pt x="5601" y="569"/>
                      <a:pt x="5470" y="569"/>
                    </a:cubicBezTo>
                    <a:cubicBezTo>
                      <a:pt x="5399" y="569"/>
                      <a:pt x="5299" y="610"/>
                      <a:pt x="5175" y="708"/>
                    </a:cubicBezTo>
                    <a:cubicBezTo>
                      <a:pt x="5112" y="758"/>
                      <a:pt x="5055" y="779"/>
                      <a:pt x="5001" y="779"/>
                    </a:cubicBezTo>
                    <a:cubicBezTo>
                      <a:pt x="4733" y="779"/>
                      <a:pt x="4552" y="244"/>
                      <a:pt x="4198" y="56"/>
                    </a:cubicBezTo>
                    <a:cubicBezTo>
                      <a:pt x="4119" y="17"/>
                      <a:pt x="4059" y="1"/>
                      <a:pt x="4010" y="1"/>
                    </a:cubicBezTo>
                    <a:close/>
                  </a:path>
                </a:pathLst>
              </a:custGeom>
              <a:solidFill>
                <a:srgbClr val="bee1f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1" name="Google Shape;7622;p110"/>
              <p:cNvSpPr/>
              <p:nvPr/>
            </p:nvSpPr>
            <p:spPr>
              <a:xfrm>
                <a:off x="6370560" y="1393200"/>
                <a:ext cx="103680" cy="93960"/>
              </a:xfrm>
              <a:custGeom>
                <a:avLst/>
                <a:gdLst>
                  <a:gd name="textAreaLeft" fmla="*/ 0 w 103680"/>
                  <a:gd name="textAreaRight" fmla="*/ 104040 w 103680"/>
                  <a:gd name="textAreaTop" fmla="*/ 0 h 93960"/>
                  <a:gd name="textAreaBottom" fmla="*/ 94320 h 93960"/>
                </a:gdLst>
                <a:ahLst/>
                <a:cxnLst/>
                <a:rect l="textAreaLeft" t="textAreaTop" r="textAreaRight" b="textAreaBottom"/>
                <a:pathLst>
                  <a:path w="2785" h="2518">
                    <a:moveTo>
                      <a:pt x="2683" y="0"/>
                    </a:moveTo>
                    <a:cubicBezTo>
                      <a:pt x="2516" y="0"/>
                      <a:pt x="2131" y="311"/>
                      <a:pt x="2131" y="311"/>
                    </a:cubicBezTo>
                    <a:cubicBezTo>
                      <a:pt x="2131" y="311"/>
                      <a:pt x="1705" y="461"/>
                      <a:pt x="1479" y="862"/>
                    </a:cubicBezTo>
                    <a:cubicBezTo>
                      <a:pt x="1396" y="1019"/>
                      <a:pt x="1343" y="1064"/>
                      <a:pt x="1279" y="1064"/>
                    </a:cubicBezTo>
                    <a:cubicBezTo>
                      <a:pt x="1194" y="1064"/>
                      <a:pt x="1088" y="987"/>
                      <a:pt x="865" y="987"/>
                    </a:cubicBezTo>
                    <a:cubicBezTo>
                      <a:pt x="797" y="987"/>
                      <a:pt x="719" y="994"/>
                      <a:pt x="627" y="1013"/>
                    </a:cubicBezTo>
                    <a:cubicBezTo>
                      <a:pt x="1" y="1113"/>
                      <a:pt x="452" y="1564"/>
                      <a:pt x="351" y="1990"/>
                    </a:cubicBezTo>
                    <a:cubicBezTo>
                      <a:pt x="280" y="2292"/>
                      <a:pt x="536" y="2518"/>
                      <a:pt x="762" y="2518"/>
                    </a:cubicBezTo>
                    <a:cubicBezTo>
                      <a:pt x="856" y="2518"/>
                      <a:pt x="944" y="2479"/>
                      <a:pt x="1003" y="2391"/>
                    </a:cubicBezTo>
                    <a:cubicBezTo>
                      <a:pt x="1254" y="2015"/>
                      <a:pt x="2532" y="762"/>
                      <a:pt x="2732" y="211"/>
                    </a:cubicBezTo>
                    <a:cubicBezTo>
                      <a:pt x="2784" y="55"/>
                      <a:pt x="2753" y="0"/>
                      <a:pt x="2683" y="0"/>
                    </a:cubicBezTo>
                    <a:close/>
                  </a:path>
                </a:pathLst>
              </a:custGeom>
              <a:solidFill>
                <a:srgbClr val="bee1f4"/>
              </a:solidFill>
              <a:ln w="0">
                <a:noFill/>
              </a:ln>
            </p:spPr>
            <p:style>
              <a:lnRef idx="0"/>
              <a:fillRef idx="0"/>
              <a:effectRef idx="0"/>
              <a:fontRef idx="minor"/>
            </p:style>
            <p:txBody>
              <a:bodyPr tIns="47160" bIns="47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2" name="Google Shape;7623;p110"/>
              <p:cNvSpPr/>
              <p:nvPr/>
            </p:nvSpPr>
            <p:spPr>
              <a:xfrm>
                <a:off x="6516720" y="1420560"/>
                <a:ext cx="141120" cy="59040"/>
              </a:xfrm>
              <a:custGeom>
                <a:avLst/>
                <a:gdLst>
                  <a:gd name="textAreaLeft" fmla="*/ 0 w 141120"/>
                  <a:gd name="textAreaRight" fmla="*/ 141480 w 141120"/>
                  <a:gd name="textAreaTop" fmla="*/ 0 h 59040"/>
                  <a:gd name="textAreaBottom" fmla="*/ 59400 h 59040"/>
                </a:gdLst>
                <a:ahLst/>
                <a:cxnLst/>
                <a:rect l="textAreaLeft" t="textAreaTop" r="textAreaRight" b="textAreaBottom"/>
                <a:pathLst>
                  <a:path w="3785" h="1587">
                    <a:moveTo>
                      <a:pt x="3148" y="0"/>
                    </a:moveTo>
                    <a:cubicBezTo>
                      <a:pt x="2617" y="0"/>
                      <a:pt x="1609" y="797"/>
                      <a:pt x="852" y="1050"/>
                    </a:cubicBezTo>
                    <a:cubicBezTo>
                      <a:pt x="0" y="1300"/>
                      <a:pt x="552" y="1526"/>
                      <a:pt x="852" y="1576"/>
                    </a:cubicBezTo>
                    <a:cubicBezTo>
                      <a:pt x="899" y="1583"/>
                      <a:pt x="950" y="1587"/>
                      <a:pt x="1004" y="1587"/>
                    </a:cubicBezTo>
                    <a:cubicBezTo>
                      <a:pt x="1849" y="1587"/>
                      <a:pt x="3509" y="724"/>
                      <a:pt x="3509" y="724"/>
                    </a:cubicBezTo>
                    <a:cubicBezTo>
                      <a:pt x="3509" y="724"/>
                      <a:pt x="3785" y="222"/>
                      <a:pt x="3284" y="22"/>
                    </a:cubicBezTo>
                    <a:cubicBezTo>
                      <a:pt x="3243" y="7"/>
                      <a:pt x="3198" y="0"/>
                      <a:pt x="3148" y="0"/>
                    </a:cubicBezTo>
                    <a:close/>
                  </a:path>
                </a:pathLst>
              </a:custGeom>
              <a:solidFill>
                <a:srgbClr val="bee1f4"/>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3" name="Google Shape;7624;p110"/>
              <p:cNvSpPr/>
              <p:nvPr/>
            </p:nvSpPr>
            <p:spPr>
              <a:xfrm>
                <a:off x="6768360" y="1677600"/>
                <a:ext cx="77040" cy="53280"/>
              </a:xfrm>
              <a:custGeom>
                <a:avLst/>
                <a:gdLst>
                  <a:gd name="textAreaLeft" fmla="*/ 0 w 77040"/>
                  <a:gd name="textAreaRight" fmla="*/ 77400 w 77040"/>
                  <a:gd name="textAreaTop" fmla="*/ 0 h 53280"/>
                  <a:gd name="textAreaBottom" fmla="*/ 53640 h 53280"/>
                </a:gdLst>
                <a:ahLst/>
                <a:cxnLst/>
                <a:rect l="textAreaLeft" t="textAreaTop" r="textAreaRight" b="textAreaBottom"/>
                <a:pathLst>
                  <a:path w="2068" h="1437">
                    <a:moveTo>
                      <a:pt x="1268" y="0"/>
                    </a:moveTo>
                    <a:cubicBezTo>
                      <a:pt x="984" y="0"/>
                      <a:pt x="730" y="211"/>
                      <a:pt x="470" y="211"/>
                    </a:cubicBezTo>
                    <a:cubicBezTo>
                      <a:pt x="435" y="211"/>
                      <a:pt x="399" y="207"/>
                      <a:pt x="363" y="198"/>
                    </a:cubicBezTo>
                    <a:cubicBezTo>
                      <a:pt x="348" y="193"/>
                      <a:pt x="334" y="191"/>
                      <a:pt x="320" y="191"/>
                    </a:cubicBezTo>
                    <a:cubicBezTo>
                      <a:pt x="0" y="191"/>
                      <a:pt x="232" y="1437"/>
                      <a:pt x="952" y="1437"/>
                    </a:cubicBezTo>
                    <a:cubicBezTo>
                      <a:pt x="1041" y="1437"/>
                      <a:pt x="1137" y="1418"/>
                      <a:pt x="1240" y="1376"/>
                    </a:cubicBezTo>
                    <a:cubicBezTo>
                      <a:pt x="1867" y="1125"/>
                      <a:pt x="2067" y="498"/>
                      <a:pt x="1616" y="122"/>
                    </a:cubicBezTo>
                    <a:cubicBezTo>
                      <a:pt x="1494" y="33"/>
                      <a:pt x="1379" y="0"/>
                      <a:pt x="1268" y="0"/>
                    </a:cubicBezTo>
                    <a:close/>
                  </a:path>
                </a:pathLst>
              </a:custGeom>
              <a:solidFill>
                <a:srgbClr val="bee1f4"/>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4" name="Google Shape;7625;p110"/>
              <p:cNvSpPr/>
              <p:nvPr/>
            </p:nvSpPr>
            <p:spPr>
              <a:xfrm>
                <a:off x="6852240" y="1442520"/>
                <a:ext cx="52560" cy="55800"/>
              </a:xfrm>
              <a:custGeom>
                <a:avLst/>
                <a:gdLst>
                  <a:gd name="textAreaLeft" fmla="*/ 0 w 52560"/>
                  <a:gd name="textAreaRight" fmla="*/ 52920 w 52560"/>
                  <a:gd name="textAreaTop" fmla="*/ 0 h 55800"/>
                  <a:gd name="textAreaBottom" fmla="*/ 56160 h 55800"/>
                </a:gdLst>
                <a:ahLst/>
                <a:cxnLst/>
                <a:rect l="textAreaLeft" t="textAreaTop" r="textAreaRight" b="textAreaBottom"/>
                <a:pathLst>
                  <a:path w="1417" h="1499">
                    <a:moveTo>
                      <a:pt x="184" y="0"/>
                    </a:moveTo>
                    <a:cubicBezTo>
                      <a:pt x="4" y="0"/>
                      <a:pt x="133" y="559"/>
                      <a:pt x="76" y="691"/>
                    </a:cubicBezTo>
                    <a:cubicBezTo>
                      <a:pt x="1" y="867"/>
                      <a:pt x="352" y="1117"/>
                      <a:pt x="1304" y="1493"/>
                    </a:cubicBezTo>
                    <a:cubicBezTo>
                      <a:pt x="1311" y="1497"/>
                      <a:pt x="1317" y="1498"/>
                      <a:pt x="1322" y="1498"/>
                    </a:cubicBezTo>
                    <a:cubicBezTo>
                      <a:pt x="1417" y="1498"/>
                      <a:pt x="1026" y="788"/>
                      <a:pt x="477" y="215"/>
                    </a:cubicBezTo>
                    <a:cubicBezTo>
                      <a:pt x="335" y="60"/>
                      <a:pt x="243" y="0"/>
                      <a:pt x="184" y="0"/>
                    </a:cubicBezTo>
                    <a:close/>
                  </a:path>
                </a:pathLst>
              </a:custGeom>
              <a:solidFill>
                <a:srgbClr val="bee1f4"/>
              </a:solidFill>
              <a:ln w="0">
                <a:noFill/>
              </a:ln>
            </p:spPr>
            <p:style>
              <a:lnRef idx="0"/>
              <a:fillRef idx="0"/>
              <a:effectRef idx="0"/>
              <a:fontRef idx="minor"/>
            </p:style>
            <p:txBody>
              <a:bodyPr tIns="28080" bIns="28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5" name="Google Shape;7626;p110"/>
              <p:cNvSpPr/>
              <p:nvPr/>
            </p:nvSpPr>
            <p:spPr>
              <a:xfrm>
                <a:off x="6462360" y="1180080"/>
                <a:ext cx="1163880" cy="1623600"/>
              </a:xfrm>
              <a:custGeom>
                <a:avLst/>
                <a:gdLst>
                  <a:gd name="textAreaLeft" fmla="*/ 0 w 1163880"/>
                  <a:gd name="textAreaRight" fmla="*/ 1164240 w 1163880"/>
                  <a:gd name="textAreaTop" fmla="*/ 0 h 1623600"/>
                  <a:gd name="textAreaBottom" fmla="*/ 1623960 h 1623600"/>
                </a:gdLst>
                <a:ahLst/>
                <a:cxnLst/>
                <a:rect l="textAreaLeft" t="textAreaTop" r="textAreaRight" b="textAreaBottom"/>
                <a:pathLst>
                  <a:path w="31129" h="43427">
                    <a:moveTo>
                      <a:pt x="24530" y="13022"/>
                    </a:moveTo>
                    <a:cubicBezTo>
                      <a:pt x="24545" y="13022"/>
                      <a:pt x="24564" y="13031"/>
                      <a:pt x="24587" y="13050"/>
                    </a:cubicBezTo>
                    <a:cubicBezTo>
                      <a:pt x="24863" y="13250"/>
                      <a:pt x="25089" y="14027"/>
                      <a:pt x="25164" y="14027"/>
                    </a:cubicBezTo>
                    <a:cubicBezTo>
                      <a:pt x="25228" y="14027"/>
                      <a:pt x="25624" y="14248"/>
                      <a:pt x="25704" y="14248"/>
                    </a:cubicBezTo>
                    <a:cubicBezTo>
                      <a:pt x="25718" y="14248"/>
                      <a:pt x="25722" y="14242"/>
                      <a:pt x="25715" y="14227"/>
                    </a:cubicBezTo>
                    <a:cubicBezTo>
                      <a:pt x="25698" y="14143"/>
                      <a:pt x="25862" y="14014"/>
                      <a:pt x="26010" y="14014"/>
                    </a:cubicBezTo>
                    <a:cubicBezTo>
                      <a:pt x="26082" y="14014"/>
                      <a:pt x="26150" y="14045"/>
                      <a:pt x="26191" y="14127"/>
                    </a:cubicBezTo>
                    <a:cubicBezTo>
                      <a:pt x="26292" y="14403"/>
                      <a:pt x="26241" y="14603"/>
                      <a:pt x="26342" y="14754"/>
                    </a:cubicBezTo>
                    <a:cubicBezTo>
                      <a:pt x="26442" y="14904"/>
                      <a:pt x="26993" y="15330"/>
                      <a:pt x="27144" y="15506"/>
                    </a:cubicBezTo>
                    <a:cubicBezTo>
                      <a:pt x="27294" y="15681"/>
                      <a:pt x="27319" y="16258"/>
                      <a:pt x="26968" y="16258"/>
                    </a:cubicBezTo>
                    <a:cubicBezTo>
                      <a:pt x="26542" y="16258"/>
                      <a:pt x="26517" y="15506"/>
                      <a:pt x="25966" y="15380"/>
                    </a:cubicBezTo>
                    <a:cubicBezTo>
                      <a:pt x="25414" y="15255"/>
                      <a:pt x="24888" y="15230"/>
                      <a:pt x="24738" y="14503"/>
                    </a:cubicBezTo>
                    <a:cubicBezTo>
                      <a:pt x="24624" y="13845"/>
                      <a:pt x="24387" y="13022"/>
                      <a:pt x="24530" y="13022"/>
                    </a:cubicBezTo>
                    <a:close/>
                    <a:moveTo>
                      <a:pt x="23622" y="15509"/>
                    </a:moveTo>
                    <a:cubicBezTo>
                      <a:pt x="23636" y="15509"/>
                      <a:pt x="23664" y="15539"/>
                      <a:pt x="23710" y="15606"/>
                    </a:cubicBezTo>
                    <a:cubicBezTo>
                      <a:pt x="23911" y="15907"/>
                      <a:pt x="23660" y="16358"/>
                      <a:pt x="24312" y="16358"/>
                    </a:cubicBezTo>
                    <a:cubicBezTo>
                      <a:pt x="24622" y="16358"/>
                      <a:pt x="24870" y="16301"/>
                      <a:pt x="25052" y="16301"/>
                    </a:cubicBezTo>
                    <a:cubicBezTo>
                      <a:pt x="25253" y="16301"/>
                      <a:pt x="25375" y="16370"/>
                      <a:pt x="25414" y="16659"/>
                    </a:cubicBezTo>
                    <a:cubicBezTo>
                      <a:pt x="25515" y="17210"/>
                      <a:pt x="25414" y="17811"/>
                      <a:pt x="24863" y="17962"/>
                    </a:cubicBezTo>
                    <a:cubicBezTo>
                      <a:pt x="24287" y="18112"/>
                      <a:pt x="24713" y="18939"/>
                      <a:pt x="24512" y="19065"/>
                    </a:cubicBezTo>
                    <a:cubicBezTo>
                      <a:pt x="24365" y="19150"/>
                      <a:pt x="24135" y="19272"/>
                      <a:pt x="23920" y="19272"/>
                    </a:cubicBezTo>
                    <a:cubicBezTo>
                      <a:pt x="23695" y="19272"/>
                      <a:pt x="23486" y="19138"/>
                      <a:pt x="23409" y="18689"/>
                    </a:cubicBezTo>
                    <a:cubicBezTo>
                      <a:pt x="23297" y="17900"/>
                      <a:pt x="22698" y="16686"/>
                      <a:pt x="22961" y="16686"/>
                    </a:cubicBezTo>
                    <a:cubicBezTo>
                      <a:pt x="22990" y="16686"/>
                      <a:pt x="23030" y="16701"/>
                      <a:pt x="23083" y="16734"/>
                    </a:cubicBezTo>
                    <a:cubicBezTo>
                      <a:pt x="23473" y="16993"/>
                      <a:pt x="23492" y="17418"/>
                      <a:pt x="23577" y="17418"/>
                    </a:cubicBezTo>
                    <a:cubicBezTo>
                      <a:pt x="23607" y="17418"/>
                      <a:pt x="23645" y="17365"/>
                      <a:pt x="23710" y="17235"/>
                    </a:cubicBezTo>
                    <a:cubicBezTo>
                      <a:pt x="23936" y="16734"/>
                      <a:pt x="24312" y="16533"/>
                      <a:pt x="24036" y="16508"/>
                    </a:cubicBezTo>
                    <a:cubicBezTo>
                      <a:pt x="24030" y="16508"/>
                      <a:pt x="24024" y="16507"/>
                      <a:pt x="24018" y="16507"/>
                    </a:cubicBezTo>
                    <a:cubicBezTo>
                      <a:pt x="23871" y="16507"/>
                      <a:pt x="23788" y="16686"/>
                      <a:pt x="23746" y="16686"/>
                    </a:cubicBezTo>
                    <a:cubicBezTo>
                      <a:pt x="23720" y="16686"/>
                      <a:pt x="23710" y="16620"/>
                      <a:pt x="23710" y="16408"/>
                    </a:cubicBezTo>
                    <a:cubicBezTo>
                      <a:pt x="23710" y="15950"/>
                      <a:pt x="23568" y="15509"/>
                      <a:pt x="23622" y="15509"/>
                    </a:cubicBezTo>
                    <a:close/>
                    <a:moveTo>
                      <a:pt x="7132" y="1"/>
                    </a:moveTo>
                    <a:cubicBezTo>
                      <a:pt x="4417" y="1"/>
                      <a:pt x="3635" y="1095"/>
                      <a:pt x="3635" y="1095"/>
                    </a:cubicBezTo>
                    <a:cubicBezTo>
                      <a:pt x="3484" y="1320"/>
                      <a:pt x="2106" y="1696"/>
                      <a:pt x="2006" y="1997"/>
                    </a:cubicBezTo>
                    <a:cubicBezTo>
                      <a:pt x="1905" y="2273"/>
                      <a:pt x="1805" y="2222"/>
                      <a:pt x="1379" y="2273"/>
                    </a:cubicBezTo>
                    <a:cubicBezTo>
                      <a:pt x="978" y="2323"/>
                      <a:pt x="1" y="2473"/>
                      <a:pt x="778" y="2548"/>
                    </a:cubicBezTo>
                    <a:cubicBezTo>
                      <a:pt x="808" y="2550"/>
                      <a:pt x="842" y="2551"/>
                      <a:pt x="877" y="2551"/>
                    </a:cubicBezTo>
                    <a:cubicBezTo>
                      <a:pt x="1768" y="2551"/>
                      <a:pt x="4104" y="1968"/>
                      <a:pt x="5189" y="1871"/>
                    </a:cubicBezTo>
                    <a:cubicBezTo>
                      <a:pt x="5426" y="1845"/>
                      <a:pt x="5635" y="1834"/>
                      <a:pt x="5824" y="1834"/>
                    </a:cubicBezTo>
                    <a:cubicBezTo>
                      <a:pt x="6537" y="1834"/>
                      <a:pt x="6970" y="1988"/>
                      <a:pt x="7545" y="2047"/>
                    </a:cubicBezTo>
                    <a:cubicBezTo>
                      <a:pt x="8271" y="2122"/>
                      <a:pt x="10051" y="2147"/>
                      <a:pt x="10051" y="2147"/>
                    </a:cubicBezTo>
                    <a:cubicBezTo>
                      <a:pt x="10051" y="2147"/>
                      <a:pt x="9804" y="2730"/>
                      <a:pt x="10371" y="2730"/>
                    </a:cubicBezTo>
                    <a:cubicBezTo>
                      <a:pt x="10403" y="2730"/>
                      <a:pt x="10439" y="2728"/>
                      <a:pt x="10477" y="2724"/>
                    </a:cubicBezTo>
                    <a:cubicBezTo>
                      <a:pt x="10548" y="2719"/>
                      <a:pt x="10613" y="2716"/>
                      <a:pt x="10674" y="2716"/>
                    </a:cubicBezTo>
                    <a:cubicBezTo>
                      <a:pt x="11238" y="2716"/>
                      <a:pt x="11401" y="2911"/>
                      <a:pt x="11605" y="3024"/>
                    </a:cubicBezTo>
                    <a:cubicBezTo>
                      <a:pt x="11855" y="3150"/>
                      <a:pt x="11304" y="3275"/>
                      <a:pt x="11404" y="3400"/>
                    </a:cubicBezTo>
                    <a:cubicBezTo>
                      <a:pt x="11504" y="3526"/>
                      <a:pt x="12181" y="3551"/>
                      <a:pt x="13259" y="4252"/>
                    </a:cubicBezTo>
                    <a:cubicBezTo>
                      <a:pt x="13876" y="4664"/>
                      <a:pt x="14287" y="4731"/>
                      <a:pt x="14586" y="4731"/>
                    </a:cubicBezTo>
                    <a:cubicBezTo>
                      <a:pt x="14730" y="4731"/>
                      <a:pt x="14849" y="4715"/>
                      <a:pt x="14952" y="4715"/>
                    </a:cubicBezTo>
                    <a:cubicBezTo>
                      <a:pt x="15000" y="4715"/>
                      <a:pt x="15045" y="4719"/>
                      <a:pt x="15088" y="4729"/>
                    </a:cubicBezTo>
                    <a:cubicBezTo>
                      <a:pt x="15439" y="4804"/>
                      <a:pt x="14036" y="4804"/>
                      <a:pt x="14637" y="5280"/>
                    </a:cubicBezTo>
                    <a:cubicBezTo>
                      <a:pt x="15214" y="5731"/>
                      <a:pt x="16617" y="6057"/>
                      <a:pt x="16642" y="6433"/>
                    </a:cubicBezTo>
                    <a:cubicBezTo>
                      <a:pt x="16667" y="6834"/>
                      <a:pt x="16467" y="7460"/>
                      <a:pt x="16718" y="7761"/>
                    </a:cubicBezTo>
                    <a:cubicBezTo>
                      <a:pt x="16943" y="8087"/>
                      <a:pt x="17119" y="8513"/>
                      <a:pt x="17419" y="9090"/>
                    </a:cubicBezTo>
                    <a:cubicBezTo>
                      <a:pt x="17679" y="9633"/>
                      <a:pt x="18652" y="10199"/>
                      <a:pt x="18006" y="10199"/>
                    </a:cubicBezTo>
                    <a:cubicBezTo>
                      <a:pt x="17967" y="10199"/>
                      <a:pt x="17922" y="10197"/>
                      <a:pt x="17870" y="10192"/>
                    </a:cubicBezTo>
                    <a:cubicBezTo>
                      <a:pt x="16993" y="10117"/>
                      <a:pt x="16417" y="10067"/>
                      <a:pt x="16793" y="9867"/>
                    </a:cubicBezTo>
                    <a:cubicBezTo>
                      <a:pt x="17117" y="9704"/>
                      <a:pt x="17334" y="9179"/>
                      <a:pt x="16950" y="9179"/>
                    </a:cubicBezTo>
                    <a:cubicBezTo>
                      <a:pt x="16919" y="9179"/>
                      <a:pt x="16883" y="9182"/>
                      <a:pt x="16843" y="9190"/>
                    </a:cubicBezTo>
                    <a:cubicBezTo>
                      <a:pt x="16317" y="9290"/>
                      <a:pt x="14512" y="9315"/>
                      <a:pt x="14312" y="9516"/>
                    </a:cubicBezTo>
                    <a:cubicBezTo>
                      <a:pt x="14111" y="9691"/>
                      <a:pt x="14412" y="10142"/>
                      <a:pt x="14612" y="10994"/>
                    </a:cubicBezTo>
                    <a:cubicBezTo>
                      <a:pt x="14788" y="11846"/>
                      <a:pt x="14738" y="12122"/>
                      <a:pt x="14637" y="13125"/>
                    </a:cubicBezTo>
                    <a:cubicBezTo>
                      <a:pt x="14512" y="14127"/>
                      <a:pt x="14562" y="14077"/>
                      <a:pt x="14813" y="14754"/>
                    </a:cubicBezTo>
                    <a:cubicBezTo>
                      <a:pt x="15016" y="15281"/>
                      <a:pt x="15415" y="15644"/>
                      <a:pt x="15614" y="15644"/>
                    </a:cubicBezTo>
                    <a:cubicBezTo>
                      <a:pt x="15660" y="15644"/>
                      <a:pt x="15696" y="15624"/>
                      <a:pt x="15715" y="15581"/>
                    </a:cubicBezTo>
                    <a:cubicBezTo>
                      <a:pt x="15802" y="15364"/>
                      <a:pt x="15627" y="14700"/>
                      <a:pt x="15932" y="14700"/>
                    </a:cubicBezTo>
                    <a:cubicBezTo>
                      <a:pt x="15980" y="14700"/>
                      <a:pt x="16041" y="14716"/>
                      <a:pt x="16116" y="14754"/>
                    </a:cubicBezTo>
                    <a:cubicBezTo>
                      <a:pt x="16667" y="15029"/>
                      <a:pt x="17018" y="15681"/>
                      <a:pt x="17194" y="15831"/>
                    </a:cubicBezTo>
                    <a:cubicBezTo>
                      <a:pt x="17308" y="15917"/>
                      <a:pt x="17455" y="15995"/>
                      <a:pt x="17574" y="15995"/>
                    </a:cubicBezTo>
                    <a:cubicBezTo>
                      <a:pt x="17664" y="15995"/>
                      <a:pt x="17738" y="15950"/>
                      <a:pt x="17770" y="15831"/>
                    </a:cubicBezTo>
                    <a:cubicBezTo>
                      <a:pt x="17845" y="15556"/>
                      <a:pt x="17269" y="14453"/>
                      <a:pt x="17344" y="14253"/>
                    </a:cubicBezTo>
                    <a:cubicBezTo>
                      <a:pt x="17419" y="14027"/>
                      <a:pt x="17043" y="13726"/>
                      <a:pt x="17043" y="13726"/>
                    </a:cubicBezTo>
                    <a:cubicBezTo>
                      <a:pt x="17043" y="13726"/>
                      <a:pt x="16542" y="13375"/>
                      <a:pt x="16442" y="12949"/>
                    </a:cubicBezTo>
                    <a:cubicBezTo>
                      <a:pt x="16342" y="12498"/>
                      <a:pt x="16417" y="12573"/>
                      <a:pt x="16216" y="12147"/>
                    </a:cubicBezTo>
                    <a:cubicBezTo>
                      <a:pt x="16016" y="11696"/>
                      <a:pt x="15765" y="11195"/>
                      <a:pt x="15991" y="11195"/>
                    </a:cubicBezTo>
                    <a:cubicBezTo>
                      <a:pt x="16191" y="11195"/>
                      <a:pt x="16317" y="11320"/>
                      <a:pt x="16492" y="11947"/>
                    </a:cubicBezTo>
                    <a:cubicBezTo>
                      <a:pt x="16692" y="12573"/>
                      <a:pt x="16843" y="12674"/>
                      <a:pt x="16968" y="12824"/>
                    </a:cubicBezTo>
                    <a:cubicBezTo>
                      <a:pt x="17081" y="12937"/>
                      <a:pt x="17521" y="13132"/>
                      <a:pt x="17790" y="13132"/>
                    </a:cubicBezTo>
                    <a:cubicBezTo>
                      <a:pt x="17819" y="13132"/>
                      <a:pt x="17846" y="13130"/>
                      <a:pt x="17870" y="13125"/>
                    </a:cubicBezTo>
                    <a:cubicBezTo>
                      <a:pt x="18127" y="13078"/>
                      <a:pt x="18123" y="12488"/>
                      <a:pt x="18405" y="12488"/>
                    </a:cubicBezTo>
                    <a:cubicBezTo>
                      <a:pt x="18425" y="12488"/>
                      <a:pt x="18448" y="12491"/>
                      <a:pt x="18472" y="12498"/>
                    </a:cubicBezTo>
                    <a:cubicBezTo>
                      <a:pt x="18848" y="12598"/>
                      <a:pt x="18021" y="12974"/>
                      <a:pt x="18196" y="13300"/>
                    </a:cubicBezTo>
                    <a:cubicBezTo>
                      <a:pt x="18372" y="13651"/>
                      <a:pt x="19124" y="14002"/>
                      <a:pt x="19099" y="14177"/>
                    </a:cubicBezTo>
                    <a:cubicBezTo>
                      <a:pt x="19094" y="14203"/>
                      <a:pt x="19072" y="14212"/>
                      <a:pt x="19039" y="14212"/>
                    </a:cubicBezTo>
                    <a:cubicBezTo>
                      <a:pt x="18928" y="14212"/>
                      <a:pt x="18689" y="14103"/>
                      <a:pt x="18558" y="14103"/>
                    </a:cubicBezTo>
                    <a:cubicBezTo>
                      <a:pt x="18496" y="14103"/>
                      <a:pt x="18458" y="14128"/>
                      <a:pt x="18472" y="14202"/>
                    </a:cubicBezTo>
                    <a:cubicBezTo>
                      <a:pt x="18522" y="14453"/>
                      <a:pt x="18973" y="14979"/>
                      <a:pt x="19099" y="15155"/>
                    </a:cubicBezTo>
                    <a:cubicBezTo>
                      <a:pt x="19214" y="15317"/>
                      <a:pt x="19180" y="15843"/>
                      <a:pt x="18977" y="15843"/>
                    </a:cubicBezTo>
                    <a:cubicBezTo>
                      <a:pt x="18960" y="15843"/>
                      <a:pt x="18942" y="15839"/>
                      <a:pt x="18923" y="15831"/>
                    </a:cubicBezTo>
                    <a:cubicBezTo>
                      <a:pt x="18732" y="15762"/>
                      <a:pt x="18673" y="15462"/>
                      <a:pt x="18596" y="15462"/>
                    </a:cubicBezTo>
                    <a:cubicBezTo>
                      <a:pt x="18563" y="15462"/>
                      <a:pt x="18526" y="15520"/>
                      <a:pt x="18472" y="15681"/>
                    </a:cubicBezTo>
                    <a:cubicBezTo>
                      <a:pt x="18297" y="16182"/>
                      <a:pt x="18397" y="16408"/>
                      <a:pt x="18121" y="16533"/>
                    </a:cubicBezTo>
                    <a:cubicBezTo>
                      <a:pt x="17971" y="16596"/>
                      <a:pt x="17958" y="16596"/>
                      <a:pt x="17952" y="16596"/>
                    </a:cubicBezTo>
                    <a:cubicBezTo>
                      <a:pt x="17946" y="16596"/>
                      <a:pt x="17946" y="16596"/>
                      <a:pt x="17820" y="16659"/>
                    </a:cubicBezTo>
                    <a:cubicBezTo>
                      <a:pt x="17687" y="16733"/>
                      <a:pt x="17500" y="16825"/>
                      <a:pt x="17334" y="16825"/>
                    </a:cubicBezTo>
                    <a:cubicBezTo>
                      <a:pt x="17220" y="16825"/>
                      <a:pt x="17115" y="16781"/>
                      <a:pt x="17043" y="16659"/>
                    </a:cubicBezTo>
                    <a:cubicBezTo>
                      <a:pt x="16868" y="16383"/>
                      <a:pt x="17043" y="16258"/>
                      <a:pt x="16818" y="15982"/>
                    </a:cubicBezTo>
                    <a:cubicBezTo>
                      <a:pt x="16629" y="15794"/>
                      <a:pt x="16455" y="15492"/>
                      <a:pt x="16370" y="15492"/>
                    </a:cubicBezTo>
                    <a:cubicBezTo>
                      <a:pt x="16341" y="15492"/>
                      <a:pt x="16323" y="15525"/>
                      <a:pt x="16317" y="15606"/>
                    </a:cubicBezTo>
                    <a:cubicBezTo>
                      <a:pt x="16291" y="15907"/>
                      <a:pt x="16291" y="16032"/>
                      <a:pt x="16517" y="16358"/>
                    </a:cubicBezTo>
                    <a:cubicBezTo>
                      <a:pt x="16768" y="16659"/>
                      <a:pt x="17043" y="16834"/>
                      <a:pt x="16993" y="17110"/>
                    </a:cubicBezTo>
                    <a:cubicBezTo>
                      <a:pt x="16943" y="17360"/>
                      <a:pt x="16442" y="17385"/>
                      <a:pt x="16367" y="17962"/>
                    </a:cubicBezTo>
                    <a:cubicBezTo>
                      <a:pt x="16291" y="18538"/>
                      <a:pt x="16467" y="18513"/>
                      <a:pt x="16266" y="18789"/>
                    </a:cubicBezTo>
                    <a:cubicBezTo>
                      <a:pt x="16066" y="19090"/>
                      <a:pt x="16066" y="19090"/>
                      <a:pt x="16066" y="19340"/>
                    </a:cubicBezTo>
                    <a:cubicBezTo>
                      <a:pt x="16066" y="19591"/>
                      <a:pt x="15916" y="19892"/>
                      <a:pt x="15765" y="20017"/>
                    </a:cubicBezTo>
                    <a:cubicBezTo>
                      <a:pt x="15751" y="20029"/>
                      <a:pt x="15733" y="20033"/>
                      <a:pt x="15714" y="20033"/>
                    </a:cubicBezTo>
                    <a:cubicBezTo>
                      <a:pt x="15616" y="20033"/>
                      <a:pt x="15470" y="19903"/>
                      <a:pt x="15408" y="19903"/>
                    </a:cubicBezTo>
                    <a:cubicBezTo>
                      <a:pt x="15379" y="19903"/>
                      <a:pt x="15368" y="19932"/>
                      <a:pt x="15389" y="20017"/>
                    </a:cubicBezTo>
                    <a:cubicBezTo>
                      <a:pt x="15464" y="20293"/>
                      <a:pt x="15690" y="20418"/>
                      <a:pt x="15439" y="20493"/>
                    </a:cubicBezTo>
                    <a:cubicBezTo>
                      <a:pt x="15164" y="20568"/>
                      <a:pt x="14562" y="20568"/>
                      <a:pt x="14713" y="20719"/>
                    </a:cubicBezTo>
                    <a:cubicBezTo>
                      <a:pt x="14863" y="20869"/>
                      <a:pt x="15264" y="20994"/>
                      <a:pt x="15464" y="20994"/>
                    </a:cubicBezTo>
                    <a:cubicBezTo>
                      <a:pt x="15665" y="20994"/>
                      <a:pt x="15941" y="21395"/>
                      <a:pt x="16091" y="21621"/>
                    </a:cubicBezTo>
                    <a:cubicBezTo>
                      <a:pt x="16241" y="21872"/>
                      <a:pt x="16342" y="22373"/>
                      <a:pt x="16291" y="22573"/>
                    </a:cubicBezTo>
                    <a:cubicBezTo>
                      <a:pt x="16241" y="22749"/>
                      <a:pt x="15088" y="23050"/>
                      <a:pt x="14738" y="23175"/>
                    </a:cubicBezTo>
                    <a:cubicBezTo>
                      <a:pt x="14362" y="23275"/>
                      <a:pt x="14161" y="23275"/>
                      <a:pt x="14136" y="23451"/>
                    </a:cubicBezTo>
                    <a:cubicBezTo>
                      <a:pt x="14111" y="23626"/>
                      <a:pt x="14186" y="24052"/>
                      <a:pt x="14387" y="24478"/>
                    </a:cubicBezTo>
                    <a:cubicBezTo>
                      <a:pt x="14612" y="24879"/>
                      <a:pt x="14236" y="25130"/>
                      <a:pt x="14362" y="25380"/>
                    </a:cubicBezTo>
                    <a:cubicBezTo>
                      <a:pt x="14487" y="25631"/>
                      <a:pt x="14788" y="25882"/>
                      <a:pt x="14687" y="26107"/>
                    </a:cubicBezTo>
                    <a:cubicBezTo>
                      <a:pt x="14655" y="26181"/>
                      <a:pt x="14675" y="26201"/>
                      <a:pt x="14734" y="26201"/>
                    </a:cubicBezTo>
                    <a:cubicBezTo>
                      <a:pt x="14805" y="26201"/>
                      <a:pt x="14934" y="26170"/>
                      <a:pt x="15090" y="26170"/>
                    </a:cubicBezTo>
                    <a:cubicBezTo>
                      <a:pt x="15197" y="26170"/>
                      <a:pt x="15316" y="26185"/>
                      <a:pt x="15439" y="26233"/>
                    </a:cubicBezTo>
                    <a:cubicBezTo>
                      <a:pt x="15780" y="26373"/>
                      <a:pt x="15752" y="26641"/>
                      <a:pt x="15919" y="26641"/>
                    </a:cubicBezTo>
                    <a:cubicBezTo>
                      <a:pt x="15961" y="26641"/>
                      <a:pt x="16015" y="26624"/>
                      <a:pt x="16091" y="26583"/>
                    </a:cubicBezTo>
                    <a:cubicBezTo>
                      <a:pt x="16442" y="26358"/>
                      <a:pt x="16166" y="26157"/>
                      <a:pt x="16467" y="26082"/>
                    </a:cubicBezTo>
                    <a:cubicBezTo>
                      <a:pt x="16537" y="26066"/>
                      <a:pt x="16607" y="26061"/>
                      <a:pt x="16673" y="26061"/>
                    </a:cubicBezTo>
                    <a:cubicBezTo>
                      <a:pt x="16763" y="26061"/>
                      <a:pt x="16846" y="26070"/>
                      <a:pt x="16918" y="26070"/>
                    </a:cubicBezTo>
                    <a:cubicBezTo>
                      <a:pt x="17043" y="26070"/>
                      <a:pt x="17131" y="26045"/>
                      <a:pt x="17144" y="25907"/>
                    </a:cubicBezTo>
                    <a:cubicBezTo>
                      <a:pt x="17169" y="25606"/>
                      <a:pt x="17620" y="24829"/>
                      <a:pt x="17570" y="24754"/>
                    </a:cubicBezTo>
                    <a:cubicBezTo>
                      <a:pt x="17520" y="24679"/>
                      <a:pt x="17144" y="24679"/>
                      <a:pt x="17344" y="24328"/>
                    </a:cubicBezTo>
                    <a:cubicBezTo>
                      <a:pt x="17520" y="24002"/>
                      <a:pt x="17971" y="23050"/>
                      <a:pt x="17971" y="22924"/>
                    </a:cubicBezTo>
                    <a:cubicBezTo>
                      <a:pt x="17971" y="22799"/>
                      <a:pt x="17494" y="22273"/>
                      <a:pt x="17971" y="22222"/>
                    </a:cubicBezTo>
                    <a:cubicBezTo>
                      <a:pt x="18043" y="22214"/>
                      <a:pt x="18103" y="22212"/>
                      <a:pt x="18154" y="22212"/>
                    </a:cubicBezTo>
                    <a:cubicBezTo>
                      <a:pt x="18282" y="22212"/>
                      <a:pt x="18350" y="22230"/>
                      <a:pt x="18402" y="22230"/>
                    </a:cubicBezTo>
                    <a:cubicBezTo>
                      <a:pt x="18458" y="22230"/>
                      <a:pt x="18496" y="22209"/>
                      <a:pt x="18572" y="22122"/>
                    </a:cubicBezTo>
                    <a:cubicBezTo>
                      <a:pt x="18760" y="21934"/>
                      <a:pt x="18816" y="21108"/>
                      <a:pt x="19193" y="21108"/>
                    </a:cubicBezTo>
                    <a:cubicBezTo>
                      <a:pt x="19219" y="21108"/>
                      <a:pt x="19246" y="21112"/>
                      <a:pt x="19274" y="21120"/>
                    </a:cubicBezTo>
                    <a:cubicBezTo>
                      <a:pt x="19750" y="21220"/>
                      <a:pt x="20001" y="21596"/>
                      <a:pt x="20452" y="21646"/>
                    </a:cubicBezTo>
                    <a:cubicBezTo>
                      <a:pt x="20903" y="21721"/>
                      <a:pt x="21605" y="21847"/>
                      <a:pt x="21805" y="22172"/>
                    </a:cubicBezTo>
                    <a:cubicBezTo>
                      <a:pt x="22006" y="22523"/>
                      <a:pt x="21630" y="23150"/>
                      <a:pt x="21630" y="23150"/>
                    </a:cubicBezTo>
                    <a:cubicBezTo>
                      <a:pt x="21630" y="23150"/>
                      <a:pt x="21204" y="23325"/>
                      <a:pt x="21329" y="23425"/>
                    </a:cubicBezTo>
                    <a:cubicBezTo>
                      <a:pt x="21435" y="23496"/>
                      <a:pt x="21805" y="23567"/>
                      <a:pt x="22012" y="23567"/>
                    </a:cubicBezTo>
                    <a:cubicBezTo>
                      <a:pt x="22098" y="23567"/>
                      <a:pt x="22156" y="23555"/>
                      <a:pt x="22156" y="23526"/>
                    </a:cubicBezTo>
                    <a:cubicBezTo>
                      <a:pt x="22156" y="23425"/>
                      <a:pt x="21755" y="23275"/>
                      <a:pt x="21931" y="23075"/>
                    </a:cubicBezTo>
                    <a:cubicBezTo>
                      <a:pt x="22131" y="22899"/>
                      <a:pt x="22231" y="22298"/>
                      <a:pt x="22156" y="22172"/>
                    </a:cubicBezTo>
                    <a:cubicBezTo>
                      <a:pt x="22081" y="22047"/>
                      <a:pt x="21605" y="21897"/>
                      <a:pt x="21855" y="21796"/>
                    </a:cubicBezTo>
                    <a:cubicBezTo>
                      <a:pt x="22131" y="21696"/>
                      <a:pt x="22432" y="21847"/>
                      <a:pt x="22357" y="21621"/>
                    </a:cubicBezTo>
                    <a:cubicBezTo>
                      <a:pt x="22281" y="21420"/>
                      <a:pt x="21730" y="21270"/>
                      <a:pt x="21479" y="21245"/>
                    </a:cubicBezTo>
                    <a:cubicBezTo>
                      <a:pt x="21204" y="21220"/>
                      <a:pt x="20803" y="21195"/>
                      <a:pt x="20552" y="21045"/>
                    </a:cubicBezTo>
                    <a:cubicBezTo>
                      <a:pt x="20327" y="20869"/>
                      <a:pt x="20051" y="20769"/>
                      <a:pt x="19976" y="20593"/>
                    </a:cubicBezTo>
                    <a:cubicBezTo>
                      <a:pt x="19929" y="20431"/>
                      <a:pt x="19581" y="20009"/>
                      <a:pt x="19811" y="20009"/>
                    </a:cubicBezTo>
                    <a:cubicBezTo>
                      <a:pt x="19829" y="20009"/>
                      <a:pt x="19850" y="20012"/>
                      <a:pt x="19875" y="20017"/>
                    </a:cubicBezTo>
                    <a:cubicBezTo>
                      <a:pt x="20251" y="20067"/>
                      <a:pt x="20527" y="20393"/>
                      <a:pt x="20878" y="20418"/>
                    </a:cubicBezTo>
                    <a:cubicBezTo>
                      <a:pt x="21204" y="20443"/>
                      <a:pt x="22382" y="20644"/>
                      <a:pt x="22357" y="20769"/>
                    </a:cubicBezTo>
                    <a:cubicBezTo>
                      <a:pt x="22357" y="20894"/>
                      <a:pt x="22206" y="21070"/>
                      <a:pt x="22582" y="21270"/>
                    </a:cubicBezTo>
                    <a:cubicBezTo>
                      <a:pt x="22983" y="21471"/>
                      <a:pt x="23309" y="21721"/>
                      <a:pt x="23409" y="21922"/>
                    </a:cubicBezTo>
                    <a:cubicBezTo>
                      <a:pt x="23500" y="22067"/>
                      <a:pt x="23618" y="22331"/>
                      <a:pt x="23713" y="22331"/>
                    </a:cubicBezTo>
                    <a:cubicBezTo>
                      <a:pt x="23750" y="22331"/>
                      <a:pt x="23783" y="22294"/>
                      <a:pt x="23810" y="22197"/>
                    </a:cubicBezTo>
                    <a:cubicBezTo>
                      <a:pt x="23911" y="21872"/>
                      <a:pt x="23835" y="21521"/>
                      <a:pt x="23860" y="21320"/>
                    </a:cubicBezTo>
                    <a:cubicBezTo>
                      <a:pt x="23886" y="21120"/>
                      <a:pt x="22858" y="20869"/>
                      <a:pt x="23134" y="20719"/>
                    </a:cubicBezTo>
                    <a:cubicBezTo>
                      <a:pt x="23409" y="20568"/>
                      <a:pt x="23535" y="20568"/>
                      <a:pt x="23510" y="20393"/>
                    </a:cubicBezTo>
                    <a:cubicBezTo>
                      <a:pt x="23491" y="20242"/>
                      <a:pt x="23415" y="19878"/>
                      <a:pt x="23560" y="19878"/>
                    </a:cubicBezTo>
                    <a:cubicBezTo>
                      <a:pt x="23608" y="19878"/>
                      <a:pt x="23680" y="19918"/>
                      <a:pt x="23785" y="20017"/>
                    </a:cubicBezTo>
                    <a:cubicBezTo>
                      <a:pt x="24211" y="20393"/>
                      <a:pt x="24462" y="21070"/>
                      <a:pt x="24863" y="21070"/>
                    </a:cubicBezTo>
                    <a:cubicBezTo>
                      <a:pt x="25239" y="21070"/>
                      <a:pt x="25189" y="20994"/>
                      <a:pt x="25264" y="20744"/>
                    </a:cubicBezTo>
                    <a:cubicBezTo>
                      <a:pt x="25339" y="20493"/>
                      <a:pt x="25339" y="20443"/>
                      <a:pt x="25665" y="20418"/>
                    </a:cubicBezTo>
                    <a:cubicBezTo>
                      <a:pt x="25927" y="20396"/>
                      <a:pt x="25847" y="19635"/>
                      <a:pt x="25987" y="19635"/>
                    </a:cubicBezTo>
                    <a:cubicBezTo>
                      <a:pt x="26007" y="19635"/>
                      <a:pt x="26033" y="19652"/>
                      <a:pt x="26066" y="19691"/>
                    </a:cubicBezTo>
                    <a:cubicBezTo>
                      <a:pt x="26342" y="19967"/>
                      <a:pt x="26868" y="21395"/>
                      <a:pt x="26918" y="21821"/>
                    </a:cubicBezTo>
                    <a:cubicBezTo>
                      <a:pt x="26943" y="22222"/>
                      <a:pt x="26417" y="22298"/>
                      <a:pt x="26292" y="22623"/>
                    </a:cubicBezTo>
                    <a:cubicBezTo>
                      <a:pt x="26141" y="22924"/>
                      <a:pt x="26041" y="23476"/>
                      <a:pt x="25414" y="23526"/>
                    </a:cubicBezTo>
                    <a:cubicBezTo>
                      <a:pt x="24788" y="23576"/>
                      <a:pt x="24562" y="23526"/>
                      <a:pt x="24387" y="23952"/>
                    </a:cubicBezTo>
                    <a:cubicBezTo>
                      <a:pt x="24211" y="24353"/>
                      <a:pt x="24512" y="24603"/>
                      <a:pt x="24362" y="25055"/>
                    </a:cubicBezTo>
                    <a:cubicBezTo>
                      <a:pt x="24249" y="25393"/>
                      <a:pt x="24221" y="25562"/>
                      <a:pt x="24023" y="25562"/>
                    </a:cubicBezTo>
                    <a:cubicBezTo>
                      <a:pt x="23958" y="25562"/>
                      <a:pt x="23873" y="25543"/>
                      <a:pt x="23760" y="25506"/>
                    </a:cubicBezTo>
                    <a:cubicBezTo>
                      <a:pt x="23674" y="25477"/>
                      <a:pt x="23593" y="25467"/>
                      <a:pt x="23519" y="25467"/>
                    </a:cubicBezTo>
                    <a:cubicBezTo>
                      <a:pt x="23321" y="25467"/>
                      <a:pt x="23167" y="25540"/>
                      <a:pt x="23070" y="25540"/>
                    </a:cubicBezTo>
                    <a:cubicBezTo>
                      <a:pt x="23011" y="25540"/>
                      <a:pt x="22973" y="25514"/>
                      <a:pt x="22958" y="25431"/>
                    </a:cubicBezTo>
                    <a:cubicBezTo>
                      <a:pt x="22950" y="25386"/>
                      <a:pt x="22926" y="25368"/>
                      <a:pt x="22891" y="25368"/>
                    </a:cubicBezTo>
                    <a:cubicBezTo>
                      <a:pt x="22720" y="25368"/>
                      <a:pt x="22277" y="25791"/>
                      <a:pt x="21978" y="25791"/>
                    </a:cubicBezTo>
                    <a:cubicBezTo>
                      <a:pt x="21953" y="25791"/>
                      <a:pt x="21928" y="25788"/>
                      <a:pt x="21906" y="25781"/>
                    </a:cubicBezTo>
                    <a:cubicBezTo>
                      <a:pt x="21580" y="25706"/>
                      <a:pt x="21730" y="25581"/>
                      <a:pt x="21454" y="25506"/>
                    </a:cubicBezTo>
                    <a:cubicBezTo>
                      <a:pt x="21154" y="25431"/>
                      <a:pt x="21354" y="25330"/>
                      <a:pt x="21304" y="25055"/>
                    </a:cubicBezTo>
                    <a:cubicBezTo>
                      <a:pt x="21254" y="24779"/>
                      <a:pt x="20853" y="24428"/>
                      <a:pt x="20978" y="24328"/>
                    </a:cubicBezTo>
                    <a:cubicBezTo>
                      <a:pt x="21074" y="24251"/>
                      <a:pt x="20993" y="24070"/>
                      <a:pt x="20860" y="24070"/>
                    </a:cubicBezTo>
                    <a:cubicBezTo>
                      <a:pt x="20819" y="24070"/>
                      <a:pt x="20774" y="24087"/>
                      <a:pt x="20728" y="24127"/>
                    </a:cubicBezTo>
                    <a:cubicBezTo>
                      <a:pt x="20502" y="24303"/>
                      <a:pt x="20778" y="24353"/>
                      <a:pt x="20276" y="24603"/>
                    </a:cubicBezTo>
                    <a:cubicBezTo>
                      <a:pt x="19775" y="24829"/>
                      <a:pt x="19500" y="24829"/>
                      <a:pt x="19224" y="25055"/>
                    </a:cubicBezTo>
                    <a:cubicBezTo>
                      <a:pt x="18973" y="25280"/>
                      <a:pt x="19149" y="25305"/>
                      <a:pt x="18723" y="25456"/>
                    </a:cubicBezTo>
                    <a:cubicBezTo>
                      <a:pt x="18271" y="25606"/>
                      <a:pt x="18071" y="25481"/>
                      <a:pt x="18071" y="25731"/>
                    </a:cubicBezTo>
                    <a:cubicBezTo>
                      <a:pt x="18071" y="26007"/>
                      <a:pt x="17845" y="26182"/>
                      <a:pt x="17494" y="26408"/>
                    </a:cubicBezTo>
                    <a:cubicBezTo>
                      <a:pt x="17119" y="26659"/>
                      <a:pt x="17294" y="26759"/>
                      <a:pt x="16943" y="26834"/>
                    </a:cubicBezTo>
                    <a:cubicBezTo>
                      <a:pt x="16851" y="26855"/>
                      <a:pt x="16761" y="26863"/>
                      <a:pt x="16675" y="26863"/>
                    </a:cubicBezTo>
                    <a:cubicBezTo>
                      <a:pt x="16494" y="26863"/>
                      <a:pt x="16335" y="26830"/>
                      <a:pt x="16224" y="26830"/>
                    </a:cubicBezTo>
                    <a:cubicBezTo>
                      <a:pt x="16203" y="26830"/>
                      <a:pt x="16184" y="26831"/>
                      <a:pt x="16166" y="26834"/>
                    </a:cubicBezTo>
                    <a:cubicBezTo>
                      <a:pt x="16016" y="26859"/>
                      <a:pt x="15640" y="26859"/>
                      <a:pt x="15665" y="27110"/>
                    </a:cubicBezTo>
                    <a:cubicBezTo>
                      <a:pt x="15690" y="27385"/>
                      <a:pt x="15615" y="27987"/>
                      <a:pt x="15389" y="28137"/>
                    </a:cubicBezTo>
                    <a:cubicBezTo>
                      <a:pt x="15139" y="28288"/>
                      <a:pt x="15063" y="28137"/>
                      <a:pt x="14963" y="28664"/>
                    </a:cubicBezTo>
                    <a:cubicBezTo>
                      <a:pt x="14863" y="29165"/>
                      <a:pt x="15013" y="29115"/>
                      <a:pt x="15038" y="29516"/>
                    </a:cubicBezTo>
                    <a:cubicBezTo>
                      <a:pt x="15063" y="29917"/>
                      <a:pt x="14838" y="30493"/>
                      <a:pt x="14412" y="30744"/>
                    </a:cubicBezTo>
                    <a:cubicBezTo>
                      <a:pt x="14299" y="30807"/>
                      <a:pt x="14194" y="30823"/>
                      <a:pt x="14101" y="30823"/>
                    </a:cubicBezTo>
                    <a:cubicBezTo>
                      <a:pt x="14010" y="30823"/>
                      <a:pt x="13930" y="30808"/>
                      <a:pt x="13867" y="30808"/>
                    </a:cubicBezTo>
                    <a:cubicBezTo>
                      <a:pt x="13768" y="30808"/>
                      <a:pt x="13710" y="30846"/>
                      <a:pt x="13710" y="31045"/>
                    </a:cubicBezTo>
                    <a:cubicBezTo>
                      <a:pt x="13685" y="31496"/>
                      <a:pt x="13484" y="31671"/>
                      <a:pt x="13334" y="31897"/>
                    </a:cubicBezTo>
                    <a:cubicBezTo>
                      <a:pt x="13184" y="32147"/>
                      <a:pt x="13134" y="32172"/>
                      <a:pt x="13209" y="32624"/>
                    </a:cubicBezTo>
                    <a:cubicBezTo>
                      <a:pt x="13259" y="33100"/>
                      <a:pt x="12607" y="33175"/>
                      <a:pt x="12507" y="33676"/>
                    </a:cubicBezTo>
                    <a:cubicBezTo>
                      <a:pt x="12382" y="34177"/>
                      <a:pt x="12256" y="34202"/>
                      <a:pt x="12407" y="34503"/>
                    </a:cubicBezTo>
                    <a:cubicBezTo>
                      <a:pt x="12582" y="34829"/>
                      <a:pt x="12833" y="35005"/>
                      <a:pt x="12733" y="35581"/>
                    </a:cubicBezTo>
                    <a:cubicBezTo>
                      <a:pt x="12632" y="36157"/>
                      <a:pt x="12432" y="36383"/>
                      <a:pt x="12357" y="36684"/>
                    </a:cubicBezTo>
                    <a:cubicBezTo>
                      <a:pt x="12281" y="37010"/>
                      <a:pt x="12607" y="37385"/>
                      <a:pt x="12632" y="37786"/>
                    </a:cubicBezTo>
                    <a:cubicBezTo>
                      <a:pt x="12657" y="38162"/>
                      <a:pt x="13109" y="38162"/>
                      <a:pt x="13384" y="38488"/>
                    </a:cubicBezTo>
                    <a:cubicBezTo>
                      <a:pt x="13635" y="38814"/>
                      <a:pt x="14061" y="38764"/>
                      <a:pt x="14186" y="39090"/>
                    </a:cubicBezTo>
                    <a:cubicBezTo>
                      <a:pt x="14312" y="39390"/>
                      <a:pt x="14662" y="39365"/>
                      <a:pt x="14963" y="39566"/>
                    </a:cubicBezTo>
                    <a:cubicBezTo>
                      <a:pt x="15234" y="39712"/>
                      <a:pt x="15332" y="39978"/>
                      <a:pt x="15831" y="39978"/>
                    </a:cubicBezTo>
                    <a:cubicBezTo>
                      <a:pt x="15933" y="39978"/>
                      <a:pt x="16051" y="39967"/>
                      <a:pt x="16191" y="39942"/>
                    </a:cubicBezTo>
                    <a:cubicBezTo>
                      <a:pt x="17018" y="39792"/>
                      <a:pt x="16968" y="39441"/>
                      <a:pt x="17595" y="39340"/>
                    </a:cubicBezTo>
                    <a:cubicBezTo>
                      <a:pt x="18221" y="39240"/>
                      <a:pt x="18221" y="39090"/>
                      <a:pt x="18998" y="38814"/>
                    </a:cubicBezTo>
                    <a:cubicBezTo>
                      <a:pt x="19775" y="38563"/>
                      <a:pt x="19926" y="37912"/>
                      <a:pt x="20477" y="37736"/>
                    </a:cubicBezTo>
                    <a:cubicBezTo>
                      <a:pt x="20856" y="37616"/>
                      <a:pt x="21045" y="37519"/>
                      <a:pt x="21225" y="37519"/>
                    </a:cubicBezTo>
                    <a:cubicBezTo>
                      <a:pt x="21306" y="37519"/>
                      <a:pt x="21385" y="37539"/>
                      <a:pt x="21479" y="37586"/>
                    </a:cubicBezTo>
                    <a:cubicBezTo>
                      <a:pt x="21697" y="37685"/>
                      <a:pt x="21274" y="38018"/>
                      <a:pt x="21383" y="38018"/>
                    </a:cubicBezTo>
                    <a:cubicBezTo>
                      <a:pt x="21412" y="38018"/>
                      <a:pt x="21478" y="37995"/>
                      <a:pt x="21605" y="37937"/>
                    </a:cubicBezTo>
                    <a:cubicBezTo>
                      <a:pt x="22175" y="37699"/>
                      <a:pt x="22227" y="37281"/>
                      <a:pt x="22637" y="37281"/>
                    </a:cubicBezTo>
                    <a:cubicBezTo>
                      <a:pt x="22659" y="37281"/>
                      <a:pt x="22683" y="37283"/>
                      <a:pt x="22708" y="37285"/>
                    </a:cubicBezTo>
                    <a:cubicBezTo>
                      <a:pt x="23209" y="37335"/>
                      <a:pt x="22983" y="37411"/>
                      <a:pt x="22883" y="37912"/>
                    </a:cubicBezTo>
                    <a:cubicBezTo>
                      <a:pt x="22783" y="38413"/>
                      <a:pt x="22231" y="39065"/>
                      <a:pt x="22407" y="39190"/>
                    </a:cubicBezTo>
                    <a:cubicBezTo>
                      <a:pt x="22582" y="39315"/>
                      <a:pt x="23209" y="39390"/>
                      <a:pt x="23359" y="39691"/>
                    </a:cubicBezTo>
                    <a:cubicBezTo>
                      <a:pt x="23535" y="39967"/>
                      <a:pt x="23008" y="40117"/>
                      <a:pt x="23184" y="40468"/>
                    </a:cubicBezTo>
                    <a:cubicBezTo>
                      <a:pt x="23359" y="40794"/>
                      <a:pt x="23535" y="40819"/>
                      <a:pt x="23259" y="40995"/>
                    </a:cubicBezTo>
                    <a:cubicBezTo>
                      <a:pt x="23008" y="41145"/>
                      <a:pt x="22307" y="42348"/>
                      <a:pt x="22081" y="42674"/>
                    </a:cubicBezTo>
                    <a:cubicBezTo>
                      <a:pt x="21830" y="43000"/>
                      <a:pt x="21880" y="43350"/>
                      <a:pt x="22307" y="43426"/>
                    </a:cubicBezTo>
                    <a:cubicBezTo>
                      <a:pt x="22308" y="43426"/>
                      <a:pt x="22310" y="43426"/>
                      <a:pt x="22311" y="43426"/>
                    </a:cubicBezTo>
                    <a:cubicBezTo>
                      <a:pt x="22759" y="43426"/>
                      <a:pt x="29878" y="33165"/>
                      <a:pt x="30502" y="30518"/>
                    </a:cubicBezTo>
                    <a:cubicBezTo>
                      <a:pt x="31129" y="27862"/>
                      <a:pt x="30753" y="24654"/>
                      <a:pt x="30753" y="24528"/>
                    </a:cubicBezTo>
                    <a:cubicBezTo>
                      <a:pt x="30753" y="24468"/>
                      <a:pt x="30700" y="24415"/>
                      <a:pt x="30628" y="24415"/>
                    </a:cubicBezTo>
                    <a:cubicBezTo>
                      <a:pt x="30523" y="24415"/>
                      <a:pt x="30376" y="24530"/>
                      <a:pt x="30302" y="24904"/>
                    </a:cubicBezTo>
                    <a:cubicBezTo>
                      <a:pt x="30165" y="25474"/>
                      <a:pt x="30464" y="26231"/>
                      <a:pt x="30047" y="26231"/>
                    </a:cubicBezTo>
                    <a:cubicBezTo>
                      <a:pt x="30006" y="26231"/>
                      <a:pt x="29957" y="26223"/>
                      <a:pt x="29901" y="26207"/>
                    </a:cubicBezTo>
                    <a:cubicBezTo>
                      <a:pt x="29274" y="26032"/>
                      <a:pt x="28998" y="25481"/>
                      <a:pt x="28748" y="25180"/>
                    </a:cubicBezTo>
                    <a:cubicBezTo>
                      <a:pt x="28522" y="24854"/>
                      <a:pt x="28497" y="24854"/>
                      <a:pt x="28146" y="24478"/>
                    </a:cubicBezTo>
                    <a:cubicBezTo>
                      <a:pt x="27820" y="24077"/>
                      <a:pt x="27043" y="23350"/>
                      <a:pt x="27244" y="23150"/>
                    </a:cubicBezTo>
                    <a:cubicBezTo>
                      <a:pt x="27364" y="23014"/>
                      <a:pt x="27376" y="22906"/>
                      <a:pt x="27475" y="22906"/>
                    </a:cubicBezTo>
                    <a:cubicBezTo>
                      <a:pt x="27541" y="22906"/>
                      <a:pt x="27645" y="22954"/>
                      <a:pt x="27845" y="23075"/>
                    </a:cubicBezTo>
                    <a:cubicBezTo>
                      <a:pt x="28347" y="23400"/>
                      <a:pt x="29149" y="23977"/>
                      <a:pt x="29199" y="24278"/>
                    </a:cubicBezTo>
                    <a:cubicBezTo>
                      <a:pt x="29244" y="24573"/>
                      <a:pt x="29454" y="25565"/>
                      <a:pt x="29772" y="25565"/>
                    </a:cubicBezTo>
                    <a:cubicBezTo>
                      <a:pt x="29805" y="25565"/>
                      <a:pt x="29840" y="25555"/>
                      <a:pt x="29876" y="25531"/>
                    </a:cubicBezTo>
                    <a:cubicBezTo>
                      <a:pt x="30251" y="25305"/>
                      <a:pt x="30076" y="23400"/>
                      <a:pt x="30026" y="22924"/>
                    </a:cubicBezTo>
                    <a:cubicBezTo>
                      <a:pt x="29976" y="22473"/>
                      <a:pt x="30076" y="20293"/>
                      <a:pt x="29951" y="19766"/>
                    </a:cubicBezTo>
                    <a:cubicBezTo>
                      <a:pt x="29825" y="19215"/>
                      <a:pt x="29550" y="18664"/>
                      <a:pt x="29399" y="18639"/>
                    </a:cubicBezTo>
                    <a:cubicBezTo>
                      <a:pt x="29390" y="18637"/>
                      <a:pt x="29381" y="18636"/>
                      <a:pt x="29372" y="18636"/>
                    </a:cubicBezTo>
                    <a:cubicBezTo>
                      <a:pt x="29240" y="18636"/>
                      <a:pt x="29178" y="18815"/>
                      <a:pt x="29249" y="19215"/>
                    </a:cubicBezTo>
                    <a:cubicBezTo>
                      <a:pt x="29309" y="19536"/>
                      <a:pt x="29546" y="20145"/>
                      <a:pt x="29433" y="20145"/>
                    </a:cubicBezTo>
                    <a:cubicBezTo>
                      <a:pt x="29404" y="20145"/>
                      <a:pt x="29354" y="20107"/>
                      <a:pt x="29274" y="20017"/>
                    </a:cubicBezTo>
                    <a:cubicBezTo>
                      <a:pt x="28873" y="19541"/>
                      <a:pt x="28221" y="18889"/>
                      <a:pt x="28472" y="18839"/>
                    </a:cubicBezTo>
                    <a:cubicBezTo>
                      <a:pt x="28482" y="18837"/>
                      <a:pt x="28492" y="18836"/>
                      <a:pt x="28501" y="18836"/>
                    </a:cubicBezTo>
                    <a:cubicBezTo>
                      <a:pt x="28637" y="18836"/>
                      <a:pt x="28713" y="19051"/>
                      <a:pt x="28764" y="19051"/>
                    </a:cubicBezTo>
                    <a:cubicBezTo>
                      <a:pt x="28789" y="19051"/>
                      <a:pt x="28807" y="18998"/>
                      <a:pt x="28823" y="18839"/>
                    </a:cubicBezTo>
                    <a:cubicBezTo>
                      <a:pt x="28867" y="18422"/>
                      <a:pt x="28757" y="17985"/>
                      <a:pt x="28932" y="17985"/>
                    </a:cubicBezTo>
                    <a:cubicBezTo>
                      <a:pt x="28956" y="17985"/>
                      <a:pt x="28986" y="17993"/>
                      <a:pt x="29023" y="18012"/>
                    </a:cubicBezTo>
                    <a:cubicBezTo>
                      <a:pt x="29030" y="18016"/>
                      <a:pt x="29036" y="18018"/>
                      <a:pt x="29042" y="18018"/>
                    </a:cubicBezTo>
                    <a:cubicBezTo>
                      <a:pt x="29257" y="18018"/>
                      <a:pt x="28446" y="15216"/>
                      <a:pt x="28422" y="14679"/>
                    </a:cubicBezTo>
                    <a:cubicBezTo>
                      <a:pt x="28397" y="14127"/>
                      <a:pt x="25515" y="6383"/>
                      <a:pt x="15690" y="2197"/>
                    </a:cubicBezTo>
                    <a:cubicBezTo>
                      <a:pt x="11707" y="505"/>
                      <a:pt x="8974" y="1"/>
                      <a:pt x="7132" y="1"/>
                    </a:cubicBezTo>
                    <a:close/>
                  </a:path>
                </a:pathLst>
              </a:custGeom>
              <a:solidFill>
                <a:srgbClr val="bee1f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6" name="Google Shape;7627;p110"/>
              <p:cNvSpPr/>
              <p:nvPr/>
            </p:nvSpPr>
            <p:spPr>
              <a:xfrm>
                <a:off x="6946920" y="1779480"/>
                <a:ext cx="106560" cy="152640"/>
              </a:xfrm>
              <a:custGeom>
                <a:avLst/>
                <a:gdLst>
                  <a:gd name="textAreaLeft" fmla="*/ 0 w 106560"/>
                  <a:gd name="textAreaRight" fmla="*/ 106920 w 106560"/>
                  <a:gd name="textAreaTop" fmla="*/ 0 h 152640"/>
                  <a:gd name="textAreaBottom" fmla="*/ 153000 h 152640"/>
                </a:gdLst>
                <a:ahLst/>
                <a:cxnLst/>
                <a:rect l="textAreaLeft" t="textAreaTop" r="textAreaRight" b="textAreaBottom"/>
                <a:pathLst>
                  <a:path w="2858" h="4091">
                    <a:moveTo>
                      <a:pt x="477" y="1582"/>
                    </a:moveTo>
                    <a:cubicBezTo>
                      <a:pt x="473" y="1600"/>
                      <a:pt x="472" y="1611"/>
                      <a:pt x="473" y="1611"/>
                    </a:cubicBezTo>
                    <a:cubicBezTo>
                      <a:pt x="473" y="1611"/>
                      <a:pt x="474" y="1609"/>
                      <a:pt x="476" y="1603"/>
                    </a:cubicBezTo>
                    <a:cubicBezTo>
                      <a:pt x="478" y="1597"/>
                      <a:pt x="478" y="1590"/>
                      <a:pt x="477" y="1582"/>
                    </a:cubicBezTo>
                    <a:close/>
                    <a:moveTo>
                      <a:pt x="431" y="1"/>
                    </a:moveTo>
                    <a:cubicBezTo>
                      <a:pt x="402" y="1"/>
                      <a:pt x="360" y="29"/>
                      <a:pt x="301" y="99"/>
                    </a:cubicBezTo>
                    <a:cubicBezTo>
                      <a:pt x="0" y="450"/>
                      <a:pt x="151" y="726"/>
                      <a:pt x="151" y="926"/>
                    </a:cubicBezTo>
                    <a:cubicBezTo>
                      <a:pt x="151" y="1091"/>
                      <a:pt x="461" y="1456"/>
                      <a:pt x="477" y="1582"/>
                    </a:cubicBezTo>
                    <a:lnTo>
                      <a:pt x="477" y="1582"/>
                    </a:lnTo>
                    <a:cubicBezTo>
                      <a:pt x="492" y="1509"/>
                      <a:pt x="544" y="1323"/>
                      <a:pt x="595" y="1323"/>
                    </a:cubicBezTo>
                    <a:cubicBezTo>
                      <a:pt x="605" y="1323"/>
                      <a:pt x="616" y="1332"/>
                      <a:pt x="627" y="1352"/>
                    </a:cubicBezTo>
                    <a:cubicBezTo>
                      <a:pt x="698" y="1496"/>
                      <a:pt x="588" y="1730"/>
                      <a:pt x="708" y="1730"/>
                    </a:cubicBezTo>
                    <a:cubicBezTo>
                      <a:pt x="713" y="1730"/>
                      <a:pt x="720" y="1729"/>
                      <a:pt x="727" y="1728"/>
                    </a:cubicBezTo>
                    <a:cubicBezTo>
                      <a:pt x="781" y="1721"/>
                      <a:pt x="850" y="1715"/>
                      <a:pt x="919" y="1715"/>
                    </a:cubicBezTo>
                    <a:cubicBezTo>
                      <a:pt x="1075" y="1715"/>
                      <a:pt x="1236" y="1742"/>
                      <a:pt x="1253" y="1829"/>
                    </a:cubicBezTo>
                    <a:cubicBezTo>
                      <a:pt x="1278" y="1954"/>
                      <a:pt x="1479" y="2154"/>
                      <a:pt x="1454" y="2230"/>
                    </a:cubicBezTo>
                    <a:cubicBezTo>
                      <a:pt x="1404" y="2330"/>
                      <a:pt x="1153" y="2405"/>
                      <a:pt x="1178" y="2480"/>
                    </a:cubicBezTo>
                    <a:cubicBezTo>
                      <a:pt x="1203" y="2555"/>
                      <a:pt x="1278" y="2606"/>
                      <a:pt x="1278" y="2731"/>
                    </a:cubicBezTo>
                    <a:cubicBezTo>
                      <a:pt x="1278" y="2856"/>
                      <a:pt x="1078" y="3107"/>
                      <a:pt x="1178" y="3132"/>
                    </a:cubicBezTo>
                    <a:cubicBezTo>
                      <a:pt x="1182" y="3133"/>
                      <a:pt x="1187" y="3133"/>
                      <a:pt x="1191" y="3133"/>
                    </a:cubicBezTo>
                    <a:cubicBezTo>
                      <a:pt x="1262" y="3133"/>
                      <a:pt x="1405" y="3029"/>
                      <a:pt x="1465" y="3029"/>
                    </a:cubicBezTo>
                    <a:cubicBezTo>
                      <a:pt x="1500" y="3029"/>
                      <a:pt x="1507" y="3066"/>
                      <a:pt x="1454" y="3182"/>
                    </a:cubicBezTo>
                    <a:cubicBezTo>
                      <a:pt x="1278" y="3483"/>
                      <a:pt x="1328" y="3884"/>
                      <a:pt x="1404" y="4084"/>
                    </a:cubicBezTo>
                    <a:cubicBezTo>
                      <a:pt x="1405" y="4088"/>
                      <a:pt x="1407" y="4090"/>
                      <a:pt x="1409" y="4090"/>
                    </a:cubicBezTo>
                    <a:cubicBezTo>
                      <a:pt x="1451" y="4090"/>
                      <a:pt x="1658" y="3501"/>
                      <a:pt x="2156" y="3382"/>
                    </a:cubicBezTo>
                    <a:cubicBezTo>
                      <a:pt x="2707" y="3257"/>
                      <a:pt x="2857" y="3182"/>
                      <a:pt x="2732" y="2956"/>
                    </a:cubicBezTo>
                    <a:cubicBezTo>
                      <a:pt x="2582" y="2706"/>
                      <a:pt x="2481" y="2806"/>
                      <a:pt x="2531" y="2580"/>
                    </a:cubicBezTo>
                    <a:cubicBezTo>
                      <a:pt x="2582" y="2355"/>
                      <a:pt x="1980" y="2154"/>
                      <a:pt x="1880" y="1979"/>
                    </a:cubicBezTo>
                    <a:cubicBezTo>
                      <a:pt x="1780" y="1803"/>
                      <a:pt x="1479" y="1578"/>
                      <a:pt x="1404" y="1428"/>
                    </a:cubicBezTo>
                    <a:cubicBezTo>
                      <a:pt x="1328" y="1302"/>
                      <a:pt x="1028" y="1302"/>
                      <a:pt x="1003" y="1127"/>
                    </a:cubicBezTo>
                    <a:cubicBezTo>
                      <a:pt x="978" y="951"/>
                      <a:pt x="1278" y="500"/>
                      <a:pt x="1003" y="500"/>
                    </a:cubicBezTo>
                    <a:cubicBezTo>
                      <a:pt x="802" y="500"/>
                      <a:pt x="635" y="567"/>
                      <a:pt x="546" y="567"/>
                    </a:cubicBezTo>
                    <a:cubicBezTo>
                      <a:pt x="501" y="567"/>
                      <a:pt x="476" y="550"/>
                      <a:pt x="476" y="500"/>
                    </a:cubicBezTo>
                    <a:cubicBezTo>
                      <a:pt x="476" y="382"/>
                      <a:pt x="538" y="1"/>
                      <a:pt x="431" y="1"/>
                    </a:cubicBezTo>
                    <a:close/>
                  </a:path>
                </a:pathLst>
              </a:custGeom>
              <a:solidFill>
                <a:srgbClr val="bee1f4"/>
              </a:solidFill>
              <a:ln w="0">
                <a:noFill/>
              </a:ln>
            </p:spPr>
            <p:style>
              <a:lnRef idx="0"/>
              <a:fillRef idx="0"/>
              <a:effectRef idx="0"/>
              <a:fontRef idx="minor"/>
            </p:style>
            <p:txBody>
              <a:bodyPr tIns="76320" bIns="76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7" name="Google Shape;7628;p110"/>
              <p:cNvSpPr/>
              <p:nvPr/>
            </p:nvSpPr>
            <p:spPr>
              <a:xfrm>
                <a:off x="6931080" y="1856160"/>
                <a:ext cx="46440" cy="59760"/>
              </a:xfrm>
              <a:custGeom>
                <a:avLst/>
                <a:gdLst>
                  <a:gd name="textAreaLeft" fmla="*/ 0 w 46440"/>
                  <a:gd name="textAreaRight" fmla="*/ 46800 w 46440"/>
                  <a:gd name="textAreaTop" fmla="*/ 0 h 59760"/>
                  <a:gd name="textAreaBottom" fmla="*/ 60120 h 59760"/>
                </a:gdLst>
                <a:ahLst/>
                <a:cxnLst/>
                <a:rect l="textAreaLeft" t="textAreaTop" r="textAreaRight" b="textAreaBottom"/>
                <a:pathLst>
                  <a:path w="1254" h="1612">
                    <a:moveTo>
                      <a:pt x="525" y="0"/>
                    </a:moveTo>
                    <a:cubicBezTo>
                      <a:pt x="394" y="0"/>
                      <a:pt x="315" y="26"/>
                      <a:pt x="351" y="205"/>
                    </a:cubicBezTo>
                    <a:cubicBezTo>
                      <a:pt x="371" y="297"/>
                      <a:pt x="316" y="305"/>
                      <a:pt x="244" y="305"/>
                    </a:cubicBezTo>
                    <a:cubicBezTo>
                      <a:pt x="228" y="305"/>
                      <a:pt x="211" y="305"/>
                      <a:pt x="194" y="305"/>
                    </a:cubicBezTo>
                    <a:cubicBezTo>
                      <a:pt x="100" y="305"/>
                      <a:pt x="0" y="317"/>
                      <a:pt x="0" y="480"/>
                    </a:cubicBezTo>
                    <a:cubicBezTo>
                      <a:pt x="0" y="781"/>
                      <a:pt x="326" y="731"/>
                      <a:pt x="301" y="931"/>
                    </a:cubicBezTo>
                    <a:cubicBezTo>
                      <a:pt x="276" y="1107"/>
                      <a:pt x="125" y="1558"/>
                      <a:pt x="351" y="1608"/>
                    </a:cubicBezTo>
                    <a:cubicBezTo>
                      <a:pt x="362" y="1611"/>
                      <a:pt x="373" y="1612"/>
                      <a:pt x="384" y="1612"/>
                    </a:cubicBezTo>
                    <a:cubicBezTo>
                      <a:pt x="599" y="1612"/>
                      <a:pt x="813" y="1172"/>
                      <a:pt x="1028" y="982"/>
                    </a:cubicBezTo>
                    <a:cubicBezTo>
                      <a:pt x="1253" y="756"/>
                      <a:pt x="1103" y="681"/>
                      <a:pt x="1028" y="530"/>
                    </a:cubicBezTo>
                    <a:cubicBezTo>
                      <a:pt x="955" y="385"/>
                      <a:pt x="905" y="3"/>
                      <a:pt x="720" y="3"/>
                    </a:cubicBezTo>
                    <a:cubicBezTo>
                      <a:pt x="714" y="3"/>
                      <a:pt x="708" y="3"/>
                      <a:pt x="702" y="4"/>
                    </a:cubicBezTo>
                    <a:cubicBezTo>
                      <a:pt x="637" y="4"/>
                      <a:pt x="577" y="0"/>
                      <a:pt x="525" y="0"/>
                    </a:cubicBezTo>
                    <a:close/>
                  </a:path>
                </a:pathLst>
              </a:custGeom>
              <a:solidFill>
                <a:srgbClr val="bee1f4"/>
              </a:solidFill>
              <a:ln w="0">
                <a:noFill/>
              </a:ln>
            </p:spPr>
            <p:style>
              <a:lnRef idx="0"/>
              <a:fillRef idx="0"/>
              <a:effectRef idx="0"/>
              <a:fontRef idx="minor"/>
            </p:style>
            <p:txBody>
              <a:bodyPr tIns="29880" bIns="29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8" name="Google Shape;7629;p110"/>
              <p:cNvSpPr/>
              <p:nvPr/>
            </p:nvSpPr>
            <p:spPr>
              <a:xfrm>
                <a:off x="7194240" y="2020680"/>
                <a:ext cx="29880" cy="34920"/>
              </a:xfrm>
              <a:custGeom>
                <a:avLst/>
                <a:gdLst>
                  <a:gd name="textAreaLeft" fmla="*/ 0 w 29880"/>
                  <a:gd name="textAreaRight" fmla="*/ 30240 w 29880"/>
                  <a:gd name="textAreaTop" fmla="*/ 0 h 34920"/>
                  <a:gd name="textAreaBottom" fmla="*/ 35280 h 34920"/>
                </a:gdLst>
                <a:ahLst/>
                <a:cxnLst/>
                <a:rect l="textAreaLeft" t="textAreaTop" r="textAreaRight" b="textAreaBottom"/>
                <a:pathLst>
                  <a:path w="811" h="945">
                    <a:moveTo>
                      <a:pt x="373" y="1"/>
                    </a:moveTo>
                    <a:cubicBezTo>
                      <a:pt x="231" y="1"/>
                      <a:pt x="78" y="92"/>
                      <a:pt x="51" y="146"/>
                    </a:cubicBezTo>
                    <a:cubicBezTo>
                      <a:pt x="1" y="247"/>
                      <a:pt x="101" y="798"/>
                      <a:pt x="377" y="898"/>
                    </a:cubicBezTo>
                    <a:cubicBezTo>
                      <a:pt x="467" y="930"/>
                      <a:pt x="534" y="944"/>
                      <a:pt x="584" y="944"/>
                    </a:cubicBezTo>
                    <a:cubicBezTo>
                      <a:pt x="811" y="944"/>
                      <a:pt x="668" y="642"/>
                      <a:pt x="627" y="272"/>
                    </a:cubicBezTo>
                    <a:cubicBezTo>
                      <a:pt x="604" y="66"/>
                      <a:pt x="492" y="1"/>
                      <a:pt x="373" y="1"/>
                    </a:cubicBezTo>
                    <a:close/>
                  </a:path>
                </a:pathLst>
              </a:custGeom>
              <a:solidFill>
                <a:srgbClr val="bee1f4"/>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9" name="Google Shape;7630;p110"/>
              <p:cNvSpPr/>
              <p:nvPr/>
            </p:nvSpPr>
            <p:spPr>
              <a:xfrm>
                <a:off x="6494040" y="1459080"/>
                <a:ext cx="41400" cy="36360"/>
              </a:xfrm>
              <a:custGeom>
                <a:avLst/>
                <a:gdLst>
                  <a:gd name="textAreaLeft" fmla="*/ 0 w 41400"/>
                  <a:gd name="textAreaRight" fmla="*/ 41760 w 41400"/>
                  <a:gd name="textAreaTop" fmla="*/ 0 h 36360"/>
                  <a:gd name="textAreaBottom" fmla="*/ 36720 h 36360"/>
                </a:gdLst>
                <a:ahLst/>
                <a:cxnLst/>
                <a:rect l="textAreaLeft" t="textAreaTop" r="textAreaRight" b="textAreaBottom"/>
                <a:pathLst>
                  <a:path w="1115" h="984">
                    <a:moveTo>
                      <a:pt x="737" y="0"/>
                    </a:moveTo>
                    <a:cubicBezTo>
                      <a:pt x="589" y="0"/>
                      <a:pt x="334" y="183"/>
                      <a:pt x="201" y="299"/>
                    </a:cubicBezTo>
                    <a:cubicBezTo>
                      <a:pt x="1" y="500"/>
                      <a:pt x="602" y="826"/>
                      <a:pt x="853" y="951"/>
                    </a:cubicBezTo>
                    <a:cubicBezTo>
                      <a:pt x="897" y="973"/>
                      <a:pt x="930" y="983"/>
                      <a:pt x="954" y="983"/>
                    </a:cubicBezTo>
                    <a:cubicBezTo>
                      <a:pt x="1115" y="983"/>
                      <a:pt x="831" y="502"/>
                      <a:pt x="853" y="174"/>
                    </a:cubicBezTo>
                    <a:cubicBezTo>
                      <a:pt x="861" y="47"/>
                      <a:pt x="813" y="0"/>
                      <a:pt x="737" y="0"/>
                    </a:cubicBezTo>
                    <a:close/>
                  </a:path>
                </a:pathLst>
              </a:custGeom>
              <a:solidFill>
                <a:srgbClr val="bee1f4"/>
              </a:solidFill>
              <a:ln w="0">
                <a:noFill/>
              </a:ln>
            </p:spPr>
            <p:style>
              <a:lnRef idx="0"/>
              <a:fillRef idx="0"/>
              <a:effectRef idx="0"/>
              <a:fontRef idx="minor"/>
            </p:style>
            <p:txBody>
              <a:bodyPr tIns="18360" bIns="18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0" name="Google Shape;7631;p110"/>
              <p:cNvSpPr/>
              <p:nvPr/>
            </p:nvSpPr>
            <p:spPr>
              <a:xfrm>
                <a:off x="6444360" y="1455120"/>
                <a:ext cx="39960" cy="18720"/>
              </a:xfrm>
              <a:custGeom>
                <a:avLst/>
                <a:gdLst>
                  <a:gd name="textAreaLeft" fmla="*/ 0 w 39960"/>
                  <a:gd name="textAreaRight" fmla="*/ 40320 w 39960"/>
                  <a:gd name="textAreaTop" fmla="*/ 0 h 18720"/>
                  <a:gd name="textAreaBottom" fmla="*/ 19080 h 18720"/>
                </a:gdLst>
                <a:ahLst/>
                <a:cxnLst/>
                <a:rect l="textAreaLeft" t="textAreaTop" r="textAreaRight" b="textAreaBottom"/>
                <a:pathLst>
                  <a:path w="1079" h="507">
                    <a:moveTo>
                      <a:pt x="452" y="0"/>
                    </a:moveTo>
                    <a:cubicBezTo>
                      <a:pt x="251" y="0"/>
                      <a:pt x="0" y="251"/>
                      <a:pt x="26" y="401"/>
                    </a:cubicBezTo>
                    <a:cubicBezTo>
                      <a:pt x="36" y="478"/>
                      <a:pt x="119" y="506"/>
                      <a:pt x="235" y="506"/>
                    </a:cubicBezTo>
                    <a:cubicBezTo>
                      <a:pt x="385" y="506"/>
                      <a:pt x="593" y="458"/>
                      <a:pt x="777" y="401"/>
                    </a:cubicBezTo>
                    <a:cubicBezTo>
                      <a:pt x="1078" y="326"/>
                      <a:pt x="677" y="0"/>
                      <a:pt x="452" y="0"/>
                    </a:cubicBezTo>
                    <a:close/>
                  </a:path>
                </a:pathLst>
              </a:custGeom>
              <a:solidFill>
                <a:srgbClr val="bee1f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1" name="Google Shape;7632;p110"/>
              <p:cNvSpPr/>
              <p:nvPr/>
            </p:nvSpPr>
            <p:spPr>
              <a:xfrm>
                <a:off x="6939360" y="1391400"/>
                <a:ext cx="129960" cy="69840"/>
              </a:xfrm>
              <a:custGeom>
                <a:avLst/>
                <a:gdLst>
                  <a:gd name="textAreaLeft" fmla="*/ 0 w 129960"/>
                  <a:gd name="textAreaRight" fmla="*/ 130320 w 129960"/>
                  <a:gd name="textAreaTop" fmla="*/ 0 h 69840"/>
                  <a:gd name="textAreaBottom" fmla="*/ 70200 h 69840"/>
                </a:gdLst>
                <a:ahLst/>
                <a:cxnLst/>
                <a:rect l="textAreaLeft" t="textAreaTop" r="textAreaRight" b="textAreaBottom"/>
                <a:pathLst>
                  <a:path w="3485" h="1882">
                    <a:moveTo>
                      <a:pt x="213" y="1"/>
                    </a:moveTo>
                    <a:cubicBezTo>
                      <a:pt x="114" y="1"/>
                      <a:pt x="36" y="23"/>
                      <a:pt x="26" y="54"/>
                    </a:cubicBezTo>
                    <a:cubicBezTo>
                      <a:pt x="1" y="104"/>
                      <a:pt x="427" y="455"/>
                      <a:pt x="803" y="681"/>
                    </a:cubicBezTo>
                    <a:cubicBezTo>
                      <a:pt x="1204" y="906"/>
                      <a:pt x="2306" y="1533"/>
                      <a:pt x="2507" y="1708"/>
                    </a:cubicBezTo>
                    <a:cubicBezTo>
                      <a:pt x="2608" y="1795"/>
                      <a:pt x="2726" y="1882"/>
                      <a:pt x="2866" y="1882"/>
                    </a:cubicBezTo>
                    <a:cubicBezTo>
                      <a:pt x="2968" y="1882"/>
                      <a:pt x="3082" y="1835"/>
                      <a:pt x="3209" y="1708"/>
                    </a:cubicBezTo>
                    <a:cubicBezTo>
                      <a:pt x="3484" y="1407"/>
                      <a:pt x="2732" y="1332"/>
                      <a:pt x="2281" y="1157"/>
                    </a:cubicBezTo>
                    <a:cubicBezTo>
                      <a:pt x="1855" y="956"/>
                      <a:pt x="778" y="430"/>
                      <a:pt x="627" y="179"/>
                    </a:cubicBezTo>
                    <a:cubicBezTo>
                      <a:pt x="539" y="47"/>
                      <a:pt x="355" y="1"/>
                      <a:pt x="213" y="1"/>
                    </a:cubicBezTo>
                    <a:close/>
                  </a:path>
                </a:pathLst>
              </a:custGeom>
              <a:solidFill>
                <a:srgbClr val="bee1f4"/>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2" name="Google Shape;7633;p110"/>
              <p:cNvSpPr/>
              <p:nvPr/>
            </p:nvSpPr>
            <p:spPr>
              <a:xfrm>
                <a:off x="5768640" y="2098080"/>
                <a:ext cx="1832760" cy="530280"/>
              </a:xfrm>
              <a:custGeom>
                <a:avLst/>
                <a:gdLst>
                  <a:gd name="textAreaLeft" fmla="*/ 0 w 1832760"/>
                  <a:gd name="textAreaRight" fmla="*/ 1833120 w 1832760"/>
                  <a:gd name="textAreaTop" fmla="*/ 0 h 530280"/>
                  <a:gd name="textAreaBottom" fmla="*/ 530640 h 530280"/>
                </a:gdLst>
                <a:ahLst/>
                <a:cxnLst/>
                <a:rect l="textAreaLeft" t="textAreaTop" r="textAreaRight" b="textAreaBottom"/>
                <a:pathLst>
                  <a:path w="49024" h="14186">
                    <a:moveTo>
                      <a:pt x="0" y="0"/>
                    </a:moveTo>
                    <a:cubicBezTo>
                      <a:pt x="25" y="3785"/>
                      <a:pt x="2607" y="7344"/>
                      <a:pt x="7243" y="10025"/>
                    </a:cubicBezTo>
                    <a:cubicBezTo>
                      <a:pt x="12055" y="12807"/>
                      <a:pt x="18346" y="14186"/>
                      <a:pt x="24637" y="14186"/>
                    </a:cubicBezTo>
                    <a:cubicBezTo>
                      <a:pt x="30878" y="14186"/>
                      <a:pt x="37093" y="12832"/>
                      <a:pt x="41830" y="10101"/>
                    </a:cubicBezTo>
                    <a:cubicBezTo>
                      <a:pt x="46467" y="7419"/>
                      <a:pt x="49023" y="3835"/>
                      <a:pt x="48973" y="0"/>
                    </a:cubicBezTo>
                    <a:lnTo>
                      <a:pt x="48722" y="0"/>
                    </a:lnTo>
                    <a:cubicBezTo>
                      <a:pt x="48747" y="3735"/>
                      <a:pt x="46266" y="7243"/>
                      <a:pt x="41705" y="9875"/>
                    </a:cubicBezTo>
                    <a:cubicBezTo>
                      <a:pt x="37002" y="12582"/>
                      <a:pt x="30828" y="13935"/>
                      <a:pt x="24641" y="13935"/>
                    </a:cubicBezTo>
                    <a:cubicBezTo>
                      <a:pt x="18397" y="13935"/>
                      <a:pt x="12140" y="12557"/>
                      <a:pt x="7369" y="9800"/>
                    </a:cubicBezTo>
                    <a:cubicBezTo>
                      <a:pt x="2832" y="7168"/>
                      <a:pt x="301" y="3710"/>
                      <a:pt x="251"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3" name="Google Shape;7634;p110"/>
              <p:cNvSpPr/>
              <p:nvPr/>
            </p:nvSpPr>
            <p:spPr>
              <a:xfrm>
                <a:off x="6038640" y="1270800"/>
                <a:ext cx="1080360" cy="1614600"/>
              </a:xfrm>
              <a:custGeom>
                <a:avLst/>
                <a:gdLst>
                  <a:gd name="textAreaLeft" fmla="*/ 0 w 1080360"/>
                  <a:gd name="textAreaRight" fmla="*/ 1080720 w 1080360"/>
                  <a:gd name="textAreaTop" fmla="*/ 0 h 1614600"/>
                  <a:gd name="textAreaBottom" fmla="*/ 1614960 h 1614600"/>
                </a:gdLst>
                <a:ahLst/>
                <a:cxnLst/>
                <a:rect l="textAreaLeft" t="textAreaTop" r="textAreaRight" b="textAreaBottom"/>
                <a:pathLst>
                  <a:path w="28898" h="43182">
                    <a:moveTo>
                      <a:pt x="24973" y="1"/>
                    </a:moveTo>
                    <a:cubicBezTo>
                      <a:pt x="22585" y="1"/>
                      <a:pt x="19934" y="804"/>
                      <a:pt x="17193" y="2379"/>
                    </a:cubicBezTo>
                    <a:cubicBezTo>
                      <a:pt x="7720" y="7843"/>
                      <a:pt x="0" y="21151"/>
                      <a:pt x="0" y="32028"/>
                    </a:cubicBezTo>
                    <a:cubicBezTo>
                      <a:pt x="0" y="37367"/>
                      <a:pt x="1830" y="41326"/>
                      <a:pt x="5163" y="43181"/>
                    </a:cubicBezTo>
                    <a:lnTo>
                      <a:pt x="5289" y="42956"/>
                    </a:lnTo>
                    <a:cubicBezTo>
                      <a:pt x="2055" y="41151"/>
                      <a:pt x="251" y="37266"/>
                      <a:pt x="251" y="32028"/>
                    </a:cubicBezTo>
                    <a:cubicBezTo>
                      <a:pt x="251" y="21226"/>
                      <a:pt x="7920" y="8018"/>
                      <a:pt x="17319" y="2579"/>
                    </a:cubicBezTo>
                    <a:cubicBezTo>
                      <a:pt x="20013" y="1035"/>
                      <a:pt x="22618" y="254"/>
                      <a:pt x="24960" y="254"/>
                    </a:cubicBezTo>
                    <a:cubicBezTo>
                      <a:pt x="26343" y="254"/>
                      <a:pt x="27634" y="526"/>
                      <a:pt x="28797" y="1076"/>
                    </a:cubicBezTo>
                    <a:lnTo>
                      <a:pt x="28898" y="850"/>
                    </a:lnTo>
                    <a:cubicBezTo>
                      <a:pt x="27705" y="282"/>
                      <a:pt x="26385" y="1"/>
                      <a:pt x="24973"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4" name="Google Shape;7635;p110"/>
              <p:cNvSpPr/>
              <p:nvPr/>
            </p:nvSpPr>
            <p:spPr>
              <a:xfrm>
                <a:off x="6248520" y="1270800"/>
                <a:ext cx="1080360" cy="1614600"/>
              </a:xfrm>
              <a:custGeom>
                <a:avLst/>
                <a:gdLst>
                  <a:gd name="textAreaLeft" fmla="*/ 0 w 1080360"/>
                  <a:gd name="textAreaRight" fmla="*/ 1080720 w 1080360"/>
                  <a:gd name="textAreaTop" fmla="*/ 0 h 1614600"/>
                  <a:gd name="textAreaBottom" fmla="*/ 1614960 h 1614600"/>
                </a:gdLst>
                <a:ahLst/>
                <a:cxnLst/>
                <a:rect l="textAreaLeft" t="textAreaTop" r="textAreaRight" b="textAreaBottom"/>
                <a:pathLst>
                  <a:path w="28898" h="43182">
                    <a:moveTo>
                      <a:pt x="3932" y="1"/>
                    </a:moveTo>
                    <a:cubicBezTo>
                      <a:pt x="2516" y="1"/>
                      <a:pt x="1193" y="282"/>
                      <a:pt x="0" y="850"/>
                    </a:cubicBezTo>
                    <a:lnTo>
                      <a:pt x="126" y="1076"/>
                    </a:lnTo>
                    <a:cubicBezTo>
                      <a:pt x="1289" y="526"/>
                      <a:pt x="2580" y="254"/>
                      <a:pt x="3962" y="254"/>
                    </a:cubicBezTo>
                    <a:cubicBezTo>
                      <a:pt x="6302" y="254"/>
                      <a:pt x="8901" y="1035"/>
                      <a:pt x="11579" y="2579"/>
                    </a:cubicBezTo>
                    <a:cubicBezTo>
                      <a:pt x="21003" y="8018"/>
                      <a:pt x="28647" y="21226"/>
                      <a:pt x="28647" y="32028"/>
                    </a:cubicBezTo>
                    <a:cubicBezTo>
                      <a:pt x="28647" y="37266"/>
                      <a:pt x="26868" y="41151"/>
                      <a:pt x="23635" y="42956"/>
                    </a:cubicBezTo>
                    <a:lnTo>
                      <a:pt x="23760" y="43181"/>
                    </a:lnTo>
                    <a:cubicBezTo>
                      <a:pt x="27068" y="41326"/>
                      <a:pt x="28898" y="37367"/>
                      <a:pt x="28898" y="32028"/>
                    </a:cubicBezTo>
                    <a:cubicBezTo>
                      <a:pt x="28898" y="21151"/>
                      <a:pt x="21203" y="7843"/>
                      <a:pt x="11705" y="2379"/>
                    </a:cubicBezTo>
                    <a:cubicBezTo>
                      <a:pt x="8980" y="804"/>
                      <a:pt x="6325" y="1"/>
                      <a:pt x="3932"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5" name="Google Shape;7636;p110"/>
              <p:cNvSpPr/>
              <p:nvPr/>
            </p:nvSpPr>
            <p:spPr>
              <a:xfrm>
                <a:off x="6679800" y="1190160"/>
                <a:ext cx="9000" cy="1816200"/>
              </a:xfrm>
              <a:custGeom>
                <a:avLst/>
                <a:gdLst>
                  <a:gd name="textAreaLeft" fmla="*/ 0 w 9000"/>
                  <a:gd name="textAreaRight" fmla="*/ 9360 w 9000"/>
                  <a:gd name="textAreaTop" fmla="*/ 0 h 1816200"/>
                  <a:gd name="textAreaBottom" fmla="*/ 1816560 h 1816200"/>
                </a:gdLst>
                <a:ahLst/>
                <a:cxnLst/>
                <a:rect l="textAreaLeft" t="textAreaTop" r="textAreaRight" b="textAreaBottom"/>
                <a:pathLst>
                  <a:path w="251" h="48573">
                    <a:moveTo>
                      <a:pt x="0" y="0"/>
                    </a:moveTo>
                    <a:lnTo>
                      <a:pt x="0" y="48572"/>
                    </a:lnTo>
                    <a:lnTo>
                      <a:pt x="251" y="48572"/>
                    </a:lnTo>
                    <a:lnTo>
                      <a:pt x="251" y="0"/>
                    </a:ln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6" name="Google Shape;7637;p110"/>
              <p:cNvSpPr/>
              <p:nvPr/>
            </p:nvSpPr>
            <p:spPr>
              <a:xfrm>
                <a:off x="5771520" y="1358640"/>
                <a:ext cx="1825200" cy="739080"/>
              </a:xfrm>
              <a:custGeom>
                <a:avLst/>
                <a:gdLst>
                  <a:gd name="textAreaLeft" fmla="*/ 0 w 1825200"/>
                  <a:gd name="textAreaRight" fmla="*/ 1825560 w 1825200"/>
                  <a:gd name="textAreaTop" fmla="*/ 0 h 739080"/>
                  <a:gd name="textAreaBottom" fmla="*/ 739440 h 739080"/>
                </a:gdLst>
                <a:ahLst/>
                <a:cxnLst/>
                <a:rect l="textAreaLeft" t="textAreaTop" r="textAreaRight" b="textAreaBottom"/>
                <a:pathLst>
                  <a:path w="48823" h="19776">
                    <a:moveTo>
                      <a:pt x="24412" y="1"/>
                    </a:moveTo>
                    <a:cubicBezTo>
                      <a:pt x="10953" y="1"/>
                      <a:pt x="0" y="8873"/>
                      <a:pt x="0" y="19775"/>
                    </a:cubicBezTo>
                    <a:lnTo>
                      <a:pt x="251" y="19775"/>
                    </a:lnTo>
                    <a:cubicBezTo>
                      <a:pt x="251" y="9023"/>
                      <a:pt x="11078" y="251"/>
                      <a:pt x="24412" y="251"/>
                    </a:cubicBezTo>
                    <a:cubicBezTo>
                      <a:pt x="37720" y="251"/>
                      <a:pt x="48572" y="9023"/>
                      <a:pt x="48572" y="19775"/>
                    </a:cubicBezTo>
                    <a:lnTo>
                      <a:pt x="48823" y="19775"/>
                    </a:lnTo>
                    <a:cubicBezTo>
                      <a:pt x="48823" y="8873"/>
                      <a:pt x="37870" y="1"/>
                      <a:pt x="24412"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7" name="Google Shape;7638;p110"/>
              <p:cNvSpPr/>
              <p:nvPr/>
            </p:nvSpPr>
            <p:spPr>
              <a:xfrm>
                <a:off x="5937480" y="4211640"/>
                <a:ext cx="259200" cy="77400"/>
              </a:xfrm>
              <a:custGeom>
                <a:avLst/>
                <a:gdLst>
                  <a:gd name="textAreaLeft" fmla="*/ 0 w 259200"/>
                  <a:gd name="textAreaRight" fmla="*/ 259560 w 259200"/>
                  <a:gd name="textAreaTop" fmla="*/ 0 h 77400"/>
                  <a:gd name="textAreaBottom" fmla="*/ 77760 h 77400"/>
                </a:gdLst>
                <a:ahLst/>
                <a:cxnLst/>
                <a:rect l="textAreaLeft" t="textAreaTop" r="textAreaRight" b="textAreaBottom"/>
                <a:pathLst>
                  <a:path w="6943" h="2082">
                    <a:moveTo>
                      <a:pt x="1" y="1379"/>
                    </a:moveTo>
                    <a:lnTo>
                      <a:pt x="1" y="1705"/>
                    </a:lnTo>
                    <a:cubicBezTo>
                      <a:pt x="652" y="2081"/>
                      <a:pt x="2106" y="1881"/>
                      <a:pt x="2482" y="1705"/>
                    </a:cubicBezTo>
                    <a:cubicBezTo>
                      <a:pt x="2732" y="1329"/>
                      <a:pt x="3409" y="1430"/>
                      <a:pt x="3785" y="1580"/>
                    </a:cubicBezTo>
                    <a:cubicBezTo>
                      <a:pt x="5239" y="1705"/>
                      <a:pt x="5765" y="1505"/>
                      <a:pt x="6266" y="1129"/>
                    </a:cubicBezTo>
                    <a:cubicBezTo>
                      <a:pt x="6492" y="953"/>
                      <a:pt x="6943" y="502"/>
                      <a:pt x="6893" y="1"/>
                    </a:cubicBezTo>
                    <a:cubicBezTo>
                      <a:pt x="5163" y="402"/>
                      <a:pt x="1" y="1379"/>
                      <a:pt x="1" y="1379"/>
                    </a:cubicBezTo>
                    <a:close/>
                  </a:path>
                </a:pathLst>
              </a:custGeom>
              <a:solidFill>
                <a:srgbClr val="606bf1"/>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8" name="Google Shape;7639;p110"/>
              <p:cNvSpPr/>
              <p:nvPr/>
            </p:nvSpPr>
            <p:spPr>
              <a:xfrm>
                <a:off x="5922360" y="4169520"/>
                <a:ext cx="279000" cy="108360"/>
              </a:xfrm>
              <a:custGeom>
                <a:avLst/>
                <a:gdLst>
                  <a:gd name="textAreaLeft" fmla="*/ 0 w 279000"/>
                  <a:gd name="textAreaRight" fmla="*/ 279360 w 279000"/>
                  <a:gd name="textAreaTop" fmla="*/ 0 h 108360"/>
                  <a:gd name="textAreaBottom" fmla="*/ 108720 h 108360"/>
                </a:gdLst>
                <a:ahLst/>
                <a:cxnLst/>
                <a:rect l="textAreaLeft" t="textAreaTop" r="textAreaRight" b="textAreaBottom"/>
                <a:pathLst>
                  <a:path w="7470" h="2908">
                    <a:moveTo>
                      <a:pt x="2883" y="0"/>
                    </a:moveTo>
                    <a:cubicBezTo>
                      <a:pt x="2883" y="0"/>
                      <a:pt x="4462" y="451"/>
                      <a:pt x="5414" y="577"/>
                    </a:cubicBezTo>
                    <a:cubicBezTo>
                      <a:pt x="6341" y="702"/>
                      <a:pt x="7018" y="551"/>
                      <a:pt x="7244" y="902"/>
                    </a:cubicBezTo>
                    <a:cubicBezTo>
                      <a:pt x="7469" y="1228"/>
                      <a:pt x="6968" y="2105"/>
                      <a:pt x="6141" y="2381"/>
                    </a:cubicBezTo>
                    <a:cubicBezTo>
                      <a:pt x="5314" y="2682"/>
                      <a:pt x="3610" y="2356"/>
                      <a:pt x="2983" y="2481"/>
                    </a:cubicBezTo>
                    <a:cubicBezTo>
                      <a:pt x="2356" y="2607"/>
                      <a:pt x="777" y="2907"/>
                      <a:pt x="402" y="2506"/>
                    </a:cubicBezTo>
                    <a:cubicBezTo>
                      <a:pt x="1" y="2130"/>
                      <a:pt x="402" y="226"/>
                      <a:pt x="402" y="226"/>
                    </a:cubicBezTo>
                    <a:close/>
                  </a:path>
                </a:pathLst>
              </a:custGeom>
              <a:solidFill>
                <a:schemeClr val="accent3"/>
              </a:solidFill>
              <a:ln w="0">
                <a:noFill/>
              </a:ln>
            </p:spPr>
            <p:style>
              <a:lnRef idx="0"/>
              <a:fillRef idx="0"/>
              <a:effectRef idx="0"/>
              <a:fontRef idx="minor"/>
            </p:style>
            <p:txBody>
              <a:bodyPr tIns="54360" bIns="54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9" name="Google Shape;7640;p110"/>
              <p:cNvSpPr/>
              <p:nvPr/>
            </p:nvSpPr>
            <p:spPr>
              <a:xfrm>
                <a:off x="5697720" y="3957480"/>
                <a:ext cx="196560" cy="176040"/>
              </a:xfrm>
              <a:custGeom>
                <a:avLst/>
                <a:gdLst>
                  <a:gd name="textAreaLeft" fmla="*/ 0 w 196560"/>
                  <a:gd name="textAreaRight" fmla="*/ 196920 w 196560"/>
                  <a:gd name="textAreaTop" fmla="*/ 0 h 176040"/>
                  <a:gd name="textAreaBottom" fmla="*/ 176400 h 176040"/>
                </a:gdLst>
                <a:ahLst/>
                <a:cxnLst/>
                <a:rect l="textAreaLeft" t="textAreaTop" r="textAreaRight" b="textAreaBottom"/>
                <a:pathLst>
                  <a:path w="5264" h="4713">
                    <a:moveTo>
                      <a:pt x="76" y="3560"/>
                    </a:moveTo>
                    <a:lnTo>
                      <a:pt x="2933" y="377"/>
                    </a:lnTo>
                    <a:cubicBezTo>
                      <a:pt x="4061" y="51"/>
                      <a:pt x="5264" y="1"/>
                      <a:pt x="5113" y="1054"/>
                    </a:cubicBezTo>
                    <a:cubicBezTo>
                      <a:pt x="4963" y="1981"/>
                      <a:pt x="3484" y="2382"/>
                      <a:pt x="2482" y="3284"/>
                    </a:cubicBezTo>
                    <a:lnTo>
                      <a:pt x="1529" y="4111"/>
                    </a:lnTo>
                    <a:cubicBezTo>
                      <a:pt x="853" y="4713"/>
                      <a:pt x="0" y="4186"/>
                      <a:pt x="76" y="3560"/>
                    </a:cubicBezTo>
                    <a:close/>
                  </a:path>
                </a:pathLst>
              </a:custGeom>
              <a:solidFill>
                <a:schemeClr val="accent3"/>
              </a:solidFill>
              <a:ln w="0">
                <a:noFill/>
              </a:ln>
            </p:spPr>
            <p:style>
              <a:lnRef idx="0"/>
              <a:fillRef idx="0"/>
              <a:effectRef idx="0"/>
              <a:fontRef idx="minor"/>
            </p:style>
            <p:txBody>
              <a:bodyPr tIns="88200" bIns="88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0" name="Google Shape;7641;p110"/>
              <p:cNvSpPr/>
              <p:nvPr/>
            </p:nvSpPr>
            <p:spPr>
              <a:xfrm>
                <a:off x="6321600" y="2357640"/>
                <a:ext cx="142200" cy="215280"/>
              </a:xfrm>
              <a:custGeom>
                <a:avLst/>
                <a:gdLst>
                  <a:gd name="textAreaLeft" fmla="*/ 0 w 142200"/>
                  <a:gd name="textAreaRight" fmla="*/ 142560 w 142200"/>
                  <a:gd name="textAreaTop" fmla="*/ 0 h 215280"/>
                  <a:gd name="textAreaBottom" fmla="*/ 215640 h 215280"/>
                </a:gdLst>
                <a:ahLst/>
                <a:cxnLst/>
                <a:rect l="textAreaLeft" t="textAreaTop" r="textAreaRight" b="textAreaBottom"/>
                <a:pathLst>
                  <a:path w="3810" h="5766">
                    <a:moveTo>
                      <a:pt x="1579" y="5515"/>
                    </a:moveTo>
                    <a:cubicBezTo>
                      <a:pt x="2206" y="5139"/>
                      <a:pt x="3008" y="4286"/>
                      <a:pt x="3283" y="3610"/>
                    </a:cubicBezTo>
                    <a:cubicBezTo>
                      <a:pt x="3509" y="3033"/>
                      <a:pt x="3760" y="2432"/>
                      <a:pt x="3785" y="1805"/>
                    </a:cubicBezTo>
                    <a:cubicBezTo>
                      <a:pt x="3810" y="1254"/>
                      <a:pt x="3659" y="677"/>
                      <a:pt x="3384" y="201"/>
                    </a:cubicBezTo>
                    <a:cubicBezTo>
                      <a:pt x="3359" y="176"/>
                      <a:pt x="3334" y="126"/>
                      <a:pt x="3309" y="101"/>
                    </a:cubicBezTo>
                    <a:cubicBezTo>
                      <a:pt x="3158" y="1"/>
                      <a:pt x="2983" y="176"/>
                      <a:pt x="2908" y="301"/>
                    </a:cubicBezTo>
                    <a:cubicBezTo>
                      <a:pt x="2406" y="1103"/>
                      <a:pt x="1930" y="2006"/>
                      <a:pt x="1304" y="2733"/>
                    </a:cubicBezTo>
                    <a:cubicBezTo>
                      <a:pt x="1354" y="2457"/>
                      <a:pt x="1454" y="2131"/>
                      <a:pt x="1579" y="1880"/>
                    </a:cubicBezTo>
                    <a:cubicBezTo>
                      <a:pt x="1780" y="1454"/>
                      <a:pt x="1429" y="1479"/>
                      <a:pt x="1429" y="1479"/>
                    </a:cubicBezTo>
                    <a:cubicBezTo>
                      <a:pt x="1178" y="1630"/>
                      <a:pt x="502" y="2733"/>
                      <a:pt x="401" y="3159"/>
                    </a:cubicBezTo>
                    <a:cubicBezTo>
                      <a:pt x="301" y="3585"/>
                      <a:pt x="50" y="4637"/>
                      <a:pt x="50" y="4637"/>
                    </a:cubicBezTo>
                    <a:lnTo>
                      <a:pt x="176" y="4763"/>
                    </a:lnTo>
                    <a:cubicBezTo>
                      <a:pt x="75" y="4913"/>
                      <a:pt x="0" y="4988"/>
                      <a:pt x="0" y="4988"/>
                    </a:cubicBezTo>
                    <a:cubicBezTo>
                      <a:pt x="0" y="4988"/>
                      <a:pt x="1153" y="5765"/>
                      <a:pt x="1579" y="5515"/>
                    </a:cubicBez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1" name="Google Shape;7642;p110"/>
              <p:cNvSpPr/>
              <p:nvPr/>
            </p:nvSpPr>
            <p:spPr>
              <a:xfrm>
                <a:off x="5562720" y="2661480"/>
                <a:ext cx="146880" cy="204120"/>
              </a:xfrm>
              <a:custGeom>
                <a:avLst/>
                <a:gdLst>
                  <a:gd name="textAreaLeft" fmla="*/ 0 w 146880"/>
                  <a:gd name="textAreaRight" fmla="*/ 147240 w 146880"/>
                  <a:gd name="textAreaTop" fmla="*/ 0 h 204120"/>
                  <a:gd name="textAreaBottom" fmla="*/ 204480 h 204120"/>
                </a:gdLst>
                <a:ahLst/>
                <a:cxnLst/>
                <a:rect l="textAreaLeft" t="textAreaTop" r="textAreaRight" b="textAreaBottom"/>
                <a:pathLst>
                  <a:path w="3936" h="5464">
                    <a:moveTo>
                      <a:pt x="3935" y="0"/>
                    </a:moveTo>
                    <a:cubicBezTo>
                      <a:pt x="3935" y="0"/>
                      <a:pt x="0" y="1429"/>
                      <a:pt x="3058" y="5464"/>
                    </a:cubicBezTo>
                    <a:close/>
                  </a:path>
                </a:pathLst>
              </a:custGeom>
              <a:solidFill>
                <a:srgbClr val="112b4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2" name="Google Shape;7643;p110"/>
              <p:cNvSpPr/>
              <p:nvPr/>
            </p:nvSpPr>
            <p:spPr>
              <a:xfrm>
                <a:off x="5733000" y="2357640"/>
                <a:ext cx="281880" cy="309960"/>
              </a:xfrm>
              <a:custGeom>
                <a:avLst/>
                <a:gdLst>
                  <a:gd name="textAreaLeft" fmla="*/ 0 w 281880"/>
                  <a:gd name="textAreaRight" fmla="*/ 282240 w 281880"/>
                  <a:gd name="textAreaTop" fmla="*/ 0 h 309960"/>
                  <a:gd name="textAreaBottom" fmla="*/ 310320 h 309960"/>
                </a:gdLst>
                <a:ahLst/>
                <a:cxnLst/>
                <a:rect l="textAreaLeft" t="textAreaTop" r="textAreaRight" b="textAreaBottom"/>
                <a:pathLst>
                  <a:path w="7545" h="8297">
                    <a:moveTo>
                      <a:pt x="1830" y="176"/>
                    </a:moveTo>
                    <a:cubicBezTo>
                      <a:pt x="2683" y="26"/>
                      <a:pt x="3835" y="1"/>
                      <a:pt x="4662" y="251"/>
                    </a:cubicBezTo>
                    <a:cubicBezTo>
                      <a:pt x="6016" y="652"/>
                      <a:pt x="6768" y="1530"/>
                      <a:pt x="7094" y="2833"/>
                    </a:cubicBezTo>
                    <a:cubicBezTo>
                      <a:pt x="7444" y="4136"/>
                      <a:pt x="7545" y="6342"/>
                      <a:pt x="6793" y="7545"/>
                    </a:cubicBezTo>
                    <a:cubicBezTo>
                      <a:pt x="6317" y="8297"/>
                      <a:pt x="5264" y="8171"/>
                      <a:pt x="4512" y="7971"/>
                    </a:cubicBezTo>
                    <a:cubicBezTo>
                      <a:pt x="3610" y="7720"/>
                      <a:pt x="2432" y="7344"/>
                      <a:pt x="1705" y="6768"/>
                    </a:cubicBezTo>
                    <a:cubicBezTo>
                      <a:pt x="678" y="5991"/>
                      <a:pt x="126" y="4286"/>
                      <a:pt x="51" y="3058"/>
                    </a:cubicBezTo>
                    <a:cubicBezTo>
                      <a:pt x="1" y="2006"/>
                      <a:pt x="552" y="377"/>
                      <a:pt x="1830" y="176"/>
                    </a:cubicBezTo>
                    <a:close/>
                  </a:path>
                </a:pathLst>
              </a:custGeom>
              <a:solidFill>
                <a:srgbClr val="9e898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3" name="Google Shape;7644;p110"/>
              <p:cNvSpPr/>
              <p:nvPr/>
            </p:nvSpPr>
            <p:spPr>
              <a:xfrm>
                <a:off x="5774400" y="2600640"/>
                <a:ext cx="145080" cy="99000"/>
              </a:xfrm>
              <a:custGeom>
                <a:avLst/>
                <a:gdLst>
                  <a:gd name="textAreaLeft" fmla="*/ 0 w 145080"/>
                  <a:gd name="textAreaRight" fmla="*/ 145440 w 145080"/>
                  <a:gd name="textAreaTop" fmla="*/ 0 h 99000"/>
                  <a:gd name="textAreaBottom" fmla="*/ 99360 h 99000"/>
                </a:gdLst>
                <a:ahLst/>
                <a:cxnLst/>
                <a:rect l="textAreaLeft" t="textAreaTop" r="textAreaRight" b="textAreaBottom"/>
                <a:pathLst>
                  <a:path w="3886" h="2658">
                    <a:moveTo>
                      <a:pt x="727" y="1"/>
                    </a:moveTo>
                    <a:cubicBezTo>
                      <a:pt x="828" y="126"/>
                      <a:pt x="953" y="227"/>
                      <a:pt x="1078" y="327"/>
                    </a:cubicBezTo>
                    <a:cubicBezTo>
                      <a:pt x="1805" y="878"/>
                      <a:pt x="2507" y="1229"/>
                      <a:pt x="3409" y="1480"/>
                    </a:cubicBezTo>
                    <a:cubicBezTo>
                      <a:pt x="3559" y="1505"/>
                      <a:pt x="3710" y="1555"/>
                      <a:pt x="3885" y="1580"/>
                    </a:cubicBezTo>
                    <a:lnTo>
                      <a:pt x="3810" y="2407"/>
                    </a:lnTo>
                    <a:cubicBezTo>
                      <a:pt x="2858" y="2658"/>
                      <a:pt x="1905" y="2257"/>
                      <a:pt x="1254" y="2081"/>
                    </a:cubicBezTo>
                    <a:cubicBezTo>
                      <a:pt x="752" y="1931"/>
                      <a:pt x="1" y="1806"/>
                      <a:pt x="1" y="1279"/>
                    </a:cubicBezTo>
                    <a:lnTo>
                      <a:pt x="727" y="1"/>
                    </a:lnTo>
                    <a:close/>
                  </a:path>
                </a:pathLst>
              </a:custGeom>
              <a:solidFill>
                <a:srgbClr val="9e8980"/>
              </a:solidFill>
              <a:ln w="0">
                <a:noFill/>
              </a:ln>
            </p:spPr>
            <p:style>
              <a:lnRef idx="0"/>
              <a:fillRef idx="0"/>
              <a:effectRef idx="0"/>
              <a:fontRef idx="minor"/>
            </p:style>
            <p:txBody>
              <a:bodyPr tIns="49680" bIns="49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4" name="Google Shape;7645;p110"/>
              <p:cNvSpPr/>
              <p:nvPr/>
            </p:nvSpPr>
            <p:spPr>
              <a:xfrm>
                <a:off x="5731200" y="2312640"/>
                <a:ext cx="280800" cy="325080"/>
              </a:xfrm>
              <a:custGeom>
                <a:avLst/>
                <a:gdLst>
                  <a:gd name="textAreaLeft" fmla="*/ 0 w 280800"/>
                  <a:gd name="textAreaRight" fmla="*/ 281160 w 280800"/>
                  <a:gd name="textAreaTop" fmla="*/ 0 h 325080"/>
                  <a:gd name="textAreaBottom" fmla="*/ 325440 h 325080"/>
                </a:gdLst>
                <a:ahLst/>
                <a:cxnLst/>
                <a:rect l="textAreaLeft" t="textAreaTop" r="textAreaRight" b="textAreaBottom"/>
                <a:pathLst>
                  <a:path w="7520" h="8698">
                    <a:moveTo>
                      <a:pt x="828" y="1630"/>
                    </a:moveTo>
                    <a:cubicBezTo>
                      <a:pt x="1" y="2156"/>
                      <a:pt x="51" y="3484"/>
                      <a:pt x="101" y="4337"/>
                    </a:cubicBezTo>
                    <a:cubicBezTo>
                      <a:pt x="151" y="5565"/>
                      <a:pt x="728" y="7194"/>
                      <a:pt x="1755" y="7971"/>
                    </a:cubicBezTo>
                    <a:cubicBezTo>
                      <a:pt x="2306" y="8422"/>
                      <a:pt x="2357" y="8472"/>
                      <a:pt x="3108" y="8697"/>
                    </a:cubicBezTo>
                    <a:cubicBezTo>
                      <a:pt x="3184" y="8672"/>
                      <a:pt x="3359" y="8547"/>
                      <a:pt x="3560" y="8397"/>
                    </a:cubicBezTo>
                    <a:cubicBezTo>
                      <a:pt x="3986" y="8096"/>
                      <a:pt x="4186" y="7545"/>
                      <a:pt x="4011" y="7043"/>
                    </a:cubicBezTo>
                    <a:cubicBezTo>
                      <a:pt x="3860" y="6542"/>
                      <a:pt x="3860" y="5941"/>
                      <a:pt x="4136" y="5790"/>
                    </a:cubicBezTo>
                    <a:cubicBezTo>
                      <a:pt x="4587" y="5540"/>
                      <a:pt x="4888" y="6442"/>
                      <a:pt x="4888" y="6442"/>
                    </a:cubicBezTo>
                    <a:cubicBezTo>
                      <a:pt x="5164" y="6342"/>
                      <a:pt x="5565" y="6041"/>
                      <a:pt x="5339" y="5489"/>
                    </a:cubicBezTo>
                    <a:cubicBezTo>
                      <a:pt x="5114" y="4963"/>
                      <a:pt x="5339" y="4412"/>
                      <a:pt x="5339" y="4412"/>
                    </a:cubicBezTo>
                    <a:cubicBezTo>
                      <a:pt x="6166" y="4437"/>
                      <a:pt x="6542" y="3334"/>
                      <a:pt x="6793" y="3184"/>
                    </a:cubicBezTo>
                    <a:cubicBezTo>
                      <a:pt x="7344" y="2858"/>
                      <a:pt x="7520" y="2733"/>
                      <a:pt x="7444" y="2231"/>
                    </a:cubicBezTo>
                    <a:cubicBezTo>
                      <a:pt x="7369" y="1880"/>
                      <a:pt x="7244" y="1530"/>
                      <a:pt x="6993" y="1304"/>
                    </a:cubicBezTo>
                    <a:cubicBezTo>
                      <a:pt x="6692" y="1028"/>
                      <a:pt x="5740" y="677"/>
                      <a:pt x="5364" y="577"/>
                    </a:cubicBezTo>
                    <a:cubicBezTo>
                      <a:pt x="3083" y="1"/>
                      <a:pt x="1354" y="402"/>
                      <a:pt x="828" y="163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5" name="Google Shape;7646;p110"/>
              <p:cNvSpPr/>
              <p:nvPr/>
            </p:nvSpPr>
            <p:spPr>
              <a:xfrm>
                <a:off x="5693760" y="3996000"/>
                <a:ext cx="194760" cy="152280"/>
              </a:xfrm>
              <a:custGeom>
                <a:avLst/>
                <a:gdLst>
                  <a:gd name="textAreaLeft" fmla="*/ 0 w 194760"/>
                  <a:gd name="textAreaRight" fmla="*/ 195120 w 194760"/>
                  <a:gd name="textAreaTop" fmla="*/ 0 h 152280"/>
                  <a:gd name="textAreaBottom" fmla="*/ 152640 h 152280"/>
                </a:gdLst>
                <a:ahLst/>
                <a:cxnLst/>
                <a:rect l="textAreaLeft" t="textAreaTop" r="textAreaRight" b="textAreaBottom"/>
                <a:pathLst>
                  <a:path w="5214" h="4086">
                    <a:moveTo>
                      <a:pt x="1629" y="3083"/>
                    </a:moveTo>
                    <a:lnTo>
                      <a:pt x="2582" y="2256"/>
                    </a:lnTo>
                    <a:cubicBezTo>
                      <a:pt x="3584" y="1354"/>
                      <a:pt x="5063" y="953"/>
                      <a:pt x="5213" y="26"/>
                    </a:cubicBezTo>
                    <a:lnTo>
                      <a:pt x="5213" y="26"/>
                    </a:lnTo>
                    <a:lnTo>
                      <a:pt x="5213" y="26"/>
                    </a:lnTo>
                    <a:lnTo>
                      <a:pt x="5213" y="26"/>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cubicBezTo>
                      <a:pt x="5213" y="101"/>
                      <a:pt x="5213" y="201"/>
                      <a:pt x="5213" y="326"/>
                    </a:cubicBezTo>
                    <a:cubicBezTo>
                      <a:pt x="5063" y="1254"/>
                      <a:pt x="3584" y="1655"/>
                      <a:pt x="2582" y="2557"/>
                    </a:cubicBezTo>
                    <a:lnTo>
                      <a:pt x="1629" y="3384"/>
                    </a:lnTo>
                    <a:cubicBezTo>
                      <a:pt x="852" y="4086"/>
                      <a:pt x="0" y="3584"/>
                      <a:pt x="176" y="2532"/>
                    </a:cubicBezTo>
                    <a:cubicBezTo>
                      <a:pt x="100" y="3158"/>
                      <a:pt x="953" y="3685"/>
                      <a:pt x="1629" y="3083"/>
                    </a:cubicBezTo>
                    <a:close/>
                  </a:path>
                </a:pathLst>
              </a:custGeom>
              <a:solidFill>
                <a:srgbClr val="606bf1"/>
              </a:solidFill>
              <a:ln w="0">
                <a:noFill/>
              </a:ln>
            </p:spPr>
            <p:style>
              <a:lnRef idx="0"/>
              <a:fillRef idx="0"/>
              <a:effectRef idx="0"/>
              <a:fontRef idx="minor"/>
            </p:style>
            <p:txBody>
              <a:bodyPr tIns="76320" bIns="76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6" name="Google Shape;7647;p110"/>
              <p:cNvSpPr/>
              <p:nvPr/>
            </p:nvSpPr>
            <p:spPr>
              <a:xfrm>
                <a:off x="5664600" y="3211560"/>
                <a:ext cx="231120" cy="903240"/>
              </a:xfrm>
              <a:custGeom>
                <a:avLst/>
                <a:gdLst>
                  <a:gd name="textAreaLeft" fmla="*/ 0 w 231120"/>
                  <a:gd name="textAreaRight" fmla="*/ 231480 w 231120"/>
                  <a:gd name="textAreaTop" fmla="*/ 0 h 903240"/>
                  <a:gd name="textAreaBottom" fmla="*/ 903600 h 903240"/>
                </a:gdLst>
                <a:ahLst/>
                <a:cxnLst/>
                <a:rect l="textAreaLeft" t="textAreaTop" r="textAreaRight" b="textAreaBottom"/>
                <a:pathLst>
                  <a:path w="6191" h="24162">
                    <a:moveTo>
                      <a:pt x="978" y="1404"/>
                    </a:moveTo>
                    <a:cubicBezTo>
                      <a:pt x="0" y="2808"/>
                      <a:pt x="2456" y="6643"/>
                      <a:pt x="1780" y="11430"/>
                    </a:cubicBezTo>
                    <a:cubicBezTo>
                      <a:pt x="1329" y="14688"/>
                      <a:pt x="451" y="20126"/>
                      <a:pt x="652" y="23209"/>
                    </a:cubicBezTo>
                    <a:cubicBezTo>
                      <a:pt x="702" y="23760"/>
                      <a:pt x="2882" y="24161"/>
                      <a:pt x="3484" y="21455"/>
                    </a:cubicBezTo>
                    <a:cubicBezTo>
                      <a:pt x="4486" y="16843"/>
                      <a:pt x="5740" y="13961"/>
                      <a:pt x="6191" y="10377"/>
                    </a:cubicBezTo>
                    <a:lnTo>
                      <a:pt x="5965" y="1"/>
                    </a:lnTo>
                    <a:close/>
                  </a:path>
                </a:pathLst>
              </a:custGeom>
              <a:solidFill>
                <a:srgbClr val="717bd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7" name="Google Shape;7648;p110"/>
              <p:cNvSpPr/>
              <p:nvPr/>
            </p:nvSpPr>
            <p:spPr>
              <a:xfrm>
                <a:off x="5808960" y="3245400"/>
                <a:ext cx="309960" cy="987480"/>
              </a:xfrm>
              <a:custGeom>
                <a:avLst/>
                <a:gdLst>
                  <a:gd name="textAreaLeft" fmla="*/ 0 w 309960"/>
                  <a:gd name="textAreaRight" fmla="*/ 310320 w 309960"/>
                  <a:gd name="textAreaTop" fmla="*/ 0 h 987480"/>
                  <a:gd name="textAreaBottom" fmla="*/ 987840 h 987480"/>
                </a:gdLst>
                <a:ahLst/>
                <a:cxnLst/>
                <a:rect l="textAreaLeft" t="textAreaTop" r="textAreaRight" b="textAreaBottom"/>
                <a:pathLst>
                  <a:path w="8297" h="26417">
                    <a:moveTo>
                      <a:pt x="252" y="0"/>
                    </a:moveTo>
                    <a:cubicBezTo>
                      <a:pt x="1" y="4311"/>
                      <a:pt x="3084" y="9599"/>
                      <a:pt x="2883" y="13058"/>
                    </a:cubicBezTo>
                    <a:cubicBezTo>
                      <a:pt x="2658" y="16667"/>
                      <a:pt x="3059" y="21028"/>
                      <a:pt x="3059" y="24913"/>
                    </a:cubicBezTo>
                    <a:cubicBezTo>
                      <a:pt x="3059" y="24913"/>
                      <a:pt x="6242" y="26416"/>
                      <a:pt x="6367" y="24086"/>
                    </a:cubicBezTo>
                    <a:cubicBezTo>
                      <a:pt x="6843" y="16466"/>
                      <a:pt x="8297" y="14111"/>
                      <a:pt x="6342" y="176"/>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8" name="Google Shape;7649;p110"/>
              <p:cNvSpPr/>
              <p:nvPr/>
            </p:nvSpPr>
            <p:spPr>
              <a:xfrm>
                <a:off x="5634720" y="2640960"/>
                <a:ext cx="457920" cy="799920"/>
              </a:xfrm>
              <a:custGeom>
                <a:avLst/>
                <a:gdLst>
                  <a:gd name="textAreaLeft" fmla="*/ 0 w 457920"/>
                  <a:gd name="textAreaRight" fmla="*/ 458280 w 457920"/>
                  <a:gd name="textAreaTop" fmla="*/ 0 h 799920"/>
                  <a:gd name="textAreaBottom" fmla="*/ 800280 h 799920"/>
                </a:gdLst>
                <a:ahLst/>
                <a:cxnLst/>
                <a:rect l="textAreaLeft" t="textAreaTop" r="textAreaRight" b="textAreaBottom"/>
                <a:pathLst>
                  <a:path w="12256" h="21405">
                    <a:moveTo>
                      <a:pt x="10677" y="12006"/>
                    </a:moveTo>
                    <a:cubicBezTo>
                      <a:pt x="10777" y="7845"/>
                      <a:pt x="10000" y="3760"/>
                      <a:pt x="10000" y="3760"/>
                    </a:cubicBezTo>
                    <a:cubicBezTo>
                      <a:pt x="9624" y="3209"/>
                      <a:pt x="9173" y="2758"/>
                      <a:pt x="8647" y="2382"/>
                    </a:cubicBezTo>
                    <a:lnTo>
                      <a:pt x="7644" y="1154"/>
                    </a:lnTo>
                    <a:cubicBezTo>
                      <a:pt x="6341" y="828"/>
                      <a:pt x="5088" y="452"/>
                      <a:pt x="3835" y="1"/>
                    </a:cubicBezTo>
                    <a:lnTo>
                      <a:pt x="2005" y="552"/>
                    </a:lnTo>
                    <a:cubicBezTo>
                      <a:pt x="501" y="1179"/>
                      <a:pt x="0" y="3108"/>
                      <a:pt x="677" y="5038"/>
                    </a:cubicBezTo>
                    <a:cubicBezTo>
                      <a:pt x="652" y="5139"/>
                      <a:pt x="2206" y="9525"/>
                      <a:pt x="2381" y="11154"/>
                    </a:cubicBezTo>
                    <a:cubicBezTo>
                      <a:pt x="2381" y="11304"/>
                      <a:pt x="1228" y="15615"/>
                      <a:pt x="978" y="17369"/>
                    </a:cubicBezTo>
                    <a:cubicBezTo>
                      <a:pt x="978" y="17369"/>
                      <a:pt x="2080" y="18372"/>
                      <a:pt x="2381" y="18622"/>
                    </a:cubicBezTo>
                    <a:cubicBezTo>
                      <a:pt x="4612" y="21404"/>
                      <a:pt x="11880" y="18046"/>
                      <a:pt x="12156" y="16567"/>
                    </a:cubicBezTo>
                    <a:cubicBezTo>
                      <a:pt x="12256" y="16016"/>
                      <a:pt x="11354" y="14312"/>
                      <a:pt x="10677" y="12006"/>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9" name="Google Shape;7650;p110"/>
              <p:cNvSpPr/>
              <p:nvPr/>
            </p:nvSpPr>
            <p:spPr>
              <a:xfrm>
                <a:off x="5839200" y="2522880"/>
                <a:ext cx="549720" cy="366120"/>
              </a:xfrm>
              <a:custGeom>
                <a:avLst/>
                <a:gdLst>
                  <a:gd name="textAreaLeft" fmla="*/ 0 w 549720"/>
                  <a:gd name="textAreaRight" fmla="*/ 550080 w 549720"/>
                  <a:gd name="textAreaTop" fmla="*/ 0 h 366120"/>
                  <a:gd name="textAreaBottom" fmla="*/ 366480 h 366120"/>
                </a:gdLst>
                <a:ahLst/>
                <a:cxnLst/>
                <a:rect l="textAreaLeft" t="textAreaTop" r="textAreaRight" b="textAreaBottom"/>
                <a:pathLst>
                  <a:path w="14707" h="9801">
                    <a:moveTo>
                      <a:pt x="12877" y="1"/>
                    </a:moveTo>
                    <a:cubicBezTo>
                      <a:pt x="12877" y="1"/>
                      <a:pt x="10822" y="4011"/>
                      <a:pt x="8992" y="6241"/>
                    </a:cubicBezTo>
                    <a:cubicBezTo>
                      <a:pt x="7078" y="6200"/>
                      <a:pt x="4249" y="5606"/>
                      <a:pt x="2655" y="5606"/>
                    </a:cubicBezTo>
                    <a:cubicBezTo>
                      <a:pt x="2328" y="5606"/>
                      <a:pt x="2054" y="5630"/>
                      <a:pt x="1850" y="5690"/>
                    </a:cubicBezTo>
                    <a:cubicBezTo>
                      <a:pt x="1348" y="5840"/>
                      <a:pt x="1098" y="6216"/>
                      <a:pt x="797" y="6642"/>
                    </a:cubicBezTo>
                    <a:cubicBezTo>
                      <a:pt x="0" y="7863"/>
                      <a:pt x="1257" y="9801"/>
                      <a:pt x="2724" y="9801"/>
                    </a:cubicBezTo>
                    <a:cubicBezTo>
                      <a:pt x="2733" y="9801"/>
                      <a:pt x="2742" y="9800"/>
                      <a:pt x="2752" y="9800"/>
                    </a:cubicBezTo>
                    <a:cubicBezTo>
                      <a:pt x="2777" y="9800"/>
                      <a:pt x="10221" y="9650"/>
                      <a:pt x="10396" y="9449"/>
                    </a:cubicBezTo>
                    <a:cubicBezTo>
                      <a:pt x="10571" y="9274"/>
                      <a:pt x="11599" y="9149"/>
                      <a:pt x="14707" y="1129"/>
                    </a:cubicBezTo>
                    <a:cubicBezTo>
                      <a:pt x="14707" y="1129"/>
                      <a:pt x="14306" y="101"/>
                      <a:pt x="12877" y="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0" name="Google Shape;7651;p110"/>
              <p:cNvSpPr/>
              <p:nvPr/>
            </p:nvSpPr>
            <p:spPr>
              <a:xfrm>
                <a:off x="6995520" y="4194720"/>
                <a:ext cx="259200" cy="78480"/>
              </a:xfrm>
              <a:custGeom>
                <a:avLst/>
                <a:gdLst>
                  <a:gd name="textAreaLeft" fmla="*/ 0 w 259200"/>
                  <a:gd name="textAreaRight" fmla="*/ 259560 w 259200"/>
                  <a:gd name="textAreaTop" fmla="*/ 0 h 78480"/>
                  <a:gd name="textAreaBottom" fmla="*/ 78840 h 78480"/>
                </a:gdLst>
                <a:ahLst/>
                <a:cxnLst/>
                <a:rect l="textAreaLeft" t="textAreaTop" r="textAreaRight" b="textAreaBottom"/>
                <a:pathLst>
                  <a:path w="6943" h="2107">
                    <a:moveTo>
                      <a:pt x="6943" y="1404"/>
                    </a:moveTo>
                    <a:lnTo>
                      <a:pt x="6943" y="1730"/>
                    </a:lnTo>
                    <a:cubicBezTo>
                      <a:pt x="6291" y="2106"/>
                      <a:pt x="4838" y="1906"/>
                      <a:pt x="4462" y="1730"/>
                    </a:cubicBezTo>
                    <a:cubicBezTo>
                      <a:pt x="4211" y="1354"/>
                      <a:pt x="3534" y="1454"/>
                      <a:pt x="3158" y="1605"/>
                    </a:cubicBezTo>
                    <a:cubicBezTo>
                      <a:pt x="1705" y="1730"/>
                      <a:pt x="1178" y="1505"/>
                      <a:pt x="677" y="1154"/>
                    </a:cubicBezTo>
                    <a:cubicBezTo>
                      <a:pt x="452" y="978"/>
                      <a:pt x="0" y="502"/>
                      <a:pt x="51" y="1"/>
                    </a:cubicBezTo>
                    <a:cubicBezTo>
                      <a:pt x="1780" y="402"/>
                      <a:pt x="6943" y="1404"/>
                      <a:pt x="6943" y="1404"/>
                    </a:cubicBezTo>
                    <a:close/>
                  </a:path>
                </a:pathLst>
              </a:custGeom>
              <a:solidFill>
                <a:schemeClr val="accent3"/>
              </a:solidFill>
              <a:ln w="0">
                <a:noFill/>
              </a:ln>
            </p:spPr>
            <p:style>
              <a:lnRef idx="0"/>
              <a:fillRef idx="0"/>
              <a:effectRef idx="0"/>
              <a:fontRef idx="minor"/>
            </p:style>
            <p:txBody>
              <a:bodyPr tIns="39240" bIns="39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1" name="Google Shape;7652;p110"/>
              <p:cNvSpPr/>
              <p:nvPr/>
            </p:nvSpPr>
            <p:spPr>
              <a:xfrm>
                <a:off x="6990840" y="4153680"/>
                <a:ext cx="277920" cy="108360"/>
              </a:xfrm>
              <a:custGeom>
                <a:avLst/>
                <a:gdLst>
                  <a:gd name="textAreaLeft" fmla="*/ 0 w 277920"/>
                  <a:gd name="textAreaRight" fmla="*/ 278280 w 277920"/>
                  <a:gd name="textAreaTop" fmla="*/ 0 h 108360"/>
                  <a:gd name="textAreaBottom" fmla="*/ 108720 h 108360"/>
                </a:gdLst>
                <a:ahLst/>
                <a:cxnLst/>
                <a:rect l="textAreaLeft" t="textAreaTop" r="textAreaRight" b="textAreaBottom"/>
                <a:pathLst>
                  <a:path w="7444" h="2908">
                    <a:moveTo>
                      <a:pt x="4587" y="0"/>
                    </a:moveTo>
                    <a:cubicBezTo>
                      <a:pt x="4587" y="0"/>
                      <a:pt x="3008" y="426"/>
                      <a:pt x="2055" y="576"/>
                    </a:cubicBezTo>
                    <a:cubicBezTo>
                      <a:pt x="1128" y="702"/>
                      <a:pt x="451" y="551"/>
                      <a:pt x="226" y="877"/>
                    </a:cubicBezTo>
                    <a:cubicBezTo>
                      <a:pt x="0" y="1228"/>
                      <a:pt x="501" y="2105"/>
                      <a:pt x="1328" y="2381"/>
                    </a:cubicBezTo>
                    <a:cubicBezTo>
                      <a:pt x="2155" y="2682"/>
                      <a:pt x="3860" y="2331"/>
                      <a:pt x="4486" y="2481"/>
                    </a:cubicBezTo>
                    <a:cubicBezTo>
                      <a:pt x="5113" y="2607"/>
                      <a:pt x="6692" y="2907"/>
                      <a:pt x="7068" y="2506"/>
                    </a:cubicBezTo>
                    <a:cubicBezTo>
                      <a:pt x="7444" y="2105"/>
                      <a:pt x="7068" y="226"/>
                      <a:pt x="7068" y="226"/>
                    </a:cubicBezTo>
                    <a:close/>
                  </a:path>
                </a:pathLst>
              </a:custGeom>
              <a:solidFill>
                <a:schemeClr val="dk1"/>
              </a:solidFill>
              <a:ln w="0">
                <a:noFill/>
              </a:ln>
            </p:spPr>
            <p:style>
              <a:lnRef idx="0"/>
              <a:fillRef idx="0"/>
              <a:effectRef idx="0"/>
              <a:fontRef idx="minor"/>
            </p:style>
            <p:txBody>
              <a:bodyPr tIns="54360" bIns="54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2" name="Google Shape;7653;p110"/>
              <p:cNvSpPr/>
              <p:nvPr/>
            </p:nvSpPr>
            <p:spPr>
              <a:xfrm>
                <a:off x="7298280" y="3941640"/>
                <a:ext cx="196560" cy="176040"/>
              </a:xfrm>
              <a:custGeom>
                <a:avLst/>
                <a:gdLst>
                  <a:gd name="textAreaLeft" fmla="*/ 0 w 196560"/>
                  <a:gd name="textAreaRight" fmla="*/ 196920 w 196560"/>
                  <a:gd name="textAreaTop" fmla="*/ 0 h 176040"/>
                  <a:gd name="textAreaBottom" fmla="*/ 176400 h 176040"/>
                </a:gdLst>
                <a:ahLst/>
                <a:cxnLst/>
                <a:rect l="textAreaLeft" t="textAreaTop" r="textAreaRight" b="textAreaBottom"/>
                <a:pathLst>
                  <a:path w="5264" h="4713">
                    <a:moveTo>
                      <a:pt x="5164" y="3560"/>
                    </a:moveTo>
                    <a:lnTo>
                      <a:pt x="2332" y="377"/>
                    </a:lnTo>
                    <a:cubicBezTo>
                      <a:pt x="1204" y="51"/>
                      <a:pt x="1" y="1"/>
                      <a:pt x="151" y="1028"/>
                    </a:cubicBezTo>
                    <a:cubicBezTo>
                      <a:pt x="301" y="1956"/>
                      <a:pt x="1780" y="2382"/>
                      <a:pt x="2783" y="3284"/>
                    </a:cubicBezTo>
                    <a:lnTo>
                      <a:pt x="3735" y="4111"/>
                    </a:lnTo>
                    <a:cubicBezTo>
                      <a:pt x="4387" y="4713"/>
                      <a:pt x="5264" y="4186"/>
                      <a:pt x="5164" y="3560"/>
                    </a:cubicBezTo>
                    <a:close/>
                  </a:path>
                </a:pathLst>
              </a:custGeom>
              <a:solidFill>
                <a:schemeClr val="dk1"/>
              </a:solidFill>
              <a:ln w="0">
                <a:noFill/>
              </a:ln>
            </p:spPr>
            <p:style>
              <a:lnRef idx="0"/>
              <a:fillRef idx="0"/>
              <a:effectRef idx="0"/>
              <a:fontRef idx="minor"/>
            </p:style>
            <p:txBody>
              <a:bodyPr tIns="88200" bIns="88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3" name="Google Shape;7654;p110"/>
              <p:cNvSpPr/>
              <p:nvPr/>
            </p:nvSpPr>
            <p:spPr>
              <a:xfrm>
                <a:off x="7304040" y="3980160"/>
                <a:ext cx="194760" cy="152280"/>
              </a:xfrm>
              <a:custGeom>
                <a:avLst/>
                <a:gdLst>
                  <a:gd name="textAreaLeft" fmla="*/ 0 w 194760"/>
                  <a:gd name="textAreaRight" fmla="*/ 195120 w 194760"/>
                  <a:gd name="textAreaTop" fmla="*/ 0 h 152280"/>
                  <a:gd name="textAreaBottom" fmla="*/ 152640 h 152280"/>
                </a:gdLst>
                <a:ahLst/>
                <a:cxnLst/>
                <a:rect l="textAreaLeft" t="textAreaTop" r="textAreaRight" b="textAreaBottom"/>
                <a:pathLst>
                  <a:path w="5214" h="4086">
                    <a:moveTo>
                      <a:pt x="3584" y="3083"/>
                    </a:moveTo>
                    <a:lnTo>
                      <a:pt x="2632" y="2256"/>
                    </a:lnTo>
                    <a:cubicBezTo>
                      <a:pt x="1629" y="1354"/>
                      <a:pt x="150" y="928"/>
                      <a:pt x="0" y="0"/>
                    </a:cubicBez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ubicBezTo>
                      <a:pt x="0" y="76"/>
                      <a:pt x="0" y="201"/>
                      <a:pt x="0" y="301"/>
                    </a:cubicBezTo>
                    <a:cubicBezTo>
                      <a:pt x="150" y="1228"/>
                      <a:pt x="1629" y="1655"/>
                      <a:pt x="2632" y="2557"/>
                    </a:cubicBezTo>
                    <a:lnTo>
                      <a:pt x="3584" y="3384"/>
                    </a:lnTo>
                    <a:cubicBezTo>
                      <a:pt x="4361" y="4086"/>
                      <a:pt x="5213" y="3584"/>
                      <a:pt x="5013" y="2532"/>
                    </a:cubicBezTo>
                    <a:cubicBezTo>
                      <a:pt x="5113" y="3158"/>
                      <a:pt x="4236" y="3685"/>
                      <a:pt x="3584" y="3083"/>
                    </a:cubicBezTo>
                    <a:close/>
                  </a:path>
                </a:pathLst>
              </a:custGeom>
              <a:solidFill>
                <a:schemeClr val="accent3"/>
              </a:solidFill>
              <a:ln w="0">
                <a:noFill/>
              </a:ln>
            </p:spPr>
            <p:style>
              <a:lnRef idx="0"/>
              <a:fillRef idx="0"/>
              <a:effectRef idx="0"/>
              <a:fontRef idx="minor"/>
            </p:style>
            <p:txBody>
              <a:bodyPr tIns="76320" bIns="76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4" name="Google Shape;7655;p110"/>
              <p:cNvSpPr/>
              <p:nvPr/>
            </p:nvSpPr>
            <p:spPr>
              <a:xfrm>
                <a:off x="7296480" y="3195720"/>
                <a:ext cx="231120" cy="903240"/>
              </a:xfrm>
              <a:custGeom>
                <a:avLst/>
                <a:gdLst>
                  <a:gd name="textAreaLeft" fmla="*/ 0 w 231120"/>
                  <a:gd name="textAreaRight" fmla="*/ 231480 w 231120"/>
                  <a:gd name="textAreaTop" fmla="*/ 0 h 903240"/>
                  <a:gd name="textAreaBottom" fmla="*/ 903600 h 903240"/>
                </a:gdLst>
                <a:ahLst/>
                <a:cxnLst/>
                <a:rect l="textAreaLeft" t="textAreaTop" r="textAreaRight" b="textAreaBottom"/>
                <a:pathLst>
                  <a:path w="6192" h="24162">
                    <a:moveTo>
                      <a:pt x="5214" y="1404"/>
                    </a:moveTo>
                    <a:cubicBezTo>
                      <a:pt x="6191" y="2783"/>
                      <a:pt x="3735" y="6642"/>
                      <a:pt x="4412" y="11429"/>
                    </a:cubicBezTo>
                    <a:cubicBezTo>
                      <a:pt x="4863" y="14663"/>
                      <a:pt x="5740" y="20126"/>
                      <a:pt x="5539" y="23184"/>
                    </a:cubicBezTo>
                    <a:cubicBezTo>
                      <a:pt x="5489" y="23760"/>
                      <a:pt x="3309" y="24161"/>
                      <a:pt x="2707" y="21455"/>
                    </a:cubicBezTo>
                    <a:cubicBezTo>
                      <a:pt x="1705" y="16843"/>
                      <a:pt x="452" y="13961"/>
                      <a:pt x="1" y="10377"/>
                    </a:cubicBezTo>
                    <a:lnTo>
                      <a:pt x="226"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5" name="Google Shape;7656;p110"/>
              <p:cNvSpPr/>
              <p:nvPr/>
            </p:nvSpPr>
            <p:spPr>
              <a:xfrm>
                <a:off x="7073280" y="3229560"/>
                <a:ext cx="309960" cy="986400"/>
              </a:xfrm>
              <a:custGeom>
                <a:avLst/>
                <a:gdLst>
                  <a:gd name="textAreaLeft" fmla="*/ 0 w 309960"/>
                  <a:gd name="textAreaRight" fmla="*/ 310320 w 309960"/>
                  <a:gd name="textAreaTop" fmla="*/ 0 h 986400"/>
                  <a:gd name="textAreaBottom" fmla="*/ 986760 h 986400"/>
                </a:gdLst>
                <a:ahLst/>
                <a:cxnLst/>
                <a:rect l="textAreaLeft" t="textAreaTop" r="textAreaRight" b="textAreaBottom"/>
                <a:pathLst>
                  <a:path w="8297" h="26392">
                    <a:moveTo>
                      <a:pt x="8046" y="0"/>
                    </a:moveTo>
                    <a:cubicBezTo>
                      <a:pt x="8296" y="4311"/>
                      <a:pt x="5214" y="9574"/>
                      <a:pt x="5414" y="13058"/>
                    </a:cubicBezTo>
                    <a:cubicBezTo>
                      <a:pt x="5640" y="16642"/>
                      <a:pt x="5239" y="21028"/>
                      <a:pt x="5239" y="24913"/>
                    </a:cubicBezTo>
                    <a:cubicBezTo>
                      <a:pt x="5239" y="24913"/>
                      <a:pt x="2056" y="26391"/>
                      <a:pt x="1905" y="24085"/>
                    </a:cubicBezTo>
                    <a:cubicBezTo>
                      <a:pt x="1454" y="16466"/>
                      <a:pt x="1" y="14110"/>
                      <a:pt x="1956" y="176"/>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6" name="Google Shape;7657;p110"/>
              <p:cNvSpPr/>
              <p:nvPr/>
            </p:nvSpPr>
            <p:spPr>
              <a:xfrm>
                <a:off x="7407000" y="1939680"/>
                <a:ext cx="121680" cy="214200"/>
              </a:xfrm>
              <a:custGeom>
                <a:avLst/>
                <a:gdLst>
                  <a:gd name="textAreaLeft" fmla="*/ 0 w 121680"/>
                  <a:gd name="textAreaRight" fmla="*/ 122040 w 121680"/>
                  <a:gd name="textAreaTop" fmla="*/ 0 h 214200"/>
                  <a:gd name="textAreaBottom" fmla="*/ 214560 h 214200"/>
                </a:gdLst>
                <a:ahLst/>
                <a:cxnLst/>
                <a:rect l="textAreaLeft" t="textAreaTop" r="textAreaRight" b="textAreaBottom"/>
                <a:pathLst>
                  <a:path w="3260" h="5741">
                    <a:moveTo>
                      <a:pt x="3109" y="4938"/>
                    </a:moveTo>
                    <a:cubicBezTo>
                      <a:pt x="3259" y="4236"/>
                      <a:pt x="3184" y="3058"/>
                      <a:pt x="2883" y="2407"/>
                    </a:cubicBezTo>
                    <a:cubicBezTo>
                      <a:pt x="2607" y="1830"/>
                      <a:pt x="2332" y="1254"/>
                      <a:pt x="1906" y="803"/>
                    </a:cubicBezTo>
                    <a:cubicBezTo>
                      <a:pt x="1505" y="402"/>
                      <a:pt x="1003" y="126"/>
                      <a:pt x="452" y="1"/>
                    </a:cubicBezTo>
                    <a:cubicBezTo>
                      <a:pt x="402" y="1"/>
                      <a:pt x="352" y="1"/>
                      <a:pt x="327" y="1"/>
                    </a:cubicBezTo>
                    <a:cubicBezTo>
                      <a:pt x="151" y="51"/>
                      <a:pt x="151" y="276"/>
                      <a:pt x="201" y="427"/>
                    </a:cubicBezTo>
                    <a:cubicBezTo>
                      <a:pt x="452" y="1354"/>
                      <a:pt x="803" y="2306"/>
                      <a:pt x="903" y="3259"/>
                    </a:cubicBezTo>
                    <a:cubicBezTo>
                      <a:pt x="728" y="3033"/>
                      <a:pt x="552" y="2733"/>
                      <a:pt x="452" y="2482"/>
                    </a:cubicBezTo>
                    <a:cubicBezTo>
                      <a:pt x="277" y="2056"/>
                      <a:pt x="51" y="2306"/>
                      <a:pt x="51" y="2306"/>
                    </a:cubicBezTo>
                    <a:cubicBezTo>
                      <a:pt x="1" y="2582"/>
                      <a:pt x="352" y="3860"/>
                      <a:pt x="602" y="4211"/>
                    </a:cubicBezTo>
                    <a:cubicBezTo>
                      <a:pt x="828" y="4562"/>
                      <a:pt x="1630" y="5464"/>
                      <a:pt x="1630" y="5464"/>
                    </a:cubicBezTo>
                    <a:cubicBezTo>
                      <a:pt x="1655" y="5640"/>
                      <a:pt x="1680" y="5740"/>
                      <a:pt x="1680" y="5740"/>
                    </a:cubicBezTo>
                    <a:cubicBezTo>
                      <a:pt x="1680" y="5740"/>
                      <a:pt x="3008" y="5439"/>
                      <a:pt x="3109" y="4938"/>
                    </a:cubicBezTo>
                    <a:close/>
                  </a:path>
                </a:pathLst>
              </a:custGeom>
              <a:solidFill>
                <a:srgbClr val="66534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7" name="Google Shape;7658;p110"/>
              <p:cNvSpPr/>
              <p:nvPr/>
            </p:nvSpPr>
            <p:spPr>
              <a:xfrm>
                <a:off x="7369560" y="2085120"/>
                <a:ext cx="241560" cy="662400"/>
              </a:xfrm>
              <a:custGeom>
                <a:avLst/>
                <a:gdLst>
                  <a:gd name="textAreaLeft" fmla="*/ 0 w 241560"/>
                  <a:gd name="textAreaRight" fmla="*/ 241920 w 241560"/>
                  <a:gd name="textAreaTop" fmla="*/ 0 h 662400"/>
                  <a:gd name="textAreaBottom" fmla="*/ 662760 h 662400"/>
                </a:gdLst>
                <a:ahLst/>
                <a:cxnLst/>
                <a:rect l="textAreaLeft" t="textAreaTop" r="textAreaRight" b="textAreaBottom"/>
                <a:pathLst>
                  <a:path w="6466" h="17721">
                    <a:moveTo>
                      <a:pt x="4260" y="0"/>
                    </a:moveTo>
                    <a:cubicBezTo>
                      <a:pt x="3558" y="151"/>
                      <a:pt x="2481" y="1730"/>
                      <a:pt x="2481" y="1730"/>
                    </a:cubicBezTo>
                    <a:cubicBezTo>
                      <a:pt x="2481" y="1730"/>
                      <a:pt x="3709" y="6066"/>
                      <a:pt x="3558" y="7670"/>
                    </a:cubicBezTo>
                    <a:cubicBezTo>
                      <a:pt x="3433" y="9274"/>
                      <a:pt x="1428" y="14336"/>
                      <a:pt x="1428" y="14336"/>
                    </a:cubicBezTo>
                    <a:cubicBezTo>
                      <a:pt x="0" y="17523"/>
                      <a:pt x="2963" y="17720"/>
                      <a:pt x="4026" y="17720"/>
                    </a:cubicBezTo>
                    <a:cubicBezTo>
                      <a:pt x="4176" y="17720"/>
                      <a:pt x="4288" y="17716"/>
                      <a:pt x="4344" y="17716"/>
                    </a:cubicBezTo>
                    <a:cubicBezTo>
                      <a:pt x="4369" y="17716"/>
                      <a:pt x="4384" y="17717"/>
                      <a:pt x="4385" y="17719"/>
                    </a:cubicBezTo>
                    <a:lnTo>
                      <a:pt x="4385" y="17719"/>
                    </a:lnTo>
                    <a:cubicBezTo>
                      <a:pt x="4405" y="17617"/>
                      <a:pt x="6466" y="10556"/>
                      <a:pt x="6466" y="8597"/>
                    </a:cubicBezTo>
                    <a:cubicBezTo>
                      <a:pt x="6466" y="6642"/>
                      <a:pt x="6015" y="3660"/>
                      <a:pt x="4260" y="0"/>
                    </a:cubicBezTo>
                    <a:close/>
                    <a:moveTo>
                      <a:pt x="4385" y="17719"/>
                    </a:moveTo>
                    <a:lnTo>
                      <a:pt x="4385" y="17719"/>
                    </a:lnTo>
                    <a:cubicBezTo>
                      <a:pt x="4385" y="17720"/>
                      <a:pt x="4385" y="17720"/>
                      <a:pt x="4385" y="17720"/>
                    </a:cubicBezTo>
                    <a:cubicBezTo>
                      <a:pt x="4385" y="17720"/>
                      <a:pt x="4385" y="17720"/>
                      <a:pt x="4385" y="17720"/>
                    </a:cubicBezTo>
                    <a:cubicBezTo>
                      <a:pt x="4386" y="17720"/>
                      <a:pt x="4386" y="17719"/>
                      <a:pt x="4385" y="17719"/>
                    </a:cubicBez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28" name="Google Shape;7659;p110"/>
              <p:cNvSpPr/>
              <p:nvPr/>
            </p:nvSpPr>
            <p:spPr>
              <a:xfrm>
                <a:off x="7116480" y="2632320"/>
                <a:ext cx="432720" cy="795240"/>
              </a:xfrm>
              <a:custGeom>
                <a:avLst/>
                <a:gdLst>
                  <a:gd name="textAreaLeft" fmla="*/ 0 w 432720"/>
                  <a:gd name="textAreaRight" fmla="*/ 433080 w 432720"/>
                  <a:gd name="textAreaTop" fmla="*/ 0 h 795240"/>
                  <a:gd name="textAreaBottom" fmla="*/ 795600 h 795240"/>
                </a:gdLst>
                <a:ahLst/>
                <a:cxnLst/>
                <a:rect l="textAreaLeft" t="textAreaTop" r="textAreaRight" b="textAreaBottom"/>
                <a:pathLst>
                  <a:path w="11580" h="21279">
                    <a:moveTo>
                      <a:pt x="1128" y="11780"/>
                    </a:moveTo>
                    <a:cubicBezTo>
                      <a:pt x="1028" y="7644"/>
                      <a:pt x="1805" y="3534"/>
                      <a:pt x="1805" y="3534"/>
                    </a:cubicBezTo>
                    <a:cubicBezTo>
                      <a:pt x="2181" y="3008"/>
                      <a:pt x="2632" y="2557"/>
                      <a:pt x="3158" y="2156"/>
                    </a:cubicBezTo>
                    <a:lnTo>
                      <a:pt x="5013" y="1103"/>
                    </a:lnTo>
                    <a:cubicBezTo>
                      <a:pt x="5740" y="927"/>
                      <a:pt x="5615" y="551"/>
                      <a:pt x="6316" y="351"/>
                    </a:cubicBezTo>
                    <a:cubicBezTo>
                      <a:pt x="7444" y="0"/>
                      <a:pt x="8672" y="0"/>
                      <a:pt x="9800" y="326"/>
                    </a:cubicBezTo>
                    <a:cubicBezTo>
                      <a:pt x="11304" y="978"/>
                      <a:pt x="11580" y="1980"/>
                      <a:pt x="10928" y="3910"/>
                    </a:cubicBezTo>
                    <a:cubicBezTo>
                      <a:pt x="10928" y="4010"/>
                      <a:pt x="10552" y="9023"/>
                      <a:pt x="10376" y="10652"/>
                    </a:cubicBezTo>
                    <a:cubicBezTo>
                      <a:pt x="10376" y="10802"/>
                      <a:pt x="10577" y="16667"/>
                      <a:pt x="10828" y="18421"/>
                    </a:cubicBezTo>
                    <a:cubicBezTo>
                      <a:pt x="10828" y="18421"/>
                      <a:pt x="9725" y="19424"/>
                      <a:pt x="9424" y="19674"/>
                    </a:cubicBezTo>
                    <a:cubicBezTo>
                      <a:pt x="6517" y="21278"/>
                      <a:pt x="376" y="19699"/>
                      <a:pt x="101" y="18246"/>
                    </a:cubicBezTo>
                    <a:cubicBezTo>
                      <a:pt x="0" y="17694"/>
                      <a:pt x="452" y="14110"/>
                      <a:pt x="1128" y="11780"/>
                    </a:cubicBez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29" name="Google Shape;7660;p110"/>
              <p:cNvSpPr/>
              <p:nvPr/>
            </p:nvSpPr>
            <p:spPr>
              <a:xfrm>
                <a:off x="7220520" y="2424240"/>
                <a:ext cx="221040" cy="285480"/>
              </a:xfrm>
              <a:custGeom>
                <a:avLst/>
                <a:gdLst>
                  <a:gd name="textAreaLeft" fmla="*/ 0 w 221040"/>
                  <a:gd name="textAreaRight" fmla="*/ 221400 w 221040"/>
                  <a:gd name="textAreaTop" fmla="*/ 0 h 285480"/>
                  <a:gd name="textAreaBottom" fmla="*/ 285840 h 285480"/>
                </a:gdLst>
                <a:ahLst/>
                <a:cxnLst/>
                <a:rect l="textAreaLeft" t="textAreaTop" r="textAreaRight" b="textAreaBottom"/>
                <a:pathLst>
                  <a:path w="5916" h="7640">
                    <a:moveTo>
                      <a:pt x="802" y="0"/>
                    </a:moveTo>
                    <a:cubicBezTo>
                      <a:pt x="802" y="0"/>
                      <a:pt x="401" y="1454"/>
                      <a:pt x="326" y="1755"/>
                    </a:cubicBezTo>
                    <a:cubicBezTo>
                      <a:pt x="251" y="2055"/>
                      <a:pt x="301" y="2481"/>
                      <a:pt x="326" y="2682"/>
                    </a:cubicBezTo>
                    <a:cubicBezTo>
                      <a:pt x="351" y="2882"/>
                      <a:pt x="0" y="3409"/>
                      <a:pt x="51" y="3659"/>
                    </a:cubicBezTo>
                    <a:cubicBezTo>
                      <a:pt x="101" y="3910"/>
                      <a:pt x="326" y="5389"/>
                      <a:pt x="802" y="5815"/>
                    </a:cubicBezTo>
                    <a:cubicBezTo>
                      <a:pt x="1067" y="6065"/>
                      <a:pt x="1478" y="6116"/>
                      <a:pt x="1773" y="6116"/>
                    </a:cubicBezTo>
                    <a:cubicBezTo>
                      <a:pt x="1981" y="6116"/>
                      <a:pt x="2131" y="6090"/>
                      <a:pt x="2131" y="6090"/>
                    </a:cubicBezTo>
                    <a:lnTo>
                      <a:pt x="2131" y="6090"/>
                    </a:lnTo>
                    <a:cubicBezTo>
                      <a:pt x="2131" y="6091"/>
                      <a:pt x="2056" y="7394"/>
                      <a:pt x="2131" y="7569"/>
                    </a:cubicBezTo>
                    <a:cubicBezTo>
                      <a:pt x="2151" y="7616"/>
                      <a:pt x="2313" y="7640"/>
                      <a:pt x="2555" y="7640"/>
                    </a:cubicBezTo>
                    <a:cubicBezTo>
                      <a:pt x="3214" y="7640"/>
                      <a:pt x="4465" y="7466"/>
                      <a:pt x="5088" y="7118"/>
                    </a:cubicBezTo>
                    <a:cubicBezTo>
                      <a:pt x="5915" y="6617"/>
                      <a:pt x="5615" y="5263"/>
                      <a:pt x="5615" y="5263"/>
                    </a:cubicBezTo>
                    <a:lnTo>
                      <a:pt x="3459" y="0"/>
                    </a:lnTo>
                    <a:close/>
                  </a:path>
                </a:pathLst>
              </a:custGeom>
              <a:solidFill>
                <a:srgbClr val="66534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0" name="Google Shape;7661;p110"/>
              <p:cNvSpPr/>
              <p:nvPr/>
            </p:nvSpPr>
            <p:spPr>
              <a:xfrm>
                <a:off x="7242120" y="2334960"/>
                <a:ext cx="261360" cy="286920"/>
              </a:xfrm>
              <a:custGeom>
                <a:avLst/>
                <a:gdLst>
                  <a:gd name="textAreaLeft" fmla="*/ 0 w 261360"/>
                  <a:gd name="textAreaRight" fmla="*/ 261720 w 261360"/>
                  <a:gd name="textAreaTop" fmla="*/ 0 h 286920"/>
                  <a:gd name="textAreaBottom" fmla="*/ 287280 h 286920"/>
                </a:gdLst>
                <a:ahLst/>
                <a:cxnLst/>
                <a:rect l="textAreaLeft" t="textAreaTop" r="textAreaRight" b="textAreaBottom"/>
                <a:pathLst>
                  <a:path w="6994" h="7684">
                    <a:moveTo>
                      <a:pt x="1895" y="0"/>
                    </a:moveTo>
                    <a:cubicBezTo>
                      <a:pt x="1135" y="0"/>
                      <a:pt x="347" y="153"/>
                      <a:pt x="226" y="607"/>
                    </a:cubicBezTo>
                    <a:cubicBezTo>
                      <a:pt x="1" y="1334"/>
                      <a:pt x="226" y="2386"/>
                      <a:pt x="226" y="2386"/>
                    </a:cubicBezTo>
                    <a:lnTo>
                      <a:pt x="878" y="2988"/>
                    </a:lnTo>
                    <a:lnTo>
                      <a:pt x="577" y="4141"/>
                    </a:lnTo>
                    <a:cubicBezTo>
                      <a:pt x="577" y="4141"/>
                      <a:pt x="928" y="4416"/>
                      <a:pt x="1154" y="4792"/>
                    </a:cubicBezTo>
                    <a:cubicBezTo>
                      <a:pt x="1379" y="5168"/>
                      <a:pt x="1179" y="6246"/>
                      <a:pt x="1179" y="6246"/>
                    </a:cubicBezTo>
                    <a:lnTo>
                      <a:pt x="1505" y="6496"/>
                    </a:lnTo>
                    <a:cubicBezTo>
                      <a:pt x="1505" y="6496"/>
                      <a:pt x="1677" y="5678"/>
                      <a:pt x="2121" y="5678"/>
                    </a:cubicBezTo>
                    <a:cubicBezTo>
                      <a:pt x="2156" y="5678"/>
                      <a:pt x="2193" y="5683"/>
                      <a:pt x="2231" y="5694"/>
                    </a:cubicBezTo>
                    <a:cubicBezTo>
                      <a:pt x="2733" y="5845"/>
                      <a:pt x="3109" y="7148"/>
                      <a:pt x="3510" y="7474"/>
                    </a:cubicBezTo>
                    <a:cubicBezTo>
                      <a:pt x="3718" y="7643"/>
                      <a:pt x="4123" y="7684"/>
                      <a:pt x="4464" y="7684"/>
                    </a:cubicBezTo>
                    <a:cubicBezTo>
                      <a:pt x="4779" y="7684"/>
                      <a:pt x="5039" y="7649"/>
                      <a:pt x="5039" y="7649"/>
                    </a:cubicBezTo>
                    <a:cubicBezTo>
                      <a:pt x="5039" y="7649"/>
                      <a:pt x="6843" y="4692"/>
                      <a:pt x="6918" y="4191"/>
                    </a:cubicBezTo>
                    <a:cubicBezTo>
                      <a:pt x="6993" y="3715"/>
                      <a:pt x="6492" y="2912"/>
                      <a:pt x="6492" y="2912"/>
                    </a:cubicBezTo>
                    <a:cubicBezTo>
                      <a:pt x="6492" y="2912"/>
                      <a:pt x="6643" y="2386"/>
                      <a:pt x="6492" y="1785"/>
                    </a:cubicBezTo>
                    <a:cubicBezTo>
                      <a:pt x="6342" y="1183"/>
                      <a:pt x="3861" y="381"/>
                      <a:pt x="3159" y="156"/>
                    </a:cubicBezTo>
                    <a:cubicBezTo>
                      <a:pt x="2881" y="66"/>
                      <a:pt x="2394" y="0"/>
                      <a:pt x="1895"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1" name="Google Shape;7662;p110"/>
              <p:cNvSpPr/>
              <p:nvPr/>
            </p:nvSpPr>
            <p:spPr>
              <a:xfrm>
                <a:off x="6596280" y="2935080"/>
                <a:ext cx="219960" cy="111960"/>
              </a:xfrm>
              <a:custGeom>
                <a:avLst/>
                <a:gdLst>
                  <a:gd name="textAreaLeft" fmla="*/ 0 w 219960"/>
                  <a:gd name="textAreaRight" fmla="*/ 220320 w 219960"/>
                  <a:gd name="textAreaTop" fmla="*/ 0 h 111960"/>
                  <a:gd name="textAreaBottom" fmla="*/ 112320 h 111960"/>
                </a:gdLst>
                <a:ahLst/>
                <a:cxnLst/>
                <a:rect l="textAreaLeft" t="textAreaTop" r="textAreaRight" b="textAreaBottom"/>
                <a:pathLst>
                  <a:path w="5891" h="3008">
                    <a:moveTo>
                      <a:pt x="5439" y="2532"/>
                    </a:moveTo>
                    <a:cubicBezTo>
                      <a:pt x="4763" y="2832"/>
                      <a:pt x="3610" y="3008"/>
                      <a:pt x="2908" y="2858"/>
                    </a:cubicBezTo>
                    <a:cubicBezTo>
                      <a:pt x="2281" y="2732"/>
                      <a:pt x="1655" y="2582"/>
                      <a:pt x="1128" y="2256"/>
                    </a:cubicBezTo>
                    <a:cubicBezTo>
                      <a:pt x="652" y="1955"/>
                      <a:pt x="251" y="1529"/>
                      <a:pt x="26" y="1028"/>
                    </a:cubicBezTo>
                    <a:cubicBezTo>
                      <a:pt x="1" y="978"/>
                      <a:pt x="1" y="928"/>
                      <a:pt x="1" y="903"/>
                    </a:cubicBezTo>
                    <a:cubicBezTo>
                      <a:pt x="1" y="727"/>
                      <a:pt x="226" y="677"/>
                      <a:pt x="402" y="677"/>
                    </a:cubicBezTo>
                    <a:cubicBezTo>
                      <a:pt x="1329" y="727"/>
                      <a:pt x="2331" y="853"/>
                      <a:pt x="3284" y="727"/>
                    </a:cubicBezTo>
                    <a:cubicBezTo>
                      <a:pt x="3033" y="602"/>
                      <a:pt x="2707" y="502"/>
                      <a:pt x="2432" y="477"/>
                    </a:cubicBezTo>
                    <a:cubicBezTo>
                      <a:pt x="1981" y="401"/>
                      <a:pt x="2181" y="126"/>
                      <a:pt x="2181" y="126"/>
                    </a:cubicBezTo>
                    <a:cubicBezTo>
                      <a:pt x="2457" y="0"/>
                      <a:pt x="3760" y="76"/>
                      <a:pt x="4161" y="226"/>
                    </a:cubicBezTo>
                    <a:cubicBezTo>
                      <a:pt x="4562" y="376"/>
                      <a:pt x="5590" y="777"/>
                      <a:pt x="5590" y="777"/>
                    </a:cubicBezTo>
                    <a:lnTo>
                      <a:pt x="5590" y="953"/>
                    </a:lnTo>
                    <a:cubicBezTo>
                      <a:pt x="5790" y="953"/>
                      <a:pt x="5890" y="953"/>
                      <a:pt x="5890" y="953"/>
                    </a:cubicBezTo>
                    <a:cubicBezTo>
                      <a:pt x="5890" y="953"/>
                      <a:pt x="5890" y="2331"/>
                      <a:pt x="5439" y="2532"/>
                    </a:cubicBezTo>
                    <a:close/>
                  </a:path>
                </a:pathLst>
              </a:custGeom>
              <a:solidFill>
                <a:srgbClr val="66534b"/>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2" name="Google Shape;7663;p110"/>
              <p:cNvSpPr/>
              <p:nvPr/>
            </p:nvSpPr>
            <p:spPr>
              <a:xfrm>
                <a:off x="6771600" y="2724840"/>
                <a:ext cx="576000" cy="362160"/>
              </a:xfrm>
              <a:custGeom>
                <a:avLst/>
                <a:gdLst>
                  <a:gd name="textAreaLeft" fmla="*/ 0 w 576000"/>
                  <a:gd name="textAreaRight" fmla="*/ 576360 w 576000"/>
                  <a:gd name="textAreaTop" fmla="*/ 0 h 362160"/>
                  <a:gd name="textAreaBottom" fmla="*/ 362520 h 362160"/>
                </a:gdLst>
                <a:ahLst/>
                <a:cxnLst/>
                <a:rect l="textAreaLeft" t="textAreaTop" r="textAreaRight" b="textAreaBottom"/>
                <a:pathLst>
                  <a:path w="15414" h="9690">
                    <a:moveTo>
                      <a:pt x="12765" y="0"/>
                    </a:moveTo>
                    <a:cubicBezTo>
                      <a:pt x="12352" y="0"/>
                      <a:pt x="11990" y="64"/>
                      <a:pt x="11680" y="333"/>
                    </a:cubicBezTo>
                    <a:cubicBezTo>
                      <a:pt x="10702" y="1135"/>
                      <a:pt x="9349" y="4594"/>
                      <a:pt x="8096" y="6524"/>
                    </a:cubicBezTo>
                    <a:cubicBezTo>
                      <a:pt x="7577" y="6568"/>
                      <a:pt x="7009" y="6587"/>
                      <a:pt x="6426" y="6587"/>
                    </a:cubicBezTo>
                    <a:cubicBezTo>
                      <a:pt x="3746" y="6587"/>
                      <a:pt x="752" y="6198"/>
                      <a:pt x="752" y="6198"/>
                    </a:cubicBezTo>
                    <a:cubicBezTo>
                      <a:pt x="0" y="7451"/>
                      <a:pt x="627" y="8353"/>
                      <a:pt x="627" y="8353"/>
                    </a:cubicBezTo>
                    <a:cubicBezTo>
                      <a:pt x="5274" y="9439"/>
                      <a:pt x="7550" y="9690"/>
                      <a:pt x="8698" y="9690"/>
                    </a:cubicBezTo>
                    <a:cubicBezTo>
                      <a:pt x="9618" y="9690"/>
                      <a:pt x="9814" y="9528"/>
                      <a:pt x="9925" y="9506"/>
                    </a:cubicBezTo>
                    <a:cubicBezTo>
                      <a:pt x="10176" y="9481"/>
                      <a:pt x="14537" y="3391"/>
                      <a:pt x="14537" y="3391"/>
                    </a:cubicBezTo>
                    <a:cubicBezTo>
                      <a:pt x="15414" y="2188"/>
                      <a:pt x="14512" y="32"/>
                      <a:pt x="13033" y="7"/>
                    </a:cubicBezTo>
                    <a:cubicBezTo>
                      <a:pt x="12941" y="3"/>
                      <a:pt x="12852" y="0"/>
                      <a:pt x="12765" y="0"/>
                    </a:cubicBez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3" name="Google Shape;7664;p110"/>
              <p:cNvSpPr/>
              <p:nvPr/>
            </p:nvSpPr>
            <p:spPr>
              <a:xfrm>
                <a:off x="7363080" y="1724400"/>
                <a:ext cx="128160" cy="163800"/>
              </a:xfrm>
              <a:custGeom>
                <a:avLst/>
                <a:gdLst>
                  <a:gd name="textAreaLeft" fmla="*/ 0 w 128160"/>
                  <a:gd name="textAreaRight" fmla="*/ 128520 w 128160"/>
                  <a:gd name="textAreaTop" fmla="*/ 0 h 163800"/>
                  <a:gd name="textAreaBottom" fmla="*/ 164160 h 163800"/>
                </a:gdLst>
                <a:ahLst/>
                <a:cxnLst/>
                <a:rect l="textAreaLeft" t="textAreaTop" r="textAreaRight" b="textAreaBottom"/>
                <a:pathLst>
                  <a:path w="3434" h="4387">
                    <a:moveTo>
                      <a:pt x="3434" y="1705"/>
                    </a:moveTo>
                    <a:cubicBezTo>
                      <a:pt x="3434" y="752"/>
                      <a:pt x="2657" y="0"/>
                      <a:pt x="1704" y="0"/>
                    </a:cubicBezTo>
                    <a:cubicBezTo>
                      <a:pt x="777" y="0"/>
                      <a:pt x="0" y="752"/>
                      <a:pt x="0" y="1705"/>
                    </a:cubicBezTo>
                    <a:cubicBezTo>
                      <a:pt x="0" y="2131"/>
                      <a:pt x="150" y="2507"/>
                      <a:pt x="401" y="2807"/>
                    </a:cubicBezTo>
                    <a:lnTo>
                      <a:pt x="401" y="2807"/>
                    </a:lnTo>
                    <a:lnTo>
                      <a:pt x="1704" y="4386"/>
                    </a:lnTo>
                    <a:lnTo>
                      <a:pt x="3033" y="2807"/>
                    </a:lnTo>
                    <a:lnTo>
                      <a:pt x="3033" y="2807"/>
                    </a:lnTo>
                    <a:cubicBezTo>
                      <a:pt x="3283" y="2507"/>
                      <a:pt x="3434" y="2131"/>
                      <a:pt x="3434" y="1705"/>
                    </a:cubicBezTo>
                    <a:close/>
                  </a:path>
                </a:pathLst>
              </a:custGeom>
              <a:solidFill>
                <a:srgbClr val="ec827d"/>
              </a:solidFill>
              <a:ln w="0">
                <a:noFill/>
              </a:ln>
            </p:spPr>
            <p:style>
              <a:lnRef idx="0"/>
              <a:fillRef idx="0"/>
              <a:effectRef idx="0"/>
              <a:fontRef idx="minor"/>
            </p:style>
            <p:txBody>
              <a:bodyPr tIns="82080" bIns="82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4" name="Google Shape;7665;p110"/>
              <p:cNvSpPr/>
              <p:nvPr/>
            </p:nvSpPr>
            <p:spPr>
              <a:xfrm>
                <a:off x="7392960" y="1754280"/>
                <a:ext cx="66960" cy="66960"/>
              </a:xfrm>
              <a:custGeom>
                <a:avLst/>
                <a:gdLst>
                  <a:gd name="textAreaLeft" fmla="*/ 0 w 66960"/>
                  <a:gd name="textAreaRight" fmla="*/ 67320 w 66960"/>
                  <a:gd name="textAreaTop" fmla="*/ 0 h 66960"/>
                  <a:gd name="textAreaBottom" fmla="*/ 67320 h 66960"/>
                </a:gdLst>
                <a:ahLst/>
                <a:cxnLst/>
                <a:rect l="textAreaLeft" t="textAreaTop" r="textAreaRight" b="textAreaBottom"/>
                <a:pathLst>
                  <a:path w="1805" h="1805">
                    <a:moveTo>
                      <a:pt x="1805" y="903"/>
                    </a:moveTo>
                    <a:cubicBezTo>
                      <a:pt x="1805" y="1404"/>
                      <a:pt x="1404" y="1805"/>
                      <a:pt x="902" y="1805"/>
                    </a:cubicBezTo>
                    <a:cubicBezTo>
                      <a:pt x="401" y="1805"/>
                      <a:pt x="0" y="1404"/>
                      <a:pt x="0" y="903"/>
                    </a:cubicBezTo>
                    <a:cubicBezTo>
                      <a:pt x="0" y="401"/>
                      <a:pt x="401" y="0"/>
                      <a:pt x="902" y="0"/>
                    </a:cubicBezTo>
                    <a:cubicBezTo>
                      <a:pt x="1404" y="0"/>
                      <a:pt x="1805" y="401"/>
                      <a:pt x="1805" y="903"/>
                    </a:cubicBez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5" name="Google Shape;7666;p110"/>
              <p:cNvSpPr/>
              <p:nvPr/>
            </p:nvSpPr>
            <p:spPr>
              <a:xfrm>
                <a:off x="6950520" y="1708200"/>
                <a:ext cx="128160" cy="163800"/>
              </a:xfrm>
              <a:custGeom>
                <a:avLst/>
                <a:gdLst>
                  <a:gd name="textAreaLeft" fmla="*/ 0 w 128160"/>
                  <a:gd name="textAreaRight" fmla="*/ 128520 w 128160"/>
                  <a:gd name="textAreaTop" fmla="*/ 0 h 163800"/>
                  <a:gd name="textAreaBottom" fmla="*/ 164160 h 163800"/>
                </a:gdLst>
                <a:ahLst/>
                <a:cxnLst/>
                <a:rect l="textAreaLeft" t="textAreaTop" r="textAreaRight" b="textAreaBottom"/>
                <a:pathLst>
                  <a:path w="3434" h="4387">
                    <a:moveTo>
                      <a:pt x="3434" y="1730"/>
                    </a:moveTo>
                    <a:cubicBezTo>
                      <a:pt x="3434" y="777"/>
                      <a:pt x="2657" y="0"/>
                      <a:pt x="1705" y="0"/>
                    </a:cubicBezTo>
                    <a:cubicBezTo>
                      <a:pt x="777" y="0"/>
                      <a:pt x="0" y="777"/>
                      <a:pt x="0" y="1730"/>
                    </a:cubicBezTo>
                    <a:cubicBezTo>
                      <a:pt x="0" y="2156"/>
                      <a:pt x="151" y="2532"/>
                      <a:pt x="401" y="2832"/>
                    </a:cubicBezTo>
                    <a:lnTo>
                      <a:pt x="401" y="2832"/>
                    </a:lnTo>
                    <a:lnTo>
                      <a:pt x="1705" y="4386"/>
                    </a:lnTo>
                    <a:lnTo>
                      <a:pt x="3033" y="2832"/>
                    </a:lnTo>
                    <a:lnTo>
                      <a:pt x="3033" y="2832"/>
                    </a:lnTo>
                    <a:cubicBezTo>
                      <a:pt x="3284" y="2532"/>
                      <a:pt x="3434" y="2156"/>
                      <a:pt x="3434" y="1730"/>
                    </a:cubicBezTo>
                    <a:close/>
                  </a:path>
                </a:pathLst>
              </a:custGeom>
              <a:solidFill>
                <a:srgbClr val="ec827d"/>
              </a:solidFill>
              <a:ln w="0">
                <a:noFill/>
              </a:ln>
            </p:spPr>
            <p:style>
              <a:lnRef idx="0"/>
              <a:fillRef idx="0"/>
              <a:effectRef idx="0"/>
              <a:fontRef idx="minor"/>
            </p:style>
            <p:txBody>
              <a:bodyPr tIns="82080" bIns="82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6" name="Google Shape;7667;p110"/>
              <p:cNvSpPr/>
              <p:nvPr/>
            </p:nvSpPr>
            <p:spPr>
              <a:xfrm>
                <a:off x="6980760" y="1739160"/>
                <a:ext cx="66960" cy="66960"/>
              </a:xfrm>
              <a:custGeom>
                <a:avLst/>
                <a:gdLst>
                  <a:gd name="textAreaLeft" fmla="*/ 0 w 66960"/>
                  <a:gd name="textAreaRight" fmla="*/ 67320 w 66960"/>
                  <a:gd name="textAreaTop" fmla="*/ 0 h 66960"/>
                  <a:gd name="textAreaBottom" fmla="*/ 67320 h 66960"/>
                </a:gdLst>
                <a:ahLst/>
                <a:cxnLst/>
                <a:rect l="textAreaLeft" t="textAreaTop" r="textAreaRight" b="textAreaBottom"/>
                <a:pathLst>
                  <a:path w="1805" h="1805">
                    <a:moveTo>
                      <a:pt x="1805" y="903"/>
                    </a:moveTo>
                    <a:cubicBezTo>
                      <a:pt x="1805" y="1404"/>
                      <a:pt x="1404" y="1805"/>
                      <a:pt x="903" y="1805"/>
                    </a:cubicBezTo>
                    <a:cubicBezTo>
                      <a:pt x="401" y="1805"/>
                      <a:pt x="0" y="1404"/>
                      <a:pt x="0" y="903"/>
                    </a:cubicBezTo>
                    <a:cubicBezTo>
                      <a:pt x="0" y="401"/>
                      <a:pt x="401" y="0"/>
                      <a:pt x="903" y="0"/>
                    </a:cubicBezTo>
                    <a:cubicBezTo>
                      <a:pt x="1404" y="0"/>
                      <a:pt x="1805" y="401"/>
                      <a:pt x="1805" y="903"/>
                    </a:cubicBez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7" name="Google Shape;7668;p110"/>
              <p:cNvSpPr/>
              <p:nvPr/>
            </p:nvSpPr>
            <p:spPr>
              <a:xfrm>
                <a:off x="6101640" y="1456560"/>
                <a:ext cx="1329480" cy="836280"/>
              </a:xfrm>
              <a:custGeom>
                <a:avLst/>
                <a:gdLst>
                  <a:gd name="textAreaLeft" fmla="*/ 0 w 1329480"/>
                  <a:gd name="textAreaRight" fmla="*/ 1329840 w 1329480"/>
                  <a:gd name="textAreaTop" fmla="*/ 0 h 836280"/>
                  <a:gd name="textAreaBottom" fmla="*/ 836640 h 836280"/>
                </a:gdLst>
                <a:ahLst/>
                <a:cxnLst/>
                <a:rect l="textAreaLeft" t="textAreaTop" r="textAreaRight" b="textAreaBottom"/>
                <a:pathLst>
                  <a:path w="35565" h="22372">
                    <a:moveTo>
                      <a:pt x="14242" y="0"/>
                    </a:moveTo>
                    <a:cubicBezTo>
                      <a:pt x="13804" y="0"/>
                      <a:pt x="13359" y="22"/>
                      <a:pt x="12908" y="65"/>
                    </a:cubicBezTo>
                    <a:cubicBezTo>
                      <a:pt x="7544" y="567"/>
                      <a:pt x="1479" y="4301"/>
                      <a:pt x="0" y="11519"/>
                    </a:cubicBezTo>
                    <a:lnTo>
                      <a:pt x="251" y="11569"/>
                    </a:lnTo>
                    <a:cubicBezTo>
                      <a:pt x="1896" y="7195"/>
                      <a:pt x="4923" y="6018"/>
                      <a:pt x="7685" y="6018"/>
                    </a:cubicBezTo>
                    <a:cubicBezTo>
                      <a:pt x="8373" y="6018"/>
                      <a:pt x="9045" y="6091"/>
                      <a:pt x="9675" y="6206"/>
                    </a:cubicBezTo>
                    <a:cubicBezTo>
                      <a:pt x="17319" y="7559"/>
                      <a:pt x="26141" y="16156"/>
                      <a:pt x="26216" y="22371"/>
                    </a:cubicBezTo>
                    <a:lnTo>
                      <a:pt x="26467" y="22371"/>
                    </a:lnTo>
                    <a:cubicBezTo>
                      <a:pt x="26392" y="16056"/>
                      <a:pt x="17469" y="7309"/>
                      <a:pt x="9700" y="5955"/>
                    </a:cubicBezTo>
                    <a:cubicBezTo>
                      <a:pt x="9059" y="5841"/>
                      <a:pt x="8375" y="5768"/>
                      <a:pt x="7675" y="5768"/>
                    </a:cubicBezTo>
                    <a:cubicBezTo>
                      <a:pt x="5144" y="5768"/>
                      <a:pt x="2394" y="6720"/>
                      <a:pt x="627" y="10116"/>
                    </a:cubicBezTo>
                    <a:cubicBezTo>
                      <a:pt x="2532" y="3975"/>
                      <a:pt x="8046" y="767"/>
                      <a:pt x="12933" y="316"/>
                    </a:cubicBezTo>
                    <a:cubicBezTo>
                      <a:pt x="13375" y="273"/>
                      <a:pt x="13811" y="252"/>
                      <a:pt x="14240" y="252"/>
                    </a:cubicBezTo>
                    <a:cubicBezTo>
                      <a:pt x="18842" y="252"/>
                      <a:pt x="22615" y="2678"/>
                      <a:pt x="24311" y="6782"/>
                    </a:cubicBezTo>
                    <a:lnTo>
                      <a:pt x="24437" y="7158"/>
                    </a:lnTo>
                    <a:lnTo>
                      <a:pt x="24537" y="6782"/>
                    </a:lnTo>
                    <a:cubicBezTo>
                      <a:pt x="25358" y="3427"/>
                      <a:pt x="27202" y="1536"/>
                      <a:pt x="29599" y="1536"/>
                    </a:cubicBezTo>
                    <a:cubicBezTo>
                      <a:pt x="29690" y="1536"/>
                      <a:pt x="29782" y="1539"/>
                      <a:pt x="29875" y="1544"/>
                    </a:cubicBezTo>
                    <a:cubicBezTo>
                      <a:pt x="32557" y="1695"/>
                      <a:pt x="34963" y="4176"/>
                      <a:pt x="35314" y="7158"/>
                    </a:cubicBezTo>
                    <a:lnTo>
                      <a:pt x="35565" y="7133"/>
                    </a:lnTo>
                    <a:cubicBezTo>
                      <a:pt x="35189" y="4025"/>
                      <a:pt x="32707" y="1444"/>
                      <a:pt x="29875" y="1294"/>
                    </a:cubicBezTo>
                    <a:cubicBezTo>
                      <a:pt x="29781" y="1288"/>
                      <a:pt x="29688" y="1285"/>
                      <a:pt x="29595" y="1285"/>
                    </a:cubicBezTo>
                    <a:cubicBezTo>
                      <a:pt x="27194" y="1285"/>
                      <a:pt x="25279" y="3147"/>
                      <a:pt x="24387" y="6356"/>
                    </a:cubicBezTo>
                    <a:cubicBezTo>
                      <a:pt x="22603" y="2354"/>
                      <a:pt x="18815" y="0"/>
                      <a:pt x="14242"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8" name="Google Shape;7669;p110"/>
              <p:cNvSpPr/>
              <p:nvPr/>
            </p:nvSpPr>
            <p:spPr>
              <a:xfrm>
                <a:off x="6042600" y="1873080"/>
                <a:ext cx="127080" cy="163800"/>
              </a:xfrm>
              <a:custGeom>
                <a:avLst/>
                <a:gdLst>
                  <a:gd name="textAreaLeft" fmla="*/ 0 w 127080"/>
                  <a:gd name="textAreaRight" fmla="*/ 127440 w 127080"/>
                  <a:gd name="textAreaTop" fmla="*/ 0 h 163800"/>
                  <a:gd name="textAreaBottom" fmla="*/ 164160 h 163800"/>
                </a:gdLst>
                <a:ahLst/>
                <a:cxnLst/>
                <a:rect l="textAreaLeft" t="textAreaTop" r="textAreaRight" b="textAreaBottom"/>
                <a:pathLst>
                  <a:path w="3410" h="4387">
                    <a:moveTo>
                      <a:pt x="3409" y="1705"/>
                    </a:moveTo>
                    <a:cubicBezTo>
                      <a:pt x="3409" y="752"/>
                      <a:pt x="2657" y="0"/>
                      <a:pt x="1705" y="0"/>
                    </a:cubicBezTo>
                    <a:cubicBezTo>
                      <a:pt x="752" y="0"/>
                      <a:pt x="1" y="752"/>
                      <a:pt x="1" y="1705"/>
                    </a:cubicBezTo>
                    <a:cubicBezTo>
                      <a:pt x="1" y="2131"/>
                      <a:pt x="151" y="2507"/>
                      <a:pt x="402" y="2807"/>
                    </a:cubicBezTo>
                    <a:lnTo>
                      <a:pt x="402" y="2807"/>
                    </a:lnTo>
                    <a:lnTo>
                      <a:pt x="1705" y="4386"/>
                    </a:lnTo>
                    <a:lnTo>
                      <a:pt x="3008" y="2807"/>
                    </a:lnTo>
                    <a:lnTo>
                      <a:pt x="3008" y="2807"/>
                    </a:lnTo>
                    <a:cubicBezTo>
                      <a:pt x="3259" y="2507"/>
                      <a:pt x="3409" y="2131"/>
                      <a:pt x="3409" y="1705"/>
                    </a:cubicBezTo>
                    <a:close/>
                  </a:path>
                </a:pathLst>
              </a:custGeom>
              <a:solidFill>
                <a:srgbClr val="ec827d"/>
              </a:solidFill>
              <a:ln w="0">
                <a:noFill/>
              </a:ln>
            </p:spPr>
            <p:style>
              <a:lnRef idx="0"/>
              <a:fillRef idx="0"/>
              <a:effectRef idx="0"/>
              <a:fontRef idx="minor"/>
            </p:style>
            <p:txBody>
              <a:bodyPr tIns="82080" bIns="82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9" name="Google Shape;7670;p110"/>
              <p:cNvSpPr/>
              <p:nvPr/>
            </p:nvSpPr>
            <p:spPr>
              <a:xfrm>
                <a:off x="6072480" y="1903320"/>
                <a:ext cx="67320" cy="66960"/>
              </a:xfrm>
              <a:custGeom>
                <a:avLst/>
                <a:gdLst>
                  <a:gd name="textAreaLeft" fmla="*/ 0 w 67320"/>
                  <a:gd name="textAreaRight" fmla="*/ 67680 w 67320"/>
                  <a:gd name="textAreaTop" fmla="*/ 0 h 66960"/>
                  <a:gd name="textAreaBottom" fmla="*/ 67320 h 66960"/>
                </a:gdLst>
                <a:ahLst/>
                <a:cxnLst/>
                <a:rect l="textAreaLeft" t="textAreaTop" r="textAreaRight" b="textAreaBottom"/>
                <a:pathLst>
                  <a:path w="1806" h="1805">
                    <a:moveTo>
                      <a:pt x="1805" y="903"/>
                    </a:moveTo>
                    <a:cubicBezTo>
                      <a:pt x="1805" y="1404"/>
                      <a:pt x="1404" y="1805"/>
                      <a:pt x="903" y="1805"/>
                    </a:cubicBezTo>
                    <a:cubicBezTo>
                      <a:pt x="402" y="1805"/>
                      <a:pt x="1" y="1404"/>
                      <a:pt x="1" y="903"/>
                    </a:cubicBezTo>
                    <a:cubicBezTo>
                      <a:pt x="1" y="401"/>
                      <a:pt x="402" y="0"/>
                      <a:pt x="903" y="0"/>
                    </a:cubicBezTo>
                    <a:cubicBezTo>
                      <a:pt x="1404" y="0"/>
                      <a:pt x="1805" y="401"/>
                      <a:pt x="1805" y="903"/>
                    </a:cubicBez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0" name="Google Shape;7671;p110"/>
              <p:cNvSpPr/>
              <p:nvPr/>
            </p:nvSpPr>
            <p:spPr>
              <a:xfrm>
                <a:off x="7022880" y="2293200"/>
                <a:ext cx="128160" cy="163800"/>
              </a:xfrm>
              <a:custGeom>
                <a:avLst/>
                <a:gdLst>
                  <a:gd name="textAreaLeft" fmla="*/ 0 w 128160"/>
                  <a:gd name="textAreaRight" fmla="*/ 128520 w 128160"/>
                  <a:gd name="textAreaTop" fmla="*/ 0 h 163800"/>
                  <a:gd name="textAreaBottom" fmla="*/ 164160 h 163800"/>
                </a:gdLst>
                <a:ahLst/>
                <a:cxnLst/>
                <a:rect l="textAreaLeft" t="textAreaTop" r="textAreaRight" b="textAreaBottom"/>
                <a:pathLst>
                  <a:path w="3434" h="4387">
                    <a:moveTo>
                      <a:pt x="3434" y="1705"/>
                    </a:moveTo>
                    <a:cubicBezTo>
                      <a:pt x="3434" y="752"/>
                      <a:pt x="2657" y="0"/>
                      <a:pt x="1704" y="0"/>
                    </a:cubicBezTo>
                    <a:cubicBezTo>
                      <a:pt x="777" y="0"/>
                      <a:pt x="0" y="752"/>
                      <a:pt x="0" y="1705"/>
                    </a:cubicBezTo>
                    <a:cubicBezTo>
                      <a:pt x="0" y="2131"/>
                      <a:pt x="151" y="2507"/>
                      <a:pt x="401" y="2807"/>
                    </a:cubicBezTo>
                    <a:lnTo>
                      <a:pt x="401" y="2807"/>
                    </a:lnTo>
                    <a:lnTo>
                      <a:pt x="1704" y="4386"/>
                    </a:lnTo>
                    <a:lnTo>
                      <a:pt x="3033" y="2807"/>
                    </a:lnTo>
                    <a:lnTo>
                      <a:pt x="3033" y="2807"/>
                    </a:lnTo>
                    <a:cubicBezTo>
                      <a:pt x="3283" y="2507"/>
                      <a:pt x="3434" y="2131"/>
                      <a:pt x="3434" y="1705"/>
                    </a:cubicBezTo>
                    <a:close/>
                  </a:path>
                </a:pathLst>
              </a:custGeom>
              <a:solidFill>
                <a:srgbClr val="ec827d"/>
              </a:solidFill>
              <a:ln w="0">
                <a:noFill/>
              </a:ln>
            </p:spPr>
            <p:style>
              <a:lnRef idx="0"/>
              <a:fillRef idx="0"/>
              <a:effectRef idx="0"/>
              <a:fontRef idx="minor"/>
            </p:style>
            <p:txBody>
              <a:bodyPr tIns="82080" bIns="82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1" name="Google Shape;7672;p110"/>
              <p:cNvSpPr/>
              <p:nvPr/>
            </p:nvSpPr>
            <p:spPr>
              <a:xfrm>
                <a:off x="7052760" y="2323080"/>
                <a:ext cx="66960" cy="66960"/>
              </a:xfrm>
              <a:custGeom>
                <a:avLst/>
                <a:gdLst>
                  <a:gd name="textAreaLeft" fmla="*/ 0 w 66960"/>
                  <a:gd name="textAreaRight" fmla="*/ 67320 w 66960"/>
                  <a:gd name="textAreaTop" fmla="*/ 0 h 66960"/>
                  <a:gd name="textAreaBottom" fmla="*/ 67320 h 66960"/>
                </a:gdLst>
                <a:ahLst/>
                <a:cxnLst/>
                <a:rect l="textAreaLeft" t="textAreaTop" r="textAreaRight" b="textAreaBottom"/>
                <a:pathLst>
                  <a:path w="1805" h="1805">
                    <a:moveTo>
                      <a:pt x="1805" y="903"/>
                    </a:moveTo>
                    <a:cubicBezTo>
                      <a:pt x="1805" y="1404"/>
                      <a:pt x="1404" y="1805"/>
                      <a:pt x="902" y="1805"/>
                    </a:cubicBezTo>
                    <a:cubicBezTo>
                      <a:pt x="401" y="1805"/>
                      <a:pt x="0" y="1404"/>
                      <a:pt x="0" y="903"/>
                    </a:cubicBezTo>
                    <a:cubicBezTo>
                      <a:pt x="0" y="401"/>
                      <a:pt x="401" y="0"/>
                      <a:pt x="902" y="0"/>
                    </a:cubicBezTo>
                    <a:cubicBezTo>
                      <a:pt x="1404" y="0"/>
                      <a:pt x="1805" y="401"/>
                      <a:pt x="1805" y="903"/>
                    </a:cubicBez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2" name="Google Shape;7673;p110"/>
              <p:cNvSpPr/>
              <p:nvPr/>
            </p:nvSpPr>
            <p:spPr>
              <a:xfrm>
                <a:off x="8127000" y="1226520"/>
                <a:ext cx="296640" cy="434520"/>
              </a:xfrm>
              <a:custGeom>
                <a:avLst/>
                <a:gdLst>
                  <a:gd name="textAreaLeft" fmla="*/ 0 w 296640"/>
                  <a:gd name="textAreaRight" fmla="*/ 297000 w 296640"/>
                  <a:gd name="textAreaTop" fmla="*/ 0 h 434520"/>
                  <a:gd name="textAreaBottom" fmla="*/ 434880 h 434520"/>
                </a:gdLst>
                <a:ahLst/>
                <a:cxnLst/>
                <a:rect l="textAreaLeft" t="textAreaTop" r="textAreaRight" b="textAreaBottom"/>
                <a:pathLst>
                  <a:path w="7946" h="11631">
                    <a:moveTo>
                      <a:pt x="7945" y="8121"/>
                    </a:moveTo>
                    <a:cubicBezTo>
                      <a:pt x="7945" y="10628"/>
                      <a:pt x="6166" y="11630"/>
                      <a:pt x="3960" y="10377"/>
                    </a:cubicBezTo>
                    <a:cubicBezTo>
                      <a:pt x="1780" y="9099"/>
                      <a:pt x="0" y="6041"/>
                      <a:pt x="0" y="3535"/>
                    </a:cubicBezTo>
                    <a:cubicBezTo>
                      <a:pt x="0" y="1029"/>
                      <a:pt x="1780" y="1"/>
                      <a:pt x="3960" y="1279"/>
                    </a:cubicBezTo>
                    <a:cubicBezTo>
                      <a:pt x="6166" y="2532"/>
                      <a:pt x="7945" y="5590"/>
                      <a:pt x="7945" y="812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3" name="Google Shape;7674;p110"/>
              <p:cNvSpPr/>
              <p:nvPr/>
            </p:nvSpPr>
            <p:spPr>
              <a:xfrm>
                <a:off x="8158680" y="1273320"/>
                <a:ext cx="232920" cy="340920"/>
              </a:xfrm>
              <a:custGeom>
                <a:avLst/>
                <a:gdLst>
                  <a:gd name="textAreaLeft" fmla="*/ 0 w 232920"/>
                  <a:gd name="textAreaRight" fmla="*/ 233280 w 232920"/>
                  <a:gd name="textAreaTop" fmla="*/ 0 h 340920"/>
                  <a:gd name="textAreaBottom" fmla="*/ 341280 h 340920"/>
                </a:gdLst>
                <a:ahLst/>
                <a:cxnLst/>
                <a:rect l="textAreaLeft" t="textAreaTop" r="textAreaRight" b="textAreaBottom"/>
                <a:pathLst>
                  <a:path w="6241" h="9123">
                    <a:moveTo>
                      <a:pt x="6241" y="6366"/>
                    </a:moveTo>
                    <a:cubicBezTo>
                      <a:pt x="6241" y="8346"/>
                      <a:pt x="4837" y="9123"/>
                      <a:pt x="3108" y="8145"/>
                    </a:cubicBezTo>
                    <a:cubicBezTo>
                      <a:pt x="1404" y="7143"/>
                      <a:pt x="0" y="4737"/>
                      <a:pt x="0" y="2757"/>
                    </a:cubicBezTo>
                    <a:cubicBezTo>
                      <a:pt x="0" y="802"/>
                      <a:pt x="1404" y="0"/>
                      <a:pt x="3108" y="1003"/>
                    </a:cubicBezTo>
                    <a:cubicBezTo>
                      <a:pt x="4837" y="1980"/>
                      <a:pt x="6241" y="4386"/>
                      <a:pt x="6241" y="6366"/>
                    </a:cubicBez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4" name="Google Shape;7675;p110"/>
              <p:cNvSpPr/>
              <p:nvPr/>
            </p:nvSpPr>
            <p:spPr>
              <a:xfrm>
                <a:off x="7607520" y="2812680"/>
                <a:ext cx="725040" cy="1082880"/>
              </a:xfrm>
              <a:custGeom>
                <a:avLst/>
                <a:gdLst>
                  <a:gd name="textAreaLeft" fmla="*/ 0 w 725040"/>
                  <a:gd name="textAreaRight" fmla="*/ 725400 w 725040"/>
                  <a:gd name="textAreaTop" fmla="*/ 0 h 1082880"/>
                  <a:gd name="textAreaBottom" fmla="*/ 1083240 h 1082880"/>
                </a:gdLst>
                <a:ahLst/>
                <a:cxnLst/>
                <a:rect l="textAreaLeft" t="textAreaTop" r="textAreaRight" b="textAreaBottom"/>
                <a:pathLst>
                  <a:path w="19399" h="28966">
                    <a:moveTo>
                      <a:pt x="1297" y="0"/>
                    </a:moveTo>
                    <a:cubicBezTo>
                      <a:pt x="623" y="0"/>
                      <a:pt x="0" y="526"/>
                      <a:pt x="0" y="1269"/>
                    </a:cubicBezTo>
                    <a:lnTo>
                      <a:pt x="0" y="17234"/>
                    </a:lnTo>
                    <a:cubicBezTo>
                      <a:pt x="0" y="18137"/>
                      <a:pt x="477" y="18989"/>
                      <a:pt x="1279" y="19440"/>
                    </a:cubicBezTo>
                    <a:lnTo>
                      <a:pt x="17469" y="28788"/>
                    </a:lnTo>
                    <a:cubicBezTo>
                      <a:pt x="17676" y="28910"/>
                      <a:pt x="17896" y="28965"/>
                      <a:pt x="18110" y="28965"/>
                    </a:cubicBezTo>
                    <a:cubicBezTo>
                      <a:pt x="18781" y="28965"/>
                      <a:pt x="19399" y="28426"/>
                      <a:pt x="19399" y="27686"/>
                    </a:cubicBezTo>
                    <a:lnTo>
                      <a:pt x="19399" y="11721"/>
                    </a:lnTo>
                    <a:cubicBezTo>
                      <a:pt x="19399" y="10818"/>
                      <a:pt x="18898" y="9991"/>
                      <a:pt x="18121" y="9540"/>
                    </a:cubicBezTo>
                    <a:lnTo>
                      <a:pt x="1930" y="167"/>
                    </a:lnTo>
                    <a:cubicBezTo>
                      <a:pt x="1726" y="53"/>
                      <a:pt x="1509" y="0"/>
                      <a:pt x="1297" y="0"/>
                    </a:cubicBez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5" name="Google Shape;7676;p110"/>
              <p:cNvSpPr/>
              <p:nvPr/>
            </p:nvSpPr>
            <p:spPr>
              <a:xfrm>
                <a:off x="7886160" y="3281760"/>
                <a:ext cx="88560" cy="291960"/>
              </a:xfrm>
              <a:custGeom>
                <a:avLst/>
                <a:gdLst>
                  <a:gd name="textAreaLeft" fmla="*/ 0 w 88560"/>
                  <a:gd name="textAreaRight" fmla="*/ 88920 w 88560"/>
                  <a:gd name="textAreaTop" fmla="*/ 0 h 291960"/>
                  <a:gd name="textAreaBottom" fmla="*/ 292320 h 291960"/>
                </a:gdLst>
                <a:ahLst/>
                <a:cxnLst/>
                <a:rect l="textAreaLeft" t="textAreaTop" r="textAreaRight" b="textAreaBottom"/>
                <a:pathLst>
                  <a:path w="2381" h="7821">
                    <a:moveTo>
                      <a:pt x="0" y="1"/>
                    </a:moveTo>
                    <a:lnTo>
                      <a:pt x="0" y="6442"/>
                    </a:lnTo>
                    <a:lnTo>
                      <a:pt x="2381" y="7820"/>
                    </a:lnTo>
                    <a:lnTo>
                      <a:pt x="2381" y="1379"/>
                    </a:lnTo>
                    <a:lnTo>
                      <a:pt x="0" y="1"/>
                    </a:lnTo>
                    <a:close/>
                  </a:path>
                </a:pathLst>
              </a:custGeom>
              <a:solidFill>
                <a:srgbClr val="ec827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6" name="Google Shape;7677;p110"/>
              <p:cNvSpPr/>
              <p:nvPr/>
            </p:nvSpPr>
            <p:spPr>
              <a:xfrm>
                <a:off x="7747200" y="3110400"/>
                <a:ext cx="87840" cy="383040"/>
              </a:xfrm>
              <a:custGeom>
                <a:avLst/>
                <a:gdLst>
                  <a:gd name="textAreaLeft" fmla="*/ 0 w 87840"/>
                  <a:gd name="textAreaRight" fmla="*/ 88200 w 87840"/>
                  <a:gd name="textAreaTop" fmla="*/ 0 h 383040"/>
                  <a:gd name="textAreaBottom" fmla="*/ 383400 h 383040"/>
                </a:gdLst>
                <a:ahLst/>
                <a:cxnLst/>
                <a:rect l="textAreaLeft" t="textAreaTop" r="textAreaRight" b="textAreaBottom"/>
                <a:pathLst>
                  <a:path w="2357" h="10251">
                    <a:moveTo>
                      <a:pt x="1" y="0"/>
                    </a:moveTo>
                    <a:lnTo>
                      <a:pt x="1" y="8872"/>
                    </a:lnTo>
                    <a:lnTo>
                      <a:pt x="2357" y="10251"/>
                    </a:lnTo>
                    <a:lnTo>
                      <a:pt x="2357" y="1379"/>
                    </a:lnTo>
                    <a:lnTo>
                      <a:pt x="1" y="0"/>
                    </a:lnTo>
                    <a:close/>
                  </a:path>
                </a:pathLst>
              </a:custGeom>
              <a:solidFill>
                <a:srgbClr val="606bf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7" name="Google Shape;7678;p110"/>
              <p:cNvSpPr/>
              <p:nvPr/>
            </p:nvSpPr>
            <p:spPr>
              <a:xfrm>
                <a:off x="8025480" y="3116160"/>
                <a:ext cx="88560" cy="538560"/>
              </a:xfrm>
              <a:custGeom>
                <a:avLst/>
                <a:gdLst>
                  <a:gd name="textAreaLeft" fmla="*/ 0 w 88560"/>
                  <a:gd name="textAreaRight" fmla="*/ 88920 w 88560"/>
                  <a:gd name="textAreaTop" fmla="*/ 0 h 538560"/>
                  <a:gd name="textAreaBottom" fmla="*/ 538920 h 538560"/>
                </a:gdLst>
                <a:ahLst/>
                <a:cxnLst/>
                <a:rect l="textAreaLeft" t="textAreaTop" r="textAreaRight" b="textAreaBottom"/>
                <a:pathLst>
                  <a:path w="2382" h="14412">
                    <a:moveTo>
                      <a:pt x="0" y="1"/>
                    </a:moveTo>
                    <a:lnTo>
                      <a:pt x="0" y="13033"/>
                    </a:lnTo>
                    <a:lnTo>
                      <a:pt x="2381" y="14412"/>
                    </a:lnTo>
                    <a:lnTo>
                      <a:pt x="2381" y="1379"/>
                    </a:lnTo>
                    <a:lnTo>
                      <a:pt x="0" y="1"/>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ublic Consulting XL by Slidesgo">
  <a:themeElements>
    <a:clrScheme name="Simple Light">
      <a:dk1>
        <a:srgbClr val="878cf0"/>
      </a:dk1>
      <a:lt1>
        <a:srgbClr val="e7e2f2"/>
      </a:lt1>
      <a:dk2>
        <a:srgbClr val="20124d"/>
      </a:dk2>
      <a:lt2>
        <a:srgbClr val="f6f2ff"/>
      </a:lt2>
      <a:accent1>
        <a:srgbClr val="d66565"/>
      </a:accent1>
      <a:accent2>
        <a:srgbClr val="fbd15b"/>
      </a:accent2>
      <a:accent3>
        <a:srgbClr val="56548c"/>
      </a:accent3>
      <a:accent4>
        <a:srgbClr val="67659c"/>
      </a:accent4>
      <a:accent5>
        <a:srgbClr val="b1b2f3"/>
      </a:accent5>
      <a:accent6>
        <a:srgbClr val="ffc8af"/>
      </a:accent6>
      <a:hlink>
        <a:srgbClr val="20124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2026-03-09T05:42:21Z</dcterms:created>
  <dc:creator>Unknown Creator</dc:creator>
  <dc:description/>
  <dc:language>en-US</dc:language>
  <cp:lastModifiedBy>Unknown Creator</cp:lastModifiedBy>
  <dcterms:modified xsi:type="dcterms:W3CDTF">2026-03-09T05:42:21Z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